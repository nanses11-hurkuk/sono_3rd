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443" r:id="rId5"/>
    <p:sldId id="444" r:id="rId6"/>
    <p:sldId id="1274" r:id="rId7"/>
    <p:sldId id="447" r:id="rId8"/>
    <p:sldId id="1276" r:id="rId9"/>
    <p:sldId id="1275" r:id="rId10"/>
    <p:sldId id="1277" r:id="rId11"/>
    <p:sldId id="1278" r:id="rId12"/>
    <p:sldId id="1280" r:id="rId13"/>
    <p:sldId id="1283" r:id="rId14"/>
    <p:sldId id="1281" r:id="rId15"/>
    <p:sldId id="1284" r:id="rId16"/>
    <p:sldId id="1285" r:id="rId17"/>
    <p:sldId id="1286" r:id="rId18"/>
    <p:sldId id="1287" r:id="rId19"/>
    <p:sldId id="1288" r:id="rId20"/>
    <p:sldId id="1289" r:id="rId21"/>
    <p:sldId id="1292" r:id="rId22"/>
    <p:sldId id="1290" r:id="rId23"/>
    <p:sldId id="1291" r:id="rId24"/>
    <p:sldId id="1293" r:id="rId25"/>
    <p:sldId id="1294" r:id="rId26"/>
    <p:sldId id="1295" r:id="rId27"/>
    <p:sldId id="1296" r:id="rId28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1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31612-01E9-4059-B349-966182F7E754}" v="1" dt="2022-12-20T02:18:14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0" autoAdjust="0"/>
    <p:restoredTop sz="93688" autoAdjust="0"/>
  </p:normalViewPr>
  <p:slideViewPr>
    <p:cSldViewPr showGuides="1">
      <p:cViewPr varScale="1">
        <p:scale>
          <a:sx n="111" d="100"/>
          <a:sy n="111" d="100"/>
        </p:scale>
        <p:origin x="186" y="114"/>
      </p:cViewPr>
      <p:guideLst>
        <p:guide orient="horz" pos="2160"/>
        <p:guide pos="51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B7F1163-65E2-4A76-BF7F-9FFCCB0637DF}" type="datetime1">
              <a:rPr lang="ko-KR" altLang="en-US"/>
              <a:pPr>
                <a:defRPr/>
              </a:pPr>
              <a:t>2026-03-17</a:t>
            </a:fld>
            <a:endParaRPr lang="en-US" altLang="ko-KR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04781D0-C85B-408C-A53C-5EA542F2DE1E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877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AA26E05E-2BCB-4570-ABBE-DE14F9B62D80}" type="datetime1">
              <a:rPr lang="ko-KR" altLang="en-US"/>
              <a:pPr>
                <a:defRPr/>
              </a:pPr>
              <a:t>2026-03-17</a:t>
            </a:fld>
            <a:endParaRPr lang="en-US" altLang="ko-KR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A22705CE-7B61-4E82-B0EB-279C018F9A1E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0679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9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780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5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46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03740" y="6534356"/>
            <a:ext cx="895350" cy="222250"/>
          </a:xfrm>
        </p:spPr>
        <p:txBody>
          <a:bodyPr/>
          <a:lstStyle>
            <a:lvl1pPr algn="ctr">
              <a:defRPr sz="1000" b="1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B886FFA8-E887-4332-8901-9FB0E79AAA37}" type="slidenum">
              <a:rPr lang="ko-KR" altLang="en-US" smtClean="0"/>
              <a:pPr>
                <a:defRPr/>
              </a:pPr>
              <a:t>‹#›</a:t>
            </a:fld>
            <a:r>
              <a:rPr lang="ko-KR" altLang="en-US"/>
              <a:t> </a:t>
            </a:r>
            <a:endParaRPr lang="ko-KR" altLang="en-US" dirty="0"/>
          </a:p>
        </p:txBody>
      </p:sp>
      <p:grpSp>
        <p:nvGrpSpPr>
          <p:cNvPr id="18" name="Group 11"/>
          <p:cNvGrpSpPr>
            <a:grpSpLocks/>
          </p:cNvGrpSpPr>
          <p:nvPr userDrawn="1"/>
        </p:nvGrpSpPr>
        <p:grpSpPr bwMode="auto">
          <a:xfrm>
            <a:off x="0" y="618083"/>
            <a:ext cx="9906000" cy="71438"/>
            <a:chOff x="0" y="720"/>
            <a:chExt cx="5760" cy="45"/>
          </a:xfrm>
        </p:grpSpPr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824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FFA7-7560-4AB5-BEA5-ACDC48231C8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0ED1-B1E2-4070-A731-AEACA44238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58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94804"/>
            <a:ext cx="9906000" cy="36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A6F1BDE5-7ED1-403F-881F-3391E034BCD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5" name="그림 4" descr="바닥라인">
            <a:extLst>
              <a:ext uri="{FF2B5EF4-FFF2-40B4-BE49-F238E27FC236}">
                <a16:creationId xmlns:a16="http://schemas.microsoft.com/office/drawing/2014/main" id="{6555A5D3-30AC-4A14-9C43-7AA9AB58CF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453336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6D86A0-F545-951F-B0BE-8BC0B94205B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697416" y="6563055"/>
            <a:ext cx="1172914" cy="25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2" r:id="rId2"/>
    <p:sldLayoutId id="2147483724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2D3D42B8-CD85-4E97-AE30-847957716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747642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0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[PJ</a:t>
            </a:r>
            <a:r>
              <a:rPr kumimoji="0" lang="ko-KR" altLang="en-US" sz="20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명</a:t>
            </a:r>
            <a:r>
              <a:rPr kumimoji="0" lang="en-US" altLang="ko-KR" sz="20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 latinLnBrk="0">
              <a:defRPr/>
            </a:pPr>
            <a:r>
              <a:rPr kumimoji="0" lang="ko-KR" altLang="en-US" sz="20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전자결재 프로세스 인터뷰 분석서</a:t>
            </a:r>
            <a:endParaRPr kumimoji="0" lang="en-US" altLang="ko-KR" sz="20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122D3164-0E73-4AA0-A811-48796BD369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712A4-535E-4D93-AF05-C97602561054}"/>
              </a:ext>
            </a:extLst>
          </p:cNvPr>
          <p:cNvSpPr txBox="1"/>
          <p:nvPr/>
        </p:nvSpPr>
        <p:spPr>
          <a:xfrm>
            <a:off x="4334500" y="5467871"/>
            <a:ext cx="1237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88AA1A4-BA7C-4A26-B2C0-526093D06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76365"/>
              </p:ext>
            </p:extLst>
          </p:nvPr>
        </p:nvGraphicFramePr>
        <p:xfrm>
          <a:off x="2972780" y="3048298"/>
          <a:ext cx="4140000" cy="1676846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86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863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116018"/>
              </p:ext>
            </p:extLst>
          </p:nvPr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PM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YYYY.MM.DD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[고객사]에 제출하는 프로젝트 산출물의 하나이므로, 이 문서의 소유권은 원칙적으로 [고객사]에 있습니다. 그러나 문서의 형태 및 내용구성은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[고객사]가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4088904" y="46059"/>
            <a:ext cx="581709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r"/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04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목차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3440416" y="2060848"/>
            <a:ext cx="3025168" cy="2496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 프로세스 유형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보고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품의 유형 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품의 프로세스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신청 유형 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신청 프로세스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다수 수신처 유형 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협조 프로세스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 종류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 사용 기능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 양식 표준 및 결재 공통 영역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결재선 </a:t>
            </a:r>
            <a:r>
              <a:rPr lang="en-US" altLang="ko-KR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Box </a:t>
            </a: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표시</a:t>
            </a:r>
            <a:r>
              <a:rPr lang="en-US" altLang="ko-KR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형식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87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보고</a:t>
            </a:r>
            <a:r>
              <a:rPr lang="en-US" altLang="ko-KR" b="1" dirty="0">
                <a:latin typeface="+mj-ea"/>
              </a:rPr>
              <a:t>/</a:t>
            </a:r>
            <a:r>
              <a:rPr lang="ko-KR" altLang="en-US" b="1" dirty="0">
                <a:latin typeface="+mj-ea"/>
              </a:rPr>
              <a:t>품의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297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품의 유형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품의서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보고서와 같이 </a:t>
            </a:r>
            <a:r>
              <a:rPr kumimoji="0"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별도의 주관부서가 필요 없는 경우의 결재 프로세스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3C1F7895-F6EA-6B6A-D9A3-DBF29C587514}"/>
              </a:ext>
            </a:extLst>
          </p:cNvPr>
          <p:cNvSpPr txBox="1"/>
          <p:nvPr/>
        </p:nvSpPr>
        <p:spPr>
          <a:xfrm>
            <a:off x="431297" y="2420888"/>
            <a:ext cx="867875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신청</a:t>
            </a:r>
            <a:r>
              <a:rPr kumimoji="0" lang="ko-KR" altLang="en-US" sz="1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유형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비용신청서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구매신청과 같이 담당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주관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부서의 승인을 필요로 하는 경우의 결재 프로세스</a:t>
            </a:r>
            <a:endParaRPr kumimoji="0" lang="ko-KR" altLang="en-US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FBC412-7A0F-4CA4-B604-13FE4D622F13}"/>
              </a:ext>
            </a:extLst>
          </p:cNvPr>
          <p:cNvGrpSpPr/>
          <p:nvPr/>
        </p:nvGrpSpPr>
        <p:grpSpPr>
          <a:xfrm>
            <a:off x="776536" y="1299706"/>
            <a:ext cx="5052426" cy="833150"/>
            <a:chOff x="776536" y="1299706"/>
            <a:chExt cx="5052426" cy="833150"/>
          </a:xfrm>
        </p:grpSpPr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467CC45B-3F4A-188E-0FEA-BF982A4A981E}"/>
                </a:ext>
              </a:extLst>
            </p:cNvPr>
            <p:cNvSpPr/>
            <p:nvPr/>
          </p:nvSpPr>
          <p:spPr>
            <a:xfrm>
              <a:off x="776536" y="1299706"/>
              <a:ext cx="3550075" cy="83315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DE389FB5-6B5D-6006-5D0D-25016B700EB7}"/>
                </a:ext>
              </a:extLst>
            </p:cNvPr>
            <p:cNvGrpSpPr/>
            <p:nvPr/>
          </p:nvGrpSpPr>
          <p:grpSpPr>
            <a:xfrm>
              <a:off x="949049" y="1467932"/>
              <a:ext cx="607860" cy="562022"/>
              <a:chOff x="1049554" y="1563813"/>
              <a:chExt cx="607860" cy="562022"/>
            </a:xfrm>
          </p:grpSpPr>
          <p:grpSp>
            <p:nvGrpSpPr>
              <p:cNvPr id="253" name="그룹 252">
                <a:extLst>
                  <a:ext uri="{FF2B5EF4-FFF2-40B4-BE49-F238E27FC236}">
                    <a16:creationId xmlns:a16="http://schemas.microsoft.com/office/drawing/2014/main" id="{73CEA284-6D27-67E5-F5FD-71CB35885398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55" name="타원 254">
                  <a:extLst>
                    <a:ext uri="{FF2B5EF4-FFF2-40B4-BE49-F238E27FC236}">
                      <a16:creationId xmlns:a16="http://schemas.microsoft.com/office/drawing/2014/main" id="{9FF92E79-0009-1DD4-B83B-D115547B971C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6" name="타원 4">
                  <a:extLst>
                    <a:ext uri="{FF2B5EF4-FFF2-40B4-BE49-F238E27FC236}">
                      <a16:creationId xmlns:a16="http://schemas.microsoft.com/office/drawing/2014/main" id="{324FC1EB-322D-4FFD-F818-544E52ECFBD1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781F6782-826D-EEC0-CD57-F02C228EE5AE}"/>
                  </a:ext>
                </a:extLst>
              </p:cNvPr>
              <p:cNvSpPr txBox="1"/>
              <p:nvPr/>
            </p:nvSpPr>
            <p:spPr>
              <a:xfrm>
                <a:off x="1049554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기안자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F1CA64CD-E784-8206-2A92-A27C20206BA5}"/>
                </a:ext>
              </a:extLst>
            </p:cNvPr>
            <p:cNvGrpSpPr/>
            <p:nvPr/>
          </p:nvGrpSpPr>
          <p:grpSpPr>
            <a:xfrm>
              <a:off x="1747952" y="1467932"/>
              <a:ext cx="689612" cy="562022"/>
              <a:chOff x="2404972" y="1563813"/>
              <a:chExt cx="689612" cy="562022"/>
            </a:xfrm>
          </p:grpSpPr>
          <p:grpSp>
            <p:nvGrpSpPr>
              <p:cNvPr id="258" name="그룹 257">
                <a:extLst>
                  <a:ext uri="{FF2B5EF4-FFF2-40B4-BE49-F238E27FC236}">
                    <a16:creationId xmlns:a16="http://schemas.microsoft.com/office/drawing/2014/main" id="{560CBCCC-BAD9-5D41-8C05-270BCD408747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60" name="타원 259">
                  <a:extLst>
                    <a:ext uri="{FF2B5EF4-FFF2-40B4-BE49-F238E27FC236}">
                      <a16:creationId xmlns:a16="http://schemas.microsoft.com/office/drawing/2014/main" id="{00C46C9D-200F-7509-37A2-3AC885CD686A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61" name="타원 4">
                  <a:extLst>
                    <a:ext uri="{FF2B5EF4-FFF2-40B4-BE49-F238E27FC236}">
                      <a16:creationId xmlns:a16="http://schemas.microsoft.com/office/drawing/2014/main" id="{3EA5EBEC-7C63-B83F-052B-B376274311C6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7109D03-5BF5-1518-4E99-A82BC984508B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1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C51C73C5-E429-22AE-0A3A-B18484B2AFDB}"/>
                </a:ext>
              </a:extLst>
            </p:cNvPr>
            <p:cNvGrpSpPr/>
            <p:nvPr/>
          </p:nvGrpSpPr>
          <p:grpSpPr>
            <a:xfrm>
              <a:off x="2628607" y="1467932"/>
              <a:ext cx="689612" cy="562022"/>
              <a:chOff x="3842142" y="1563813"/>
              <a:chExt cx="689612" cy="562022"/>
            </a:xfrm>
          </p:grpSpPr>
          <p:grpSp>
            <p:nvGrpSpPr>
              <p:cNvPr id="263" name="그룹 262">
                <a:extLst>
                  <a:ext uri="{FF2B5EF4-FFF2-40B4-BE49-F238E27FC236}">
                    <a16:creationId xmlns:a16="http://schemas.microsoft.com/office/drawing/2014/main" id="{AF3AC5B8-DD05-35BE-D32A-6319E6DB8550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65" name="타원 264">
                  <a:extLst>
                    <a:ext uri="{FF2B5EF4-FFF2-40B4-BE49-F238E27FC236}">
                      <a16:creationId xmlns:a16="http://schemas.microsoft.com/office/drawing/2014/main" id="{DB7187B8-72D0-7162-BB76-DE0750D91E6E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66" name="타원 4">
                  <a:extLst>
                    <a:ext uri="{FF2B5EF4-FFF2-40B4-BE49-F238E27FC236}">
                      <a16:creationId xmlns:a16="http://schemas.microsoft.com/office/drawing/2014/main" id="{DD6890E6-D2C4-40B8-FEDD-1C51E889867B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AE65FB6-2397-CEC1-A4E4-B053C2903295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265D4C49-3D70-EF38-5846-DAB19A075E7E}"/>
                </a:ext>
              </a:extLst>
            </p:cNvPr>
            <p:cNvGrpSpPr/>
            <p:nvPr/>
          </p:nvGrpSpPr>
          <p:grpSpPr>
            <a:xfrm>
              <a:off x="3386930" y="1467932"/>
              <a:ext cx="939681" cy="562022"/>
              <a:chOff x="5154279" y="1563813"/>
              <a:chExt cx="939681" cy="562022"/>
            </a:xfrm>
          </p:grpSpPr>
          <p:grpSp>
            <p:nvGrpSpPr>
              <p:cNvPr id="268" name="그룹 267">
                <a:extLst>
                  <a:ext uri="{FF2B5EF4-FFF2-40B4-BE49-F238E27FC236}">
                    <a16:creationId xmlns:a16="http://schemas.microsoft.com/office/drawing/2014/main" id="{7A8AC183-B612-88FF-D108-DAF9AD7E8D69}"/>
                  </a:ext>
                </a:extLst>
              </p:cNvPr>
              <p:cNvGrpSpPr/>
              <p:nvPr/>
            </p:nvGrpSpPr>
            <p:grpSpPr>
              <a:xfrm>
                <a:off x="546967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70" name="타원 269">
                  <a:extLst>
                    <a:ext uri="{FF2B5EF4-FFF2-40B4-BE49-F238E27FC236}">
                      <a16:creationId xmlns:a16="http://schemas.microsoft.com/office/drawing/2014/main" id="{F518DD06-6F89-A250-FFDC-106F0700DA10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71" name="타원 4">
                  <a:extLst>
                    <a:ext uri="{FF2B5EF4-FFF2-40B4-BE49-F238E27FC236}">
                      <a16:creationId xmlns:a16="http://schemas.microsoft.com/office/drawing/2014/main" id="{AB354956-B92F-CC69-26CC-FD2A9CE43125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4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0548A35-E110-7051-9CDA-8311BA63B5D8}"/>
                  </a:ext>
                </a:extLst>
              </p:cNvPr>
              <p:cNvSpPr txBox="1"/>
              <p:nvPr/>
            </p:nvSpPr>
            <p:spPr>
              <a:xfrm>
                <a:off x="5154279" y="1864225"/>
                <a:ext cx="939681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최종 결재자</a:t>
                </a:r>
              </a:p>
            </p:txBody>
          </p:sp>
        </p:grpSp>
        <p:sp>
          <p:nvSpPr>
            <p:cNvPr id="275" name="타원 274">
              <a:extLst>
                <a:ext uri="{FF2B5EF4-FFF2-40B4-BE49-F238E27FC236}">
                  <a16:creationId xmlns:a16="http://schemas.microsoft.com/office/drawing/2014/main" id="{C611D4A6-3901-F6F2-6FB6-D168487B2423}"/>
                </a:ext>
              </a:extLst>
            </p:cNvPr>
            <p:cNvSpPr/>
            <p:nvPr/>
          </p:nvSpPr>
          <p:spPr>
            <a:xfrm>
              <a:off x="4859563" y="1385225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36000" tIns="0" rIns="36000" bIns="0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결재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프로세스 종료</a:t>
              </a:r>
            </a:p>
          </p:txBody>
        </p:sp>
        <p:sp>
          <p:nvSpPr>
            <p:cNvPr id="323" name="화살표: 오른쪽 322">
              <a:extLst>
                <a:ext uri="{FF2B5EF4-FFF2-40B4-BE49-F238E27FC236}">
                  <a16:creationId xmlns:a16="http://schemas.microsoft.com/office/drawing/2014/main" id="{B47FAB84-96E3-9607-3A97-5224C86FB764}"/>
                </a:ext>
              </a:extLst>
            </p:cNvPr>
            <p:cNvSpPr/>
            <p:nvPr/>
          </p:nvSpPr>
          <p:spPr>
            <a:xfrm>
              <a:off x="1411117" y="150350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24" name="화살표: 오른쪽 323">
              <a:extLst>
                <a:ext uri="{FF2B5EF4-FFF2-40B4-BE49-F238E27FC236}">
                  <a16:creationId xmlns:a16="http://schemas.microsoft.com/office/drawing/2014/main" id="{CA6F6BB7-6DF6-3E81-C1F9-C98CE1B92E2E}"/>
                </a:ext>
              </a:extLst>
            </p:cNvPr>
            <p:cNvSpPr/>
            <p:nvPr/>
          </p:nvSpPr>
          <p:spPr>
            <a:xfrm>
              <a:off x="2291772" y="150350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25" name="화살표: 오른쪽 324">
              <a:extLst>
                <a:ext uri="{FF2B5EF4-FFF2-40B4-BE49-F238E27FC236}">
                  <a16:creationId xmlns:a16="http://schemas.microsoft.com/office/drawing/2014/main" id="{F50275FF-C711-4D66-DE8C-C01044996C14}"/>
                </a:ext>
              </a:extLst>
            </p:cNvPr>
            <p:cNvSpPr/>
            <p:nvPr/>
          </p:nvSpPr>
          <p:spPr>
            <a:xfrm>
              <a:off x="3172427" y="150350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26" name="화살표: 오른쪽 325">
              <a:extLst>
                <a:ext uri="{FF2B5EF4-FFF2-40B4-BE49-F238E27FC236}">
                  <a16:creationId xmlns:a16="http://schemas.microsoft.com/office/drawing/2014/main" id="{FAE0F5E1-253E-E4BA-B8E6-B9433ADDFC06}"/>
                </a:ext>
              </a:extLst>
            </p:cNvPr>
            <p:cNvSpPr/>
            <p:nvPr/>
          </p:nvSpPr>
          <p:spPr>
            <a:xfrm>
              <a:off x="4376936" y="1607075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E6CEA9E4-4692-54CD-9533-749CE553079E}"/>
              </a:ext>
            </a:extLst>
          </p:cNvPr>
          <p:cNvGrpSpPr/>
          <p:nvPr/>
        </p:nvGrpSpPr>
        <p:grpSpPr>
          <a:xfrm>
            <a:off x="776537" y="2770719"/>
            <a:ext cx="2610394" cy="914708"/>
            <a:chOff x="776537" y="2691197"/>
            <a:chExt cx="2610394" cy="914708"/>
          </a:xfrm>
        </p:grpSpPr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id="{17C4B87C-1DD3-4C82-F239-641DE5F1F77F}"/>
                </a:ext>
              </a:extLst>
            </p:cNvPr>
            <p:cNvSpPr/>
            <p:nvPr/>
          </p:nvSpPr>
          <p:spPr>
            <a:xfrm>
              <a:off x="776537" y="2691197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신청부서</a:t>
              </a:r>
            </a:p>
          </p:txBody>
        </p:sp>
        <p:grpSp>
          <p:nvGrpSpPr>
            <p:cNvPr id="328" name="그룹 327">
              <a:extLst>
                <a:ext uri="{FF2B5EF4-FFF2-40B4-BE49-F238E27FC236}">
                  <a16:creationId xmlns:a16="http://schemas.microsoft.com/office/drawing/2014/main" id="{E7462794-9ED8-03EC-1039-450942022793}"/>
                </a:ext>
              </a:extLst>
            </p:cNvPr>
            <p:cNvGrpSpPr/>
            <p:nvPr/>
          </p:nvGrpSpPr>
          <p:grpSpPr>
            <a:xfrm>
              <a:off x="949049" y="2996952"/>
              <a:ext cx="607860" cy="562022"/>
              <a:chOff x="1049554" y="1563813"/>
              <a:chExt cx="607860" cy="562022"/>
            </a:xfrm>
          </p:grpSpPr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5180C422-DCC3-16BA-9361-AB9D21B8D279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31" name="타원 330">
                  <a:extLst>
                    <a:ext uri="{FF2B5EF4-FFF2-40B4-BE49-F238E27FC236}">
                      <a16:creationId xmlns:a16="http://schemas.microsoft.com/office/drawing/2014/main" id="{4F9C14A9-CA6F-39FD-3F32-81FBA4951840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2" name="타원 4">
                  <a:extLst>
                    <a:ext uri="{FF2B5EF4-FFF2-40B4-BE49-F238E27FC236}">
                      <a16:creationId xmlns:a16="http://schemas.microsoft.com/office/drawing/2014/main" id="{7C41198A-65CA-BEAC-D6A3-9D603B34988D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7A7D095-9546-8DFB-444A-5BB06871F237}"/>
                  </a:ext>
                </a:extLst>
              </p:cNvPr>
              <p:cNvSpPr txBox="1"/>
              <p:nvPr/>
            </p:nvSpPr>
            <p:spPr>
              <a:xfrm>
                <a:off x="1049554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기안자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1573436A-B7E9-8E24-F29E-435B886391FA}"/>
                </a:ext>
              </a:extLst>
            </p:cNvPr>
            <p:cNvGrpSpPr/>
            <p:nvPr/>
          </p:nvGrpSpPr>
          <p:grpSpPr>
            <a:xfrm>
              <a:off x="1747952" y="2996952"/>
              <a:ext cx="689612" cy="562022"/>
              <a:chOff x="2404972" y="1563813"/>
              <a:chExt cx="689612" cy="562022"/>
            </a:xfrm>
          </p:grpSpPr>
          <p:grpSp>
            <p:nvGrpSpPr>
              <p:cNvPr id="334" name="그룹 333">
                <a:extLst>
                  <a:ext uri="{FF2B5EF4-FFF2-40B4-BE49-F238E27FC236}">
                    <a16:creationId xmlns:a16="http://schemas.microsoft.com/office/drawing/2014/main" id="{5D0D1A57-4516-DD19-3399-E43E50FE43EE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36" name="타원 335">
                  <a:extLst>
                    <a:ext uri="{FF2B5EF4-FFF2-40B4-BE49-F238E27FC236}">
                      <a16:creationId xmlns:a16="http://schemas.microsoft.com/office/drawing/2014/main" id="{D7013A23-C2DC-AE82-F711-28F5696493D2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7" name="타원 4">
                  <a:extLst>
                    <a:ext uri="{FF2B5EF4-FFF2-40B4-BE49-F238E27FC236}">
                      <a16:creationId xmlns:a16="http://schemas.microsoft.com/office/drawing/2014/main" id="{005B90E5-EA9F-61C2-4C42-D9AE664A1E93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2481A116-BCCF-3C10-64B6-C7B58EEB2779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1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28165CD2-E3A9-47DC-11C4-2419F0256A6E}"/>
                </a:ext>
              </a:extLst>
            </p:cNvPr>
            <p:cNvGrpSpPr/>
            <p:nvPr/>
          </p:nvGrpSpPr>
          <p:grpSpPr>
            <a:xfrm>
              <a:off x="2628607" y="2996952"/>
              <a:ext cx="689612" cy="562022"/>
              <a:chOff x="3842142" y="1563813"/>
              <a:chExt cx="689612" cy="562022"/>
            </a:xfrm>
          </p:grpSpPr>
          <p:grpSp>
            <p:nvGrpSpPr>
              <p:cNvPr id="339" name="그룹 338">
                <a:extLst>
                  <a:ext uri="{FF2B5EF4-FFF2-40B4-BE49-F238E27FC236}">
                    <a16:creationId xmlns:a16="http://schemas.microsoft.com/office/drawing/2014/main" id="{182EA81E-5804-F71B-B91F-F22B442A184E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41" name="타원 340">
                  <a:extLst>
                    <a:ext uri="{FF2B5EF4-FFF2-40B4-BE49-F238E27FC236}">
                      <a16:creationId xmlns:a16="http://schemas.microsoft.com/office/drawing/2014/main" id="{5C370152-B6D6-F5A3-C400-064CA31ECE8A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2" name="타원 4">
                  <a:extLst>
                    <a:ext uri="{FF2B5EF4-FFF2-40B4-BE49-F238E27FC236}">
                      <a16:creationId xmlns:a16="http://schemas.microsoft.com/office/drawing/2014/main" id="{F155A6C7-ACB3-D6C2-38AF-FC61E12DFCF9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1678E3E5-EEBD-1E26-1A4E-6743D2969F96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48" name="화살표: 오른쪽 347">
              <a:extLst>
                <a:ext uri="{FF2B5EF4-FFF2-40B4-BE49-F238E27FC236}">
                  <a16:creationId xmlns:a16="http://schemas.microsoft.com/office/drawing/2014/main" id="{332F8784-E5DE-DC03-9CF3-80B1E8A4BAC9}"/>
                </a:ext>
              </a:extLst>
            </p:cNvPr>
            <p:cNvSpPr/>
            <p:nvPr/>
          </p:nvSpPr>
          <p:spPr>
            <a:xfrm>
              <a:off x="1411117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49" name="화살표: 오른쪽 348">
              <a:extLst>
                <a:ext uri="{FF2B5EF4-FFF2-40B4-BE49-F238E27FC236}">
                  <a16:creationId xmlns:a16="http://schemas.microsoft.com/office/drawing/2014/main" id="{AD122EBF-AD85-6679-6C1D-8AE0FAB3CFDE}"/>
                </a:ext>
              </a:extLst>
            </p:cNvPr>
            <p:cNvSpPr/>
            <p:nvPr/>
          </p:nvSpPr>
          <p:spPr>
            <a:xfrm>
              <a:off x="2291772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9" name="그룹 368">
            <a:extLst>
              <a:ext uri="{FF2B5EF4-FFF2-40B4-BE49-F238E27FC236}">
                <a16:creationId xmlns:a16="http://schemas.microsoft.com/office/drawing/2014/main" id="{C7432EAA-3A98-8627-24AE-5E87F8B5301E}"/>
              </a:ext>
            </a:extLst>
          </p:cNvPr>
          <p:cNvGrpSpPr/>
          <p:nvPr/>
        </p:nvGrpSpPr>
        <p:grpSpPr>
          <a:xfrm>
            <a:off x="3908388" y="2770719"/>
            <a:ext cx="2610394" cy="914708"/>
            <a:chOff x="3768340" y="2708264"/>
            <a:chExt cx="2610394" cy="914708"/>
          </a:xfrm>
        </p:grpSpPr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D909AF6E-DB24-4D20-8F97-409CF59CBDAB}"/>
                </a:ext>
              </a:extLst>
            </p:cNvPr>
            <p:cNvSpPr/>
            <p:nvPr/>
          </p:nvSpPr>
          <p:spPr>
            <a:xfrm>
              <a:off x="3768340" y="2708264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담당업무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담당부서</a:t>
              </a:r>
            </a:p>
          </p:txBody>
        </p: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4CB98F6B-24E2-10FF-91EF-A04F48AC9695}"/>
                </a:ext>
              </a:extLst>
            </p:cNvPr>
            <p:cNvGrpSpPr/>
            <p:nvPr/>
          </p:nvGrpSpPr>
          <p:grpSpPr>
            <a:xfrm>
              <a:off x="3870322" y="3014019"/>
              <a:ext cx="748923" cy="562022"/>
              <a:chOff x="979024" y="1563813"/>
              <a:chExt cx="748923" cy="562022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64A52BC4-7DAE-1525-8B12-5A90623B18AA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55" name="타원 354">
                  <a:extLst>
                    <a:ext uri="{FF2B5EF4-FFF2-40B4-BE49-F238E27FC236}">
                      <a16:creationId xmlns:a16="http://schemas.microsoft.com/office/drawing/2014/main" id="{AA6B6AD8-0322-AEA1-A816-D50A620C8C5C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6" name="타원 4">
                  <a:extLst>
                    <a:ext uri="{FF2B5EF4-FFF2-40B4-BE49-F238E27FC236}">
                      <a16:creationId xmlns:a16="http://schemas.microsoft.com/office/drawing/2014/main" id="{64535CFD-6F65-3FBE-9DF3-0CB37EDC7062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0245E8D3-DEF7-F742-EB0A-4FE4BA673092}"/>
                  </a:ext>
                </a:extLst>
              </p:cNvPr>
              <p:cNvSpPr txBox="1"/>
              <p:nvPr/>
            </p:nvSpPr>
            <p:spPr>
              <a:xfrm>
                <a:off x="979024" y="1864225"/>
                <a:ext cx="748923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재기안자</a:t>
                </a:r>
              </a:p>
            </p:txBody>
          </p:sp>
        </p:grpSp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36916733-B04D-0294-208E-35D48321A54A}"/>
                </a:ext>
              </a:extLst>
            </p:cNvPr>
            <p:cNvGrpSpPr/>
            <p:nvPr/>
          </p:nvGrpSpPr>
          <p:grpSpPr>
            <a:xfrm>
              <a:off x="4739755" y="3014019"/>
              <a:ext cx="689612" cy="562022"/>
              <a:chOff x="2404972" y="1563813"/>
              <a:chExt cx="689612" cy="562022"/>
            </a:xfrm>
          </p:grpSpPr>
          <p:grpSp>
            <p:nvGrpSpPr>
              <p:cNvPr id="358" name="그룹 357">
                <a:extLst>
                  <a:ext uri="{FF2B5EF4-FFF2-40B4-BE49-F238E27FC236}">
                    <a16:creationId xmlns:a16="http://schemas.microsoft.com/office/drawing/2014/main" id="{0D9FC9CA-8EE3-DC0F-4996-E7CF7744AE34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60" name="타원 359">
                  <a:extLst>
                    <a:ext uri="{FF2B5EF4-FFF2-40B4-BE49-F238E27FC236}">
                      <a16:creationId xmlns:a16="http://schemas.microsoft.com/office/drawing/2014/main" id="{C5D5D6A7-64ED-C6E8-F092-FED105C36B60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1" name="타원 4">
                  <a:extLst>
                    <a:ext uri="{FF2B5EF4-FFF2-40B4-BE49-F238E27FC236}">
                      <a16:creationId xmlns:a16="http://schemas.microsoft.com/office/drawing/2014/main" id="{F33DEB2F-7474-DD1F-A4E0-915D115DBF08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D7FCEEAB-E967-EA5A-9B4A-47DDEDFD83BB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3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A436E0D2-327F-79D2-2A6A-0E460C550DA2}"/>
                </a:ext>
              </a:extLst>
            </p:cNvPr>
            <p:cNvGrpSpPr/>
            <p:nvPr/>
          </p:nvGrpSpPr>
          <p:grpSpPr>
            <a:xfrm>
              <a:off x="5620410" y="3014019"/>
              <a:ext cx="689612" cy="562022"/>
              <a:chOff x="3842142" y="1563813"/>
              <a:chExt cx="689612" cy="562022"/>
            </a:xfrm>
          </p:grpSpPr>
          <p:grpSp>
            <p:nvGrpSpPr>
              <p:cNvPr id="363" name="그룹 362">
                <a:extLst>
                  <a:ext uri="{FF2B5EF4-FFF2-40B4-BE49-F238E27FC236}">
                    <a16:creationId xmlns:a16="http://schemas.microsoft.com/office/drawing/2014/main" id="{10DD4B66-B33E-3B70-7CF0-F656C0475792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499D919D-C36C-CAC0-2595-18F37475A933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6" name="타원 4">
                  <a:extLst>
                    <a:ext uri="{FF2B5EF4-FFF2-40B4-BE49-F238E27FC236}">
                      <a16:creationId xmlns:a16="http://schemas.microsoft.com/office/drawing/2014/main" id="{9B8B4C6A-CDA8-FED6-CB10-55939CD06167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52DB5A0F-483A-04F9-2299-F9D82A38BD73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4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67" name="화살표: 오른쪽 366">
              <a:extLst>
                <a:ext uri="{FF2B5EF4-FFF2-40B4-BE49-F238E27FC236}">
                  <a16:creationId xmlns:a16="http://schemas.microsoft.com/office/drawing/2014/main" id="{4392EB7D-512F-CB4F-0DED-402E82DE6895}"/>
                </a:ext>
              </a:extLst>
            </p:cNvPr>
            <p:cNvSpPr/>
            <p:nvPr/>
          </p:nvSpPr>
          <p:spPr>
            <a:xfrm>
              <a:off x="4402920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68" name="화살표: 오른쪽 367">
              <a:extLst>
                <a:ext uri="{FF2B5EF4-FFF2-40B4-BE49-F238E27FC236}">
                  <a16:creationId xmlns:a16="http://schemas.microsoft.com/office/drawing/2014/main" id="{522F1BC9-DE9A-3287-3F20-A83F9ADA06E4}"/>
                </a:ext>
              </a:extLst>
            </p:cNvPr>
            <p:cNvSpPr/>
            <p:nvPr/>
          </p:nvSpPr>
          <p:spPr>
            <a:xfrm>
              <a:off x="5283575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71" name="화살표: 오른쪽 370">
            <a:extLst>
              <a:ext uri="{FF2B5EF4-FFF2-40B4-BE49-F238E27FC236}">
                <a16:creationId xmlns:a16="http://schemas.microsoft.com/office/drawing/2014/main" id="{41E7ADC3-7651-9BE8-11AA-0E0866F78244}"/>
              </a:ext>
            </a:extLst>
          </p:cNvPr>
          <p:cNvSpPr/>
          <p:nvPr/>
        </p:nvSpPr>
        <p:spPr>
          <a:xfrm>
            <a:off x="3406346" y="3118867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2" name="타원 371">
            <a:extLst>
              <a:ext uri="{FF2B5EF4-FFF2-40B4-BE49-F238E27FC236}">
                <a16:creationId xmlns:a16="http://schemas.microsoft.com/office/drawing/2014/main" id="{951B19A9-41E9-A2D6-1DDF-E62461C498CA}"/>
              </a:ext>
            </a:extLst>
          </p:cNvPr>
          <p:cNvSpPr/>
          <p:nvPr/>
        </p:nvSpPr>
        <p:spPr>
          <a:xfrm>
            <a:off x="7040239" y="2897017"/>
            <a:ext cx="969399" cy="662113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000" tIns="0" rIns="36000" bIns="0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결재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프로세스 종료</a:t>
            </a:r>
          </a:p>
        </p:txBody>
      </p:sp>
      <p:sp>
        <p:nvSpPr>
          <p:cNvPr id="373" name="화살표: 오른쪽 372">
            <a:extLst>
              <a:ext uri="{FF2B5EF4-FFF2-40B4-BE49-F238E27FC236}">
                <a16:creationId xmlns:a16="http://schemas.microsoft.com/office/drawing/2014/main" id="{34148B5E-C544-CC4C-E780-58F9830DE305}"/>
              </a:ext>
            </a:extLst>
          </p:cNvPr>
          <p:cNvSpPr/>
          <p:nvPr/>
        </p:nvSpPr>
        <p:spPr>
          <a:xfrm>
            <a:off x="6538197" y="3118867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1F96CEBC-5DAE-A112-C018-3252FC167255}"/>
              </a:ext>
            </a:extLst>
          </p:cNvPr>
          <p:cNvSpPr txBox="1"/>
          <p:nvPr/>
        </p:nvSpPr>
        <p:spPr>
          <a:xfrm>
            <a:off x="431296" y="3985900"/>
            <a:ext cx="9058207" cy="73866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>
                <a:tab pos="1193800" algn="l"/>
              </a:tabLst>
            </a:pP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배포 유형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협조요청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지원요청과 같이 기안부서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수신부서의 개별적 승인처리를 필요로 하는 경우의 결재 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프로세스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수신부서에의 의사결정에 따라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                 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원문서가 반려되지 않는 다수 공지성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80" name="그룹 479">
            <a:extLst>
              <a:ext uri="{FF2B5EF4-FFF2-40B4-BE49-F238E27FC236}">
                <a16:creationId xmlns:a16="http://schemas.microsoft.com/office/drawing/2014/main" id="{506FAA8A-2775-1570-335C-16649DA52850}"/>
              </a:ext>
            </a:extLst>
          </p:cNvPr>
          <p:cNvGrpSpPr/>
          <p:nvPr/>
        </p:nvGrpSpPr>
        <p:grpSpPr>
          <a:xfrm>
            <a:off x="776536" y="4829506"/>
            <a:ext cx="4105125" cy="914708"/>
            <a:chOff x="776536" y="4346803"/>
            <a:chExt cx="4105125" cy="914708"/>
          </a:xfrm>
        </p:grpSpPr>
        <p:grpSp>
          <p:nvGrpSpPr>
            <p:cNvPr id="416" name="그룹 415">
              <a:extLst>
                <a:ext uri="{FF2B5EF4-FFF2-40B4-BE49-F238E27FC236}">
                  <a16:creationId xmlns:a16="http://schemas.microsoft.com/office/drawing/2014/main" id="{521103CC-432B-79AE-E772-2A6B62A29445}"/>
                </a:ext>
              </a:extLst>
            </p:cNvPr>
            <p:cNvGrpSpPr/>
            <p:nvPr/>
          </p:nvGrpSpPr>
          <p:grpSpPr>
            <a:xfrm>
              <a:off x="776536" y="4346803"/>
              <a:ext cx="2610394" cy="914708"/>
              <a:chOff x="776537" y="2691197"/>
              <a:chExt cx="2610394" cy="914708"/>
            </a:xfrm>
          </p:grpSpPr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6628DE3B-09C3-6420-45DB-FC38CC1EE840}"/>
                  </a:ext>
                </a:extLst>
              </p:cNvPr>
              <p:cNvSpPr/>
              <p:nvPr/>
            </p:nvSpPr>
            <p:spPr>
              <a:xfrm>
                <a:off x="776537" y="2691197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기안부서</a:t>
                </a:r>
              </a:p>
            </p:txBody>
          </p:sp>
          <p:grpSp>
            <p:nvGrpSpPr>
              <p:cNvPr id="418" name="그룹 417">
                <a:extLst>
                  <a:ext uri="{FF2B5EF4-FFF2-40B4-BE49-F238E27FC236}">
                    <a16:creationId xmlns:a16="http://schemas.microsoft.com/office/drawing/2014/main" id="{AADA389A-DB1B-C6C6-8081-737ED4B89D4D}"/>
                  </a:ext>
                </a:extLst>
              </p:cNvPr>
              <p:cNvGrpSpPr/>
              <p:nvPr/>
            </p:nvGrpSpPr>
            <p:grpSpPr>
              <a:xfrm>
                <a:off x="949049" y="2996952"/>
                <a:ext cx="607860" cy="562022"/>
                <a:chOff x="1049554" y="1563813"/>
                <a:chExt cx="607860" cy="562022"/>
              </a:xfrm>
            </p:grpSpPr>
            <p:grpSp>
              <p:nvGrpSpPr>
                <p:cNvPr id="431" name="그룹 430">
                  <a:extLst>
                    <a:ext uri="{FF2B5EF4-FFF2-40B4-BE49-F238E27FC236}">
                      <a16:creationId xmlns:a16="http://schemas.microsoft.com/office/drawing/2014/main" id="{1DB2EA62-326D-559B-2A72-0915EE3D27D3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33" name="타원 432">
                    <a:extLst>
                      <a:ext uri="{FF2B5EF4-FFF2-40B4-BE49-F238E27FC236}">
                        <a16:creationId xmlns:a16="http://schemas.microsoft.com/office/drawing/2014/main" id="{031FECF6-01A2-F3ED-5307-32C95913392F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34" name="타원 4">
                    <a:extLst>
                      <a:ext uri="{FF2B5EF4-FFF2-40B4-BE49-F238E27FC236}">
                        <a16:creationId xmlns:a16="http://schemas.microsoft.com/office/drawing/2014/main" id="{572AED89-B08F-43B3-7A47-F65F00B9618D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32" name="TextBox 431">
                  <a:extLst>
                    <a:ext uri="{FF2B5EF4-FFF2-40B4-BE49-F238E27FC236}">
                      <a16:creationId xmlns:a16="http://schemas.microsoft.com/office/drawing/2014/main" id="{4E450BBC-D6C5-15C4-FBD8-BE1419D3A480}"/>
                    </a:ext>
                  </a:extLst>
                </p:cNvPr>
                <p:cNvSpPr txBox="1"/>
                <p:nvPr/>
              </p:nvSpPr>
              <p:spPr>
                <a:xfrm>
                  <a:off x="1049554" y="1864225"/>
                  <a:ext cx="607860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기안자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9" name="그룹 418">
                <a:extLst>
                  <a:ext uri="{FF2B5EF4-FFF2-40B4-BE49-F238E27FC236}">
                    <a16:creationId xmlns:a16="http://schemas.microsoft.com/office/drawing/2014/main" id="{15DAAD51-3E4D-FD05-C1B6-2C9C01543EE9}"/>
                  </a:ext>
                </a:extLst>
              </p:cNvPr>
              <p:cNvGrpSpPr/>
              <p:nvPr/>
            </p:nvGrpSpPr>
            <p:grpSpPr>
              <a:xfrm>
                <a:off x="1747952" y="2996952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427" name="그룹 426">
                  <a:extLst>
                    <a:ext uri="{FF2B5EF4-FFF2-40B4-BE49-F238E27FC236}">
                      <a16:creationId xmlns:a16="http://schemas.microsoft.com/office/drawing/2014/main" id="{10ACF319-5A84-EF58-C33B-8B57360AB513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29" name="타원 428">
                    <a:extLst>
                      <a:ext uri="{FF2B5EF4-FFF2-40B4-BE49-F238E27FC236}">
                        <a16:creationId xmlns:a16="http://schemas.microsoft.com/office/drawing/2014/main" id="{48B65483-DE15-3DE4-C2C7-EA3F8C74ABEE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30" name="타원 4">
                    <a:extLst>
                      <a:ext uri="{FF2B5EF4-FFF2-40B4-BE49-F238E27FC236}">
                        <a16:creationId xmlns:a16="http://schemas.microsoft.com/office/drawing/2014/main" id="{D4C4B162-7D4B-73BE-3349-7128433F98F9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DFC3B4F4-9B1B-6E3B-1A12-FADAA05E33BD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1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0" name="그룹 419">
                <a:extLst>
                  <a:ext uri="{FF2B5EF4-FFF2-40B4-BE49-F238E27FC236}">
                    <a16:creationId xmlns:a16="http://schemas.microsoft.com/office/drawing/2014/main" id="{0D3ED78B-D85C-0B59-A4F7-4E8F4E3B5BD1}"/>
                  </a:ext>
                </a:extLst>
              </p:cNvPr>
              <p:cNvGrpSpPr/>
              <p:nvPr/>
            </p:nvGrpSpPr>
            <p:grpSpPr>
              <a:xfrm>
                <a:off x="2628607" y="2996952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423" name="그룹 422">
                  <a:extLst>
                    <a:ext uri="{FF2B5EF4-FFF2-40B4-BE49-F238E27FC236}">
                      <a16:creationId xmlns:a16="http://schemas.microsoft.com/office/drawing/2014/main" id="{48829935-F2D4-F851-F449-8D2DE5A00EF8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25" name="타원 424">
                    <a:extLst>
                      <a:ext uri="{FF2B5EF4-FFF2-40B4-BE49-F238E27FC236}">
                        <a16:creationId xmlns:a16="http://schemas.microsoft.com/office/drawing/2014/main" id="{A6D0E96B-3522-0D5B-523A-4F04F0A2598D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26" name="타원 4">
                    <a:extLst>
                      <a:ext uri="{FF2B5EF4-FFF2-40B4-BE49-F238E27FC236}">
                        <a16:creationId xmlns:a16="http://schemas.microsoft.com/office/drawing/2014/main" id="{5265FBC8-2A98-4C98-60C6-F3B029C985C0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2217D278-006F-E103-BE45-54A38DC37172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2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1" name="화살표: 오른쪽 420">
                <a:extLst>
                  <a:ext uri="{FF2B5EF4-FFF2-40B4-BE49-F238E27FC236}">
                    <a16:creationId xmlns:a16="http://schemas.microsoft.com/office/drawing/2014/main" id="{2A7E040B-015B-1CFC-1C6A-323BDEBA1122}"/>
                  </a:ext>
                </a:extLst>
              </p:cNvPr>
              <p:cNvSpPr/>
              <p:nvPr/>
            </p:nvSpPr>
            <p:spPr>
              <a:xfrm>
                <a:off x="1411117" y="3032520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화살표: 오른쪽 421">
                <a:extLst>
                  <a:ext uri="{FF2B5EF4-FFF2-40B4-BE49-F238E27FC236}">
                    <a16:creationId xmlns:a16="http://schemas.microsoft.com/office/drawing/2014/main" id="{3576AE71-453B-774B-B4CB-B498B685E794}"/>
                  </a:ext>
                </a:extLst>
              </p:cNvPr>
              <p:cNvSpPr/>
              <p:nvPr/>
            </p:nvSpPr>
            <p:spPr>
              <a:xfrm>
                <a:off x="2291772" y="3032520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4" name="화살표: 오른쪽 453">
              <a:extLst>
                <a:ext uri="{FF2B5EF4-FFF2-40B4-BE49-F238E27FC236}">
                  <a16:creationId xmlns:a16="http://schemas.microsoft.com/office/drawing/2014/main" id="{0D401B3A-182B-288D-85D9-289E3534DE80}"/>
                </a:ext>
              </a:extLst>
            </p:cNvPr>
            <p:cNvSpPr/>
            <p:nvPr/>
          </p:nvSpPr>
          <p:spPr>
            <a:xfrm>
              <a:off x="3406345" y="4694951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57" name="타원 456">
              <a:extLst>
                <a:ext uri="{FF2B5EF4-FFF2-40B4-BE49-F238E27FC236}">
                  <a16:creationId xmlns:a16="http://schemas.microsoft.com/office/drawing/2014/main" id="{9DEAB106-DF7C-5A0C-BBC1-87D66C1EC6EC}"/>
                </a:ext>
              </a:extLst>
            </p:cNvPr>
            <p:cNvSpPr/>
            <p:nvPr/>
          </p:nvSpPr>
          <p:spPr>
            <a:xfrm>
              <a:off x="3912262" y="4480684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기안부서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</p:grp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2F9E2F72-AFCE-ED51-1F24-32929A0F5AEA}"/>
              </a:ext>
            </a:extLst>
          </p:cNvPr>
          <p:cNvGrpSpPr/>
          <p:nvPr/>
        </p:nvGrpSpPr>
        <p:grpSpPr>
          <a:xfrm>
            <a:off x="5388254" y="4346803"/>
            <a:ext cx="4101250" cy="1880114"/>
            <a:chOff x="5388254" y="4346803"/>
            <a:chExt cx="4101250" cy="1880114"/>
          </a:xfrm>
        </p:grpSpPr>
        <p:grpSp>
          <p:nvGrpSpPr>
            <p:cNvPr id="435" name="그룹 434">
              <a:extLst>
                <a:ext uri="{FF2B5EF4-FFF2-40B4-BE49-F238E27FC236}">
                  <a16:creationId xmlns:a16="http://schemas.microsoft.com/office/drawing/2014/main" id="{25EDD80B-F657-A4E6-55D1-13A6D0E279BD}"/>
                </a:ext>
              </a:extLst>
            </p:cNvPr>
            <p:cNvGrpSpPr/>
            <p:nvPr/>
          </p:nvGrpSpPr>
          <p:grpSpPr>
            <a:xfrm>
              <a:off x="5388254" y="4346803"/>
              <a:ext cx="2610394" cy="914708"/>
              <a:chOff x="3768340" y="2708264"/>
              <a:chExt cx="2610394" cy="914708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B73802B1-7771-BDE0-6563-892B18166475}"/>
                  </a:ext>
                </a:extLst>
              </p:cNvPr>
              <p:cNvSpPr/>
              <p:nvPr/>
            </p:nvSpPr>
            <p:spPr>
              <a:xfrm>
                <a:off x="3768340" y="2708264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수신부서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37" name="그룹 436">
                <a:extLst>
                  <a:ext uri="{FF2B5EF4-FFF2-40B4-BE49-F238E27FC236}">
                    <a16:creationId xmlns:a16="http://schemas.microsoft.com/office/drawing/2014/main" id="{761FEFAC-9E75-6E11-850F-1713FA9B05D3}"/>
                  </a:ext>
                </a:extLst>
              </p:cNvPr>
              <p:cNvGrpSpPr/>
              <p:nvPr/>
            </p:nvGrpSpPr>
            <p:grpSpPr>
              <a:xfrm>
                <a:off x="3870322" y="3014019"/>
                <a:ext cx="748923" cy="562022"/>
                <a:chOff x="979024" y="1563813"/>
                <a:chExt cx="748923" cy="562022"/>
              </a:xfrm>
            </p:grpSpPr>
            <p:grpSp>
              <p:nvGrpSpPr>
                <p:cNvPr id="450" name="그룹 449">
                  <a:extLst>
                    <a:ext uri="{FF2B5EF4-FFF2-40B4-BE49-F238E27FC236}">
                      <a16:creationId xmlns:a16="http://schemas.microsoft.com/office/drawing/2014/main" id="{5E14D697-1341-2650-1FEE-F1B9C8EB1FB9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52" name="타원 451">
                    <a:extLst>
                      <a:ext uri="{FF2B5EF4-FFF2-40B4-BE49-F238E27FC236}">
                        <a16:creationId xmlns:a16="http://schemas.microsoft.com/office/drawing/2014/main" id="{66937375-C6BF-322C-E86B-9B53996BECCF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53" name="타원 4">
                    <a:extLst>
                      <a:ext uri="{FF2B5EF4-FFF2-40B4-BE49-F238E27FC236}">
                        <a16:creationId xmlns:a16="http://schemas.microsoft.com/office/drawing/2014/main" id="{601B773D-5272-5B55-B910-196A61D6AFD5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51" name="TextBox 450">
                  <a:extLst>
                    <a:ext uri="{FF2B5EF4-FFF2-40B4-BE49-F238E27FC236}">
                      <a16:creationId xmlns:a16="http://schemas.microsoft.com/office/drawing/2014/main" id="{2D1C48C0-D62A-A7FD-495E-E6AE002C956A}"/>
                    </a:ext>
                  </a:extLst>
                </p:cNvPr>
                <p:cNvSpPr txBox="1"/>
                <p:nvPr/>
              </p:nvSpPr>
              <p:spPr>
                <a:xfrm>
                  <a:off x="979024" y="1864225"/>
                  <a:ext cx="748923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재기안자</a:t>
                  </a:r>
                </a:p>
              </p:txBody>
            </p:sp>
          </p:grpSp>
          <p:grpSp>
            <p:nvGrpSpPr>
              <p:cNvPr id="438" name="그룹 437">
                <a:extLst>
                  <a:ext uri="{FF2B5EF4-FFF2-40B4-BE49-F238E27FC236}">
                    <a16:creationId xmlns:a16="http://schemas.microsoft.com/office/drawing/2014/main" id="{AD96F030-7311-DE69-0B60-4D3962F70065}"/>
                  </a:ext>
                </a:extLst>
              </p:cNvPr>
              <p:cNvGrpSpPr/>
              <p:nvPr/>
            </p:nvGrpSpPr>
            <p:grpSpPr>
              <a:xfrm>
                <a:off x="4739755" y="3014019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446" name="그룹 445">
                  <a:extLst>
                    <a:ext uri="{FF2B5EF4-FFF2-40B4-BE49-F238E27FC236}">
                      <a16:creationId xmlns:a16="http://schemas.microsoft.com/office/drawing/2014/main" id="{7E1259FB-3E46-0B49-7FBB-104B6D11616D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48" name="타원 447">
                    <a:extLst>
                      <a:ext uri="{FF2B5EF4-FFF2-40B4-BE49-F238E27FC236}">
                        <a16:creationId xmlns:a16="http://schemas.microsoft.com/office/drawing/2014/main" id="{133364B5-DE8D-1817-923A-0CD13655BE22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49" name="타원 4">
                    <a:extLst>
                      <a:ext uri="{FF2B5EF4-FFF2-40B4-BE49-F238E27FC236}">
                        <a16:creationId xmlns:a16="http://schemas.microsoft.com/office/drawing/2014/main" id="{7DA556AE-4263-DBB8-7C4B-2651F54C4BFB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47" name="TextBox 446">
                  <a:extLst>
                    <a:ext uri="{FF2B5EF4-FFF2-40B4-BE49-F238E27FC236}">
                      <a16:creationId xmlns:a16="http://schemas.microsoft.com/office/drawing/2014/main" id="{97BCDA43-A47E-4209-3AB7-B5F99417D7CD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3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9" name="그룹 438">
                <a:extLst>
                  <a:ext uri="{FF2B5EF4-FFF2-40B4-BE49-F238E27FC236}">
                    <a16:creationId xmlns:a16="http://schemas.microsoft.com/office/drawing/2014/main" id="{B54F1722-016D-BB8D-FF47-821E244BBC36}"/>
                  </a:ext>
                </a:extLst>
              </p:cNvPr>
              <p:cNvGrpSpPr/>
              <p:nvPr/>
            </p:nvGrpSpPr>
            <p:grpSpPr>
              <a:xfrm>
                <a:off x="5620410" y="3014019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442" name="그룹 441">
                  <a:extLst>
                    <a:ext uri="{FF2B5EF4-FFF2-40B4-BE49-F238E27FC236}">
                      <a16:creationId xmlns:a16="http://schemas.microsoft.com/office/drawing/2014/main" id="{D4E42AED-26B2-4552-96A2-70E25D54C6A7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44" name="타원 443">
                    <a:extLst>
                      <a:ext uri="{FF2B5EF4-FFF2-40B4-BE49-F238E27FC236}">
                        <a16:creationId xmlns:a16="http://schemas.microsoft.com/office/drawing/2014/main" id="{D91958FA-1365-FEC2-C768-2A04C7382523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45" name="타원 4">
                    <a:extLst>
                      <a:ext uri="{FF2B5EF4-FFF2-40B4-BE49-F238E27FC236}">
                        <a16:creationId xmlns:a16="http://schemas.microsoft.com/office/drawing/2014/main" id="{E87977DE-9011-1CAE-D0BE-507524AAC65A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43" name="TextBox 442">
                  <a:extLst>
                    <a:ext uri="{FF2B5EF4-FFF2-40B4-BE49-F238E27FC236}">
                      <a16:creationId xmlns:a16="http://schemas.microsoft.com/office/drawing/2014/main" id="{E1BAA139-C5DB-330B-444B-29422433D7CD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4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40" name="화살표: 오른쪽 439">
                <a:extLst>
                  <a:ext uri="{FF2B5EF4-FFF2-40B4-BE49-F238E27FC236}">
                    <a16:creationId xmlns:a16="http://schemas.microsoft.com/office/drawing/2014/main" id="{31183CC0-6510-A148-125F-FD7BD195CFAE}"/>
                  </a:ext>
                </a:extLst>
              </p:cNvPr>
              <p:cNvSpPr/>
              <p:nvPr/>
            </p:nvSpPr>
            <p:spPr>
              <a:xfrm>
                <a:off x="4402920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1" name="화살표: 오른쪽 440">
                <a:extLst>
                  <a:ext uri="{FF2B5EF4-FFF2-40B4-BE49-F238E27FC236}">
                    <a16:creationId xmlns:a16="http://schemas.microsoft.com/office/drawing/2014/main" id="{B75851BB-C920-56EF-4C8F-D509D823ECFF}"/>
                  </a:ext>
                </a:extLst>
              </p:cNvPr>
              <p:cNvSpPr/>
              <p:nvPr/>
            </p:nvSpPr>
            <p:spPr>
              <a:xfrm>
                <a:off x="5283575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9F85DA4A-BFE3-DA94-B98B-CE1E60FF0D08}"/>
                </a:ext>
              </a:extLst>
            </p:cNvPr>
            <p:cNvSpPr/>
            <p:nvPr/>
          </p:nvSpPr>
          <p:spPr>
            <a:xfrm>
              <a:off x="8520105" y="4473101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36000" tIns="0" rIns="36000" bIns="0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수신부서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  <p:sp>
          <p:nvSpPr>
            <p:cNvPr id="456" name="화살표: 오른쪽 455">
              <a:extLst>
                <a:ext uri="{FF2B5EF4-FFF2-40B4-BE49-F238E27FC236}">
                  <a16:creationId xmlns:a16="http://schemas.microsoft.com/office/drawing/2014/main" id="{69A54C72-2F0F-81CC-6CBC-DB1C30481CAB}"/>
                </a:ext>
              </a:extLst>
            </p:cNvPr>
            <p:cNvSpPr/>
            <p:nvPr/>
          </p:nvSpPr>
          <p:spPr>
            <a:xfrm>
              <a:off x="8018063" y="4694951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58" name="그룹 457">
              <a:extLst>
                <a:ext uri="{FF2B5EF4-FFF2-40B4-BE49-F238E27FC236}">
                  <a16:creationId xmlns:a16="http://schemas.microsoft.com/office/drawing/2014/main" id="{3476ACFA-5878-820F-0B2E-FDB660081EA9}"/>
                </a:ext>
              </a:extLst>
            </p:cNvPr>
            <p:cNvGrpSpPr/>
            <p:nvPr/>
          </p:nvGrpSpPr>
          <p:grpSpPr>
            <a:xfrm>
              <a:off x="5388254" y="5312209"/>
              <a:ext cx="2610394" cy="914708"/>
              <a:chOff x="3768340" y="2708264"/>
              <a:chExt cx="2610394" cy="914708"/>
            </a:xfrm>
          </p:grpSpPr>
          <p:sp>
            <p:nvSpPr>
              <p:cNvPr id="459" name="직사각형 458">
                <a:extLst>
                  <a:ext uri="{FF2B5EF4-FFF2-40B4-BE49-F238E27FC236}">
                    <a16:creationId xmlns:a16="http://schemas.microsoft.com/office/drawing/2014/main" id="{DE8DDA2C-AB6C-7C35-96A2-8F67717CEB3D}"/>
                  </a:ext>
                </a:extLst>
              </p:cNvPr>
              <p:cNvSpPr/>
              <p:nvPr/>
            </p:nvSpPr>
            <p:spPr>
              <a:xfrm>
                <a:off x="3768340" y="2708264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수신부서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0" name="그룹 459">
                <a:extLst>
                  <a:ext uri="{FF2B5EF4-FFF2-40B4-BE49-F238E27FC236}">
                    <a16:creationId xmlns:a16="http://schemas.microsoft.com/office/drawing/2014/main" id="{8F704226-DD5E-11E3-7D3C-E747BB437ADE}"/>
                  </a:ext>
                </a:extLst>
              </p:cNvPr>
              <p:cNvGrpSpPr/>
              <p:nvPr/>
            </p:nvGrpSpPr>
            <p:grpSpPr>
              <a:xfrm>
                <a:off x="3870322" y="3014019"/>
                <a:ext cx="748923" cy="562022"/>
                <a:chOff x="979024" y="1563813"/>
                <a:chExt cx="748923" cy="562022"/>
              </a:xfrm>
            </p:grpSpPr>
            <p:grpSp>
              <p:nvGrpSpPr>
                <p:cNvPr id="473" name="그룹 472">
                  <a:extLst>
                    <a:ext uri="{FF2B5EF4-FFF2-40B4-BE49-F238E27FC236}">
                      <a16:creationId xmlns:a16="http://schemas.microsoft.com/office/drawing/2014/main" id="{23F498A7-1833-30EE-1619-0B19F232CD2B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75" name="타원 474">
                    <a:extLst>
                      <a:ext uri="{FF2B5EF4-FFF2-40B4-BE49-F238E27FC236}">
                        <a16:creationId xmlns:a16="http://schemas.microsoft.com/office/drawing/2014/main" id="{17C959A7-495A-2D89-ACF2-56523386144C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76" name="타원 4">
                    <a:extLst>
                      <a:ext uri="{FF2B5EF4-FFF2-40B4-BE49-F238E27FC236}">
                        <a16:creationId xmlns:a16="http://schemas.microsoft.com/office/drawing/2014/main" id="{1FCF12E7-F004-0903-35C6-AA8B5F72BC72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B4314013-53FD-0A46-61F0-47CF2928CBBF}"/>
                    </a:ext>
                  </a:extLst>
                </p:cNvPr>
                <p:cNvSpPr txBox="1"/>
                <p:nvPr/>
              </p:nvSpPr>
              <p:spPr>
                <a:xfrm>
                  <a:off x="979024" y="1864225"/>
                  <a:ext cx="748923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재기안자</a:t>
                  </a:r>
                </a:p>
              </p:txBody>
            </p:sp>
          </p:grpSp>
          <p:grpSp>
            <p:nvGrpSpPr>
              <p:cNvPr id="461" name="그룹 460">
                <a:extLst>
                  <a:ext uri="{FF2B5EF4-FFF2-40B4-BE49-F238E27FC236}">
                    <a16:creationId xmlns:a16="http://schemas.microsoft.com/office/drawing/2014/main" id="{933C5A76-02C6-05CF-7C9C-743613E30B68}"/>
                  </a:ext>
                </a:extLst>
              </p:cNvPr>
              <p:cNvGrpSpPr/>
              <p:nvPr/>
            </p:nvGrpSpPr>
            <p:grpSpPr>
              <a:xfrm>
                <a:off x="4739755" y="3014019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469" name="그룹 468">
                  <a:extLst>
                    <a:ext uri="{FF2B5EF4-FFF2-40B4-BE49-F238E27FC236}">
                      <a16:creationId xmlns:a16="http://schemas.microsoft.com/office/drawing/2014/main" id="{FFE719AD-39C4-C5A2-7DAD-314EF7570F6E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71" name="타원 470">
                    <a:extLst>
                      <a:ext uri="{FF2B5EF4-FFF2-40B4-BE49-F238E27FC236}">
                        <a16:creationId xmlns:a16="http://schemas.microsoft.com/office/drawing/2014/main" id="{69CDEFBA-F254-B9CC-A454-F9C584434D13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72" name="타원 4">
                    <a:extLst>
                      <a:ext uri="{FF2B5EF4-FFF2-40B4-BE49-F238E27FC236}">
                        <a16:creationId xmlns:a16="http://schemas.microsoft.com/office/drawing/2014/main" id="{7CC6D240-7524-ED7E-2D0C-7E3FEE738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A1E8C54E-7331-EF91-F808-27C20EC61220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3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2" name="그룹 461">
                <a:extLst>
                  <a:ext uri="{FF2B5EF4-FFF2-40B4-BE49-F238E27FC236}">
                    <a16:creationId xmlns:a16="http://schemas.microsoft.com/office/drawing/2014/main" id="{EE6D6C14-278D-635A-1458-C1DE4B8E636E}"/>
                  </a:ext>
                </a:extLst>
              </p:cNvPr>
              <p:cNvGrpSpPr/>
              <p:nvPr/>
            </p:nvGrpSpPr>
            <p:grpSpPr>
              <a:xfrm>
                <a:off x="5620410" y="3014019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465" name="그룹 464">
                  <a:extLst>
                    <a:ext uri="{FF2B5EF4-FFF2-40B4-BE49-F238E27FC236}">
                      <a16:creationId xmlns:a16="http://schemas.microsoft.com/office/drawing/2014/main" id="{F7321EA2-414B-D15A-EFC3-1DF3716854A0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67" name="타원 466">
                    <a:extLst>
                      <a:ext uri="{FF2B5EF4-FFF2-40B4-BE49-F238E27FC236}">
                        <a16:creationId xmlns:a16="http://schemas.microsoft.com/office/drawing/2014/main" id="{55A6F209-AD4D-6D0E-CBCD-D44539DAEEFB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68" name="타원 4">
                    <a:extLst>
                      <a:ext uri="{FF2B5EF4-FFF2-40B4-BE49-F238E27FC236}">
                        <a16:creationId xmlns:a16="http://schemas.microsoft.com/office/drawing/2014/main" id="{47AB34E0-D5D7-B2B7-77DC-8772864C4320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C05F96C0-748F-4E3B-7F56-331B02C92237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4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3" name="화살표: 오른쪽 462">
                <a:extLst>
                  <a:ext uri="{FF2B5EF4-FFF2-40B4-BE49-F238E27FC236}">
                    <a16:creationId xmlns:a16="http://schemas.microsoft.com/office/drawing/2014/main" id="{273809C2-A698-A878-3E6A-C09522A241B0}"/>
                  </a:ext>
                </a:extLst>
              </p:cNvPr>
              <p:cNvSpPr/>
              <p:nvPr/>
            </p:nvSpPr>
            <p:spPr>
              <a:xfrm>
                <a:off x="4402920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화살표: 오른쪽 463">
                <a:extLst>
                  <a:ext uri="{FF2B5EF4-FFF2-40B4-BE49-F238E27FC236}">
                    <a16:creationId xmlns:a16="http://schemas.microsoft.com/office/drawing/2014/main" id="{84897200-64DB-1F39-19A1-1D36746E88FC}"/>
                  </a:ext>
                </a:extLst>
              </p:cNvPr>
              <p:cNvSpPr/>
              <p:nvPr/>
            </p:nvSpPr>
            <p:spPr>
              <a:xfrm>
                <a:off x="5283575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7" name="타원 476">
              <a:extLst>
                <a:ext uri="{FF2B5EF4-FFF2-40B4-BE49-F238E27FC236}">
                  <a16:creationId xmlns:a16="http://schemas.microsoft.com/office/drawing/2014/main" id="{68ACB2B4-AF18-6FB2-B6EA-01F31F495E9D}"/>
                </a:ext>
              </a:extLst>
            </p:cNvPr>
            <p:cNvSpPr/>
            <p:nvPr/>
          </p:nvSpPr>
          <p:spPr>
            <a:xfrm>
              <a:off x="8520105" y="5438507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36000" tIns="0" rIns="36000" bIns="0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수신부서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  <p:sp>
          <p:nvSpPr>
            <p:cNvPr id="478" name="화살표: 오른쪽 477">
              <a:extLst>
                <a:ext uri="{FF2B5EF4-FFF2-40B4-BE49-F238E27FC236}">
                  <a16:creationId xmlns:a16="http://schemas.microsoft.com/office/drawing/2014/main" id="{C9C9A8FE-E672-C6C2-23D2-1EC13600B560}"/>
                </a:ext>
              </a:extLst>
            </p:cNvPr>
            <p:cNvSpPr/>
            <p:nvPr/>
          </p:nvSpPr>
          <p:spPr>
            <a:xfrm>
              <a:off x="8018063" y="566035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3" name="그룹 482">
            <a:extLst>
              <a:ext uri="{FF2B5EF4-FFF2-40B4-BE49-F238E27FC236}">
                <a16:creationId xmlns:a16="http://schemas.microsoft.com/office/drawing/2014/main" id="{4058D37E-292A-9B76-E767-96861C70F279}"/>
              </a:ext>
            </a:extLst>
          </p:cNvPr>
          <p:cNvGrpSpPr/>
          <p:nvPr/>
        </p:nvGrpSpPr>
        <p:grpSpPr>
          <a:xfrm>
            <a:off x="4903266" y="4925626"/>
            <a:ext cx="482627" cy="722468"/>
            <a:chOff x="4903266" y="4904762"/>
            <a:chExt cx="482627" cy="722468"/>
          </a:xfrm>
        </p:grpSpPr>
        <p:sp>
          <p:nvSpPr>
            <p:cNvPr id="481" name="화살표: 오른쪽 480">
              <a:extLst>
                <a:ext uri="{FF2B5EF4-FFF2-40B4-BE49-F238E27FC236}">
                  <a16:creationId xmlns:a16="http://schemas.microsoft.com/office/drawing/2014/main" id="{B697BA05-A8FC-A709-8530-B51A15B417D5}"/>
                </a:ext>
              </a:extLst>
            </p:cNvPr>
            <p:cNvSpPr/>
            <p:nvPr/>
          </p:nvSpPr>
          <p:spPr>
            <a:xfrm rot="1800000">
              <a:off x="4903266" y="5408818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82" name="화살표: 오른쪽 481">
              <a:extLst>
                <a:ext uri="{FF2B5EF4-FFF2-40B4-BE49-F238E27FC236}">
                  <a16:creationId xmlns:a16="http://schemas.microsoft.com/office/drawing/2014/main" id="{F32A5187-BFD0-BD53-906A-FAB1FE05E0AA}"/>
                </a:ext>
              </a:extLst>
            </p:cNvPr>
            <p:cNvSpPr/>
            <p:nvPr/>
          </p:nvSpPr>
          <p:spPr>
            <a:xfrm rot="19800000" flipV="1">
              <a:off x="4903266" y="4904762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00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보고</a:t>
            </a:r>
            <a:r>
              <a:rPr lang="en-US" altLang="ko-KR" b="1" dirty="0">
                <a:latin typeface="+mj-ea"/>
              </a:rPr>
              <a:t>/</a:t>
            </a:r>
            <a:r>
              <a:rPr lang="ko-KR" altLang="en-US" b="1" dirty="0">
                <a:latin typeface="+mj-ea"/>
              </a:rPr>
              <a:t>품의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품의 유형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품의서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보고서와 같이 </a:t>
            </a:r>
            <a:r>
              <a:rPr kumimoji="0"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별도의 주관부서가 필요 없는 경우의 결재 프로세스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3A3D180-BBAE-62A1-D20F-1DC2B06E5FFE}"/>
              </a:ext>
            </a:extLst>
          </p:cNvPr>
          <p:cNvSpPr/>
          <p:nvPr/>
        </p:nvSpPr>
        <p:spPr>
          <a:xfrm>
            <a:off x="776536" y="1299706"/>
            <a:ext cx="7200800" cy="83315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57E5A8C-CC3A-5EAE-A9EC-648EC92A1143}"/>
              </a:ext>
            </a:extLst>
          </p:cNvPr>
          <p:cNvGrpSpPr/>
          <p:nvPr/>
        </p:nvGrpSpPr>
        <p:grpSpPr>
          <a:xfrm>
            <a:off x="949049" y="1467932"/>
            <a:ext cx="607860" cy="562022"/>
            <a:chOff x="1049554" y="1563813"/>
            <a:chExt cx="607860" cy="56202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9BB9568-4A06-B46C-2CAD-D7758413D5A0}"/>
                </a:ext>
              </a:extLst>
            </p:cNvPr>
            <p:cNvGrpSpPr/>
            <p:nvPr/>
          </p:nvGrpSpPr>
          <p:grpSpPr>
            <a:xfrm>
              <a:off x="1199044" y="1563813"/>
              <a:ext cx="308880" cy="308880"/>
              <a:chOff x="213166" y="115560"/>
              <a:chExt cx="308880" cy="308880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30A8C9A9-2490-498C-203A-70AE39D42288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2C06E765-36CF-52BA-44D1-3CD9AC84EC4D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1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96870E-E76C-051F-0F50-1C812A058F14}"/>
                </a:ext>
              </a:extLst>
            </p:cNvPr>
            <p:cNvSpPr txBox="1"/>
            <p:nvPr/>
          </p:nvSpPr>
          <p:spPr>
            <a:xfrm>
              <a:off x="1049554" y="1864225"/>
              <a:ext cx="607860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기안자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BFD150A-3BF0-3E6C-2021-7BB9340EFF8E}"/>
              </a:ext>
            </a:extLst>
          </p:cNvPr>
          <p:cNvGrpSpPr/>
          <p:nvPr/>
        </p:nvGrpSpPr>
        <p:grpSpPr>
          <a:xfrm>
            <a:off x="2323324" y="1467932"/>
            <a:ext cx="689612" cy="562022"/>
            <a:chOff x="2404972" y="1563813"/>
            <a:chExt cx="689612" cy="56202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0147287-C230-6B75-919D-161C3F9A15E7}"/>
                </a:ext>
              </a:extLst>
            </p:cNvPr>
            <p:cNvGrpSpPr/>
            <p:nvPr/>
          </p:nvGrpSpPr>
          <p:grpSpPr>
            <a:xfrm>
              <a:off x="2595338" y="1563813"/>
              <a:ext cx="308880" cy="308880"/>
              <a:chOff x="213166" y="115560"/>
              <a:chExt cx="308880" cy="308880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E9DE82E3-660A-414E-5B94-EA4CBC07CEEE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타원 4">
                <a:extLst>
                  <a:ext uri="{FF2B5EF4-FFF2-40B4-BE49-F238E27FC236}">
                    <a16:creationId xmlns:a16="http://schemas.microsoft.com/office/drawing/2014/main" id="{309E6DE8-CCB4-265D-FB4A-6F98E306050A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2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960BB5-C6E6-19C6-C1DC-97805D741D27}"/>
                </a:ext>
              </a:extLst>
            </p:cNvPr>
            <p:cNvSpPr txBox="1"/>
            <p:nvPr/>
          </p:nvSpPr>
          <p:spPr>
            <a:xfrm>
              <a:off x="2404972" y="1864225"/>
              <a:ext cx="689612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결재자</a:t>
              </a:r>
              <a:r>
                <a:rPr kumimoji="0" lang="en-US" altLang="ko-KR" sz="1100" b="1" dirty="0">
                  <a:latin typeface="+mn-lt"/>
                  <a:ea typeface="+mn-ea"/>
                </a:rPr>
                <a:t>1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D2BE6DC-6610-024A-5B2B-0E1F6771A52C}"/>
              </a:ext>
            </a:extLst>
          </p:cNvPr>
          <p:cNvGrpSpPr/>
          <p:nvPr/>
        </p:nvGrpSpPr>
        <p:grpSpPr>
          <a:xfrm>
            <a:off x="3779351" y="1467932"/>
            <a:ext cx="689612" cy="562022"/>
            <a:chOff x="3842142" y="1563813"/>
            <a:chExt cx="689612" cy="562022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5812F2E-E5BC-52C6-200E-8B5DD35DD118}"/>
                </a:ext>
              </a:extLst>
            </p:cNvPr>
            <p:cNvGrpSpPr/>
            <p:nvPr/>
          </p:nvGrpSpPr>
          <p:grpSpPr>
            <a:xfrm>
              <a:off x="4032508" y="1563813"/>
              <a:ext cx="308880" cy="308880"/>
              <a:chOff x="213166" y="115560"/>
              <a:chExt cx="308880" cy="308880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8195B81-2EDD-7F6F-E546-2A5DFC999038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타원 4">
                <a:extLst>
                  <a:ext uri="{FF2B5EF4-FFF2-40B4-BE49-F238E27FC236}">
                    <a16:creationId xmlns:a16="http://schemas.microsoft.com/office/drawing/2014/main" id="{C472B34D-D46D-09EA-62AB-24BA1B23AF77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3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86012D-5575-A47F-3BD9-AF9DC8521464}"/>
                </a:ext>
              </a:extLst>
            </p:cNvPr>
            <p:cNvSpPr txBox="1"/>
            <p:nvPr/>
          </p:nvSpPr>
          <p:spPr>
            <a:xfrm>
              <a:off x="3842142" y="1864225"/>
              <a:ext cx="689612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결재자</a:t>
              </a:r>
              <a:r>
                <a:rPr kumimoji="0" lang="en-US" altLang="ko-KR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endParaRPr kumimoji="0" lang="ko-KR" altLang="en-US" sz="11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8729C5-3433-8866-CAB7-76B249BD9604}"/>
              </a:ext>
            </a:extLst>
          </p:cNvPr>
          <p:cNvGrpSpPr/>
          <p:nvPr/>
        </p:nvGrpSpPr>
        <p:grpSpPr>
          <a:xfrm>
            <a:off x="5110345" y="1467932"/>
            <a:ext cx="939681" cy="562022"/>
            <a:chOff x="5154279" y="1563813"/>
            <a:chExt cx="939681" cy="56202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53E5687-0124-4164-B952-0B8D2BBFFB1F}"/>
                </a:ext>
              </a:extLst>
            </p:cNvPr>
            <p:cNvGrpSpPr/>
            <p:nvPr/>
          </p:nvGrpSpPr>
          <p:grpSpPr>
            <a:xfrm>
              <a:off x="5469678" y="1563813"/>
              <a:ext cx="308880" cy="308880"/>
              <a:chOff x="213166" y="115560"/>
              <a:chExt cx="308880" cy="308880"/>
            </a:xfrm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9F082DC1-968E-D552-CF26-00AFA093C788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타원 4">
                <a:extLst>
                  <a:ext uri="{FF2B5EF4-FFF2-40B4-BE49-F238E27FC236}">
                    <a16:creationId xmlns:a16="http://schemas.microsoft.com/office/drawing/2014/main" id="{B52915A2-D9E0-8ECD-4F03-6060CE9355F9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4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3B6C31-065D-3FAC-C8F2-5587D1B7DDDD}"/>
                </a:ext>
              </a:extLst>
            </p:cNvPr>
            <p:cNvSpPr txBox="1"/>
            <p:nvPr/>
          </p:nvSpPr>
          <p:spPr>
            <a:xfrm>
              <a:off x="5154279" y="1864225"/>
              <a:ext cx="939681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최종 결재자</a:t>
              </a:r>
            </a:p>
          </p:txBody>
        </p:sp>
      </p:grp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89FB452A-CE2E-F97B-E83B-97135B38CABC}"/>
              </a:ext>
            </a:extLst>
          </p:cNvPr>
          <p:cNvSpPr/>
          <p:nvPr/>
        </p:nvSpPr>
        <p:spPr>
          <a:xfrm>
            <a:off x="1512614" y="1513166"/>
            <a:ext cx="855005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CC1CE164-830B-7D80-4A31-6E9A4BDB4C99}"/>
              </a:ext>
            </a:extLst>
          </p:cNvPr>
          <p:cNvSpPr/>
          <p:nvPr/>
        </p:nvSpPr>
        <p:spPr>
          <a:xfrm>
            <a:off x="2968641" y="1513166"/>
            <a:ext cx="855005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24702F6B-6689-1929-6EFF-C589054B0A08}"/>
              </a:ext>
            </a:extLst>
          </p:cNvPr>
          <p:cNvSpPr/>
          <p:nvPr/>
        </p:nvSpPr>
        <p:spPr>
          <a:xfrm>
            <a:off x="4424668" y="1513166"/>
            <a:ext cx="855005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99A6D72E-985C-0871-B043-BB45908919CD}"/>
              </a:ext>
            </a:extLst>
          </p:cNvPr>
          <p:cNvSpPr/>
          <p:nvPr/>
        </p:nvSpPr>
        <p:spPr>
          <a:xfrm>
            <a:off x="6835424" y="1385225"/>
            <a:ext cx="969399" cy="662113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000" tIns="0" rIns="36000" bIns="0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결재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프로세스 종료</a:t>
            </a: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C6C43E8F-D464-D458-E2F7-46C02945E84B}"/>
              </a:ext>
            </a:extLst>
          </p:cNvPr>
          <p:cNvSpPr/>
          <p:nvPr/>
        </p:nvSpPr>
        <p:spPr>
          <a:xfrm>
            <a:off x="5880695" y="1537468"/>
            <a:ext cx="855005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5DBAB57-9AF4-BF65-F11A-D18BC9062232}"/>
              </a:ext>
            </a:extLst>
          </p:cNvPr>
          <p:cNvSpPr/>
          <p:nvPr/>
        </p:nvSpPr>
        <p:spPr>
          <a:xfrm>
            <a:off x="1075869" y="2478253"/>
            <a:ext cx="5948967" cy="3080041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Sub Process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B66C655-B4AB-0C1B-CF7D-29F0D0760FF3}"/>
              </a:ext>
            </a:extLst>
          </p:cNvPr>
          <p:cNvSpPr/>
          <p:nvPr/>
        </p:nvSpPr>
        <p:spPr>
          <a:xfrm>
            <a:off x="1245041" y="2793902"/>
            <a:ext cx="1675465" cy="1211162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개인</a:t>
            </a:r>
            <a:r>
              <a:rPr lang="en-US" altLang="ko-KR" sz="1100" b="1" dirty="0">
                <a:solidFill>
                  <a:schemeClr val="tx1"/>
                </a:solidFill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</a:rPr>
              <a:t>순차 합의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협조</a:t>
            </a: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3F8F28A-A4F4-B670-2110-8189C7C4BA94}"/>
              </a:ext>
            </a:extLst>
          </p:cNvPr>
          <p:cNvGrpSpPr/>
          <p:nvPr/>
        </p:nvGrpSpPr>
        <p:grpSpPr>
          <a:xfrm>
            <a:off x="1340597" y="3146471"/>
            <a:ext cx="643125" cy="700522"/>
            <a:chOff x="1798839" y="3190097"/>
            <a:chExt cx="643125" cy="700522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9ABDDC13-6B1C-F08D-81E4-6982F475D764}"/>
                </a:ext>
              </a:extLst>
            </p:cNvPr>
            <p:cNvGrpSpPr/>
            <p:nvPr/>
          </p:nvGrpSpPr>
          <p:grpSpPr>
            <a:xfrm>
              <a:off x="1965961" y="3190097"/>
              <a:ext cx="308880" cy="308880"/>
              <a:chOff x="213166" y="115560"/>
              <a:chExt cx="308880" cy="308880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5AD2134A-F747-D638-1A23-C7A7FF62DFE8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3" name="타원 4">
                <a:extLst>
                  <a:ext uri="{FF2B5EF4-FFF2-40B4-BE49-F238E27FC236}">
                    <a16:creationId xmlns:a16="http://schemas.microsoft.com/office/drawing/2014/main" id="{EDCA39A4-664C-C171-25BD-7AB93340F1F2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1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AF4C1D-BA5A-274A-855C-69F7F9980F9F}"/>
                </a:ext>
              </a:extLst>
            </p:cNvPr>
            <p:cNvSpPr txBox="1"/>
            <p:nvPr/>
          </p:nvSpPr>
          <p:spPr>
            <a:xfrm>
              <a:off x="1798839" y="3490509"/>
              <a:ext cx="643125" cy="4001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합의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/</a:t>
              </a:r>
              <a:b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협조</a:t>
              </a:r>
              <a:r>
                <a:rPr kumimoji="0" lang="ko-KR" altLang="en-US" sz="1000" b="1" dirty="0">
                  <a:latin typeface="+mn-lt"/>
                  <a:ea typeface="+mn-ea"/>
                </a:rPr>
                <a:t>자</a:t>
              </a:r>
              <a:r>
                <a:rPr kumimoji="0" lang="en-US" altLang="ko-KR" sz="1000" b="1" dirty="0">
                  <a:latin typeface="+mn-lt"/>
                  <a:ea typeface="+mn-ea"/>
                </a:rPr>
                <a:t>1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62BF259D-0CAD-D0EB-B4A1-13B7FF1D6D8E}"/>
              </a:ext>
            </a:extLst>
          </p:cNvPr>
          <p:cNvGrpSpPr/>
          <p:nvPr/>
        </p:nvGrpSpPr>
        <p:grpSpPr>
          <a:xfrm>
            <a:off x="2166172" y="3146471"/>
            <a:ext cx="689612" cy="731299"/>
            <a:chOff x="2630638" y="3190097"/>
            <a:chExt cx="689612" cy="731299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3A60579A-FB64-D133-D29C-D8F59AC85628}"/>
                </a:ext>
              </a:extLst>
            </p:cNvPr>
            <p:cNvGrpSpPr/>
            <p:nvPr/>
          </p:nvGrpSpPr>
          <p:grpSpPr>
            <a:xfrm>
              <a:off x="2821004" y="3190097"/>
              <a:ext cx="308880" cy="308880"/>
              <a:chOff x="213166" y="115560"/>
              <a:chExt cx="308880" cy="308880"/>
            </a:xfrm>
          </p:grpSpPr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39BB8F2D-C085-803D-2EFF-F3455A87BE22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타원 4">
                <a:extLst>
                  <a:ext uri="{FF2B5EF4-FFF2-40B4-BE49-F238E27FC236}">
                    <a16:creationId xmlns:a16="http://schemas.microsoft.com/office/drawing/2014/main" id="{19B9ECE9-59E4-9DA3-0282-1E44AE390595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2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29D4708-20EE-35B4-EF24-8875F37C9D68}"/>
                </a:ext>
              </a:extLst>
            </p:cNvPr>
            <p:cNvSpPr txBox="1"/>
            <p:nvPr/>
          </p:nvSpPr>
          <p:spPr>
            <a:xfrm>
              <a:off x="2630638" y="3490509"/>
              <a:ext cx="689612" cy="43088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합의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/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협조</a:t>
              </a:r>
              <a:r>
                <a:rPr kumimoji="0" lang="ko-KR" altLang="en-US" sz="1100" b="1" dirty="0">
                  <a:latin typeface="+mn-lt"/>
                  <a:ea typeface="+mn-ea"/>
                </a:rPr>
                <a:t>자</a:t>
              </a:r>
              <a:r>
                <a:rPr kumimoji="0" lang="en-US" altLang="ko-KR" sz="1100" b="1" dirty="0">
                  <a:latin typeface="+mn-lt"/>
                  <a:ea typeface="+mn-ea"/>
                </a:rPr>
                <a:t>2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FBB0804C-50CA-4670-E9EB-CA4AB3B76EA3}"/>
              </a:ext>
            </a:extLst>
          </p:cNvPr>
          <p:cNvSpPr/>
          <p:nvPr/>
        </p:nvSpPr>
        <p:spPr>
          <a:xfrm>
            <a:off x="1845255" y="3191705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5067AFDA-1FA7-DDFD-0D70-B4F031FE3B05}"/>
              </a:ext>
            </a:extLst>
          </p:cNvPr>
          <p:cNvSpPr/>
          <p:nvPr/>
        </p:nvSpPr>
        <p:spPr>
          <a:xfrm>
            <a:off x="1253913" y="3191705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1A2969C3-D82D-3448-E743-94E2831A2EC4}"/>
              </a:ext>
            </a:extLst>
          </p:cNvPr>
          <p:cNvSpPr/>
          <p:nvPr/>
        </p:nvSpPr>
        <p:spPr>
          <a:xfrm>
            <a:off x="2694073" y="3191705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63CBC6BC-380C-CCED-7BA6-C6EC732E2BB3}"/>
              </a:ext>
            </a:extLst>
          </p:cNvPr>
          <p:cNvSpPr/>
          <p:nvPr/>
        </p:nvSpPr>
        <p:spPr>
          <a:xfrm>
            <a:off x="1243758" y="4077510"/>
            <a:ext cx="1675465" cy="1395265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개인</a:t>
            </a:r>
            <a:r>
              <a:rPr lang="en-US" altLang="ko-KR" sz="1100" b="1" dirty="0">
                <a:solidFill>
                  <a:schemeClr val="tx1"/>
                </a:solidFill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</a:rPr>
              <a:t>병렬 합의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협조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AA994D1F-44D9-A574-1267-2FB13FF945C7}"/>
              </a:ext>
            </a:extLst>
          </p:cNvPr>
          <p:cNvGrpSpPr/>
          <p:nvPr/>
        </p:nvGrpSpPr>
        <p:grpSpPr>
          <a:xfrm>
            <a:off x="1655788" y="4512704"/>
            <a:ext cx="308880" cy="308880"/>
            <a:chOff x="213166" y="115560"/>
            <a:chExt cx="308880" cy="308880"/>
          </a:xfrm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C415FB52-EC5B-59D4-9E1E-36B3D12BE3DE}"/>
                </a:ext>
              </a:extLst>
            </p:cNvPr>
            <p:cNvSpPr/>
            <p:nvPr/>
          </p:nvSpPr>
          <p:spPr>
            <a:xfrm>
              <a:off x="213166" y="115560"/>
              <a:ext cx="308880" cy="30888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8" name="타원 4">
              <a:extLst>
                <a:ext uri="{FF2B5EF4-FFF2-40B4-BE49-F238E27FC236}">
                  <a16:creationId xmlns:a16="http://schemas.microsoft.com/office/drawing/2014/main" id="{DCB3E4B4-D0C9-2631-C19E-309C61A87EC7}"/>
                </a:ext>
              </a:extLst>
            </p:cNvPr>
            <p:cNvSpPr txBox="1"/>
            <p:nvPr/>
          </p:nvSpPr>
          <p:spPr>
            <a:xfrm>
              <a:off x="258400" y="160794"/>
              <a:ext cx="218412" cy="218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1000" kern="1200" dirty="0">
                <a:latin typeface="+mn-ea"/>
                <a:ea typeface="+mn-ea"/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DE5D6645-88CA-83E8-7BCA-CBBD1A944D98}"/>
              </a:ext>
            </a:extLst>
          </p:cNvPr>
          <p:cNvSpPr txBox="1"/>
          <p:nvPr/>
        </p:nvSpPr>
        <p:spPr>
          <a:xfrm>
            <a:off x="1940116" y="4451701"/>
            <a:ext cx="689612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</a:t>
            </a:r>
            <a:r>
              <a:rPr kumimoji="0" lang="en-US" altLang="ko-KR" sz="1100" b="1" dirty="0">
                <a:latin typeface="+mn-lt"/>
                <a:ea typeface="+mn-ea"/>
              </a:rPr>
              <a:t>/</a:t>
            </a:r>
            <a:br>
              <a:rPr kumimoji="0" lang="en-US" altLang="ko-KR" sz="1100" b="1" dirty="0">
                <a:latin typeface="+mn-lt"/>
                <a:ea typeface="+mn-ea"/>
              </a:rPr>
            </a:br>
            <a:r>
              <a:rPr kumimoji="0" lang="ko-KR" altLang="en-US" sz="1100" b="1" dirty="0">
                <a:latin typeface="+mn-lt"/>
                <a:ea typeface="+mn-ea"/>
              </a:rPr>
              <a:t>협조자</a:t>
            </a:r>
            <a:r>
              <a:rPr kumimoji="0" lang="en-US" altLang="ko-KR" sz="1100" b="1" dirty="0">
                <a:latin typeface="+mn-lt"/>
                <a:ea typeface="+mn-ea"/>
              </a:rPr>
              <a:t>1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E256388C-2130-EA16-DC47-1B853358FFD5}"/>
              </a:ext>
            </a:extLst>
          </p:cNvPr>
          <p:cNvGrpSpPr/>
          <p:nvPr/>
        </p:nvGrpSpPr>
        <p:grpSpPr>
          <a:xfrm>
            <a:off x="1655788" y="4904681"/>
            <a:ext cx="308880" cy="308880"/>
            <a:chOff x="213166" y="115560"/>
            <a:chExt cx="308880" cy="308880"/>
          </a:xfrm>
        </p:grpSpPr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50F6BAAC-4EAA-8C65-1A2A-E372CB83026B}"/>
                </a:ext>
              </a:extLst>
            </p:cNvPr>
            <p:cNvSpPr/>
            <p:nvPr/>
          </p:nvSpPr>
          <p:spPr>
            <a:xfrm>
              <a:off x="213166" y="115560"/>
              <a:ext cx="308880" cy="30888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4" name="타원 4">
              <a:extLst>
                <a:ext uri="{FF2B5EF4-FFF2-40B4-BE49-F238E27FC236}">
                  <a16:creationId xmlns:a16="http://schemas.microsoft.com/office/drawing/2014/main" id="{93BEAC0A-620D-4B88-BACC-68DAA14D6C27}"/>
                </a:ext>
              </a:extLst>
            </p:cNvPr>
            <p:cNvSpPr txBox="1"/>
            <p:nvPr/>
          </p:nvSpPr>
          <p:spPr>
            <a:xfrm>
              <a:off x="258400" y="160794"/>
              <a:ext cx="218412" cy="218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1000" kern="1200" dirty="0">
                <a:latin typeface="+mn-ea"/>
                <a:ea typeface="+mn-ea"/>
              </a:endParaRPr>
            </a:p>
          </p:txBody>
        </p:sp>
      </p:grpSp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8011B370-94CD-8CCA-F36C-CDA8070581F0}"/>
              </a:ext>
            </a:extLst>
          </p:cNvPr>
          <p:cNvSpPr/>
          <p:nvPr/>
        </p:nvSpPr>
        <p:spPr>
          <a:xfrm>
            <a:off x="1252630" y="4746632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30" name="화살표: 오른쪽 129">
            <a:extLst>
              <a:ext uri="{FF2B5EF4-FFF2-40B4-BE49-F238E27FC236}">
                <a16:creationId xmlns:a16="http://schemas.microsoft.com/office/drawing/2014/main" id="{CDC34421-ECF9-D986-6BAB-72976A469DF5}"/>
              </a:ext>
            </a:extLst>
          </p:cNvPr>
          <p:cNvSpPr/>
          <p:nvPr/>
        </p:nvSpPr>
        <p:spPr>
          <a:xfrm>
            <a:off x="2692790" y="4746632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84594D0-0D81-A8BF-4E2B-AE61D7E23ED5}"/>
              </a:ext>
            </a:extLst>
          </p:cNvPr>
          <p:cNvSpPr/>
          <p:nvPr/>
        </p:nvSpPr>
        <p:spPr>
          <a:xfrm>
            <a:off x="1506436" y="4437112"/>
            <a:ext cx="1157699" cy="837453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AE0ADE68-22ED-C076-16C1-BC469813FDE2}"/>
              </a:ext>
            </a:extLst>
          </p:cNvPr>
          <p:cNvSpPr/>
          <p:nvPr/>
        </p:nvSpPr>
        <p:spPr>
          <a:xfrm>
            <a:off x="3074614" y="2793901"/>
            <a:ext cx="3781050" cy="1211163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부서</a:t>
            </a:r>
            <a:r>
              <a:rPr lang="en-US" altLang="ko-KR" sz="1100" b="1" dirty="0">
                <a:solidFill>
                  <a:schemeClr val="tx1"/>
                </a:solidFill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</a:rPr>
              <a:t>순차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합의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협조</a:t>
            </a:r>
          </a:p>
        </p:txBody>
      </p:sp>
      <p:sp>
        <p:nvSpPr>
          <p:cNvPr id="156" name="화살표: 오른쪽 155">
            <a:extLst>
              <a:ext uri="{FF2B5EF4-FFF2-40B4-BE49-F238E27FC236}">
                <a16:creationId xmlns:a16="http://schemas.microsoft.com/office/drawing/2014/main" id="{B249F03A-88C6-125E-1281-25EC515D45B3}"/>
              </a:ext>
            </a:extLst>
          </p:cNvPr>
          <p:cNvSpPr/>
          <p:nvPr/>
        </p:nvSpPr>
        <p:spPr>
          <a:xfrm>
            <a:off x="3074614" y="3400279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7" name="화살표: 오른쪽 156">
            <a:extLst>
              <a:ext uri="{FF2B5EF4-FFF2-40B4-BE49-F238E27FC236}">
                <a16:creationId xmlns:a16="http://schemas.microsoft.com/office/drawing/2014/main" id="{6F51E7E4-D876-25E1-1B84-E4EDBA742949}"/>
              </a:ext>
            </a:extLst>
          </p:cNvPr>
          <p:cNvSpPr/>
          <p:nvPr/>
        </p:nvSpPr>
        <p:spPr>
          <a:xfrm>
            <a:off x="6629230" y="3400279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82C7E6D-5BD5-A7EC-FBBD-DC0EB50CB943}"/>
              </a:ext>
            </a:extLst>
          </p:cNvPr>
          <p:cNvSpPr/>
          <p:nvPr/>
        </p:nvSpPr>
        <p:spPr>
          <a:xfrm>
            <a:off x="7229996" y="2478254"/>
            <a:ext cx="2331516" cy="3080040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참조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FF9D89E-4F5B-02A7-5F53-69A3F19918EA}"/>
              </a:ext>
            </a:extLst>
          </p:cNvPr>
          <p:cNvGrpSpPr/>
          <p:nvPr/>
        </p:nvGrpSpPr>
        <p:grpSpPr>
          <a:xfrm>
            <a:off x="7473280" y="2839259"/>
            <a:ext cx="1760937" cy="2358031"/>
            <a:chOff x="7473280" y="2791331"/>
            <a:chExt cx="1760937" cy="2358031"/>
          </a:xfrm>
        </p:grpSpPr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386EC92C-043D-FF63-25DA-C45050B87762}"/>
                </a:ext>
              </a:extLst>
            </p:cNvPr>
            <p:cNvGrpSpPr/>
            <p:nvPr/>
          </p:nvGrpSpPr>
          <p:grpSpPr>
            <a:xfrm>
              <a:off x="7639191" y="2791331"/>
              <a:ext cx="1595026" cy="1013390"/>
              <a:chOff x="8004385" y="2834957"/>
              <a:chExt cx="1595026" cy="1013390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3D021E92-7B97-4121-C1CE-1DB38355163C}"/>
                  </a:ext>
                </a:extLst>
              </p:cNvPr>
              <p:cNvGrpSpPr/>
              <p:nvPr/>
            </p:nvGrpSpPr>
            <p:grpSpPr>
              <a:xfrm>
                <a:off x="8853489" y="3155010"/>
                <a:ext cx="607859" cy="562022"/>
                <a:chOff x="1816471" y="3190097"/>
                <a:chExt cx="607859" cy="562022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DE8A1AD9-DA7F-DDD9-58E4-72CF173D97F9}"/>
                    </a:ext>
                  </a:extLst>
                </p:cNvPr>
                <p:cNvGrpSpPr/>
                <p:nvPr/>
              </p:nvGrpSpPr>
              <p:grpSpPr>
                <a:xfrm>
                  <a:off x="1965961" y="3190097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184" name="타원 183">
                    <a:extLst>
                      <a:ext uri="{FF2B5EF4-FFF2-40B4-BE49-F238E27FC236}">
                        <a16:creationId xmlns:a16="http://schemas.microsoft.com/office/drawing/2014/main" id="{3343F141-BE98-3147-127C-44BFFEDE126D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5" name="타원 4">
                    <a:extLst>
                      <a:ext uri="{FF2B5EF4-FFF2-40B4-BE49-F238E27FC236}">
                        <a16:creationId xmlns:a16="http://schemas.microsoft.com/office/drawing/2014/main" id="{53984B30-FD71-B457-561C-BE5C0F41C64A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1830BFFE-7C88-D40B-FA4C-9916C271CD9F}"/>
                    </a:ext>
                  </a:extLst>
                </p:cNvPr>
                <p:cNvSpPr txBox="1"/>
                <p:nvPr/>
              </p:nvSpPr>
              <p:spPr>
                <a:xfrm>
                  <a:off x="1816471" y="3490509"/>
                  <a:ext cx="607859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dirty="0" err="1">
                      <a:latin typeface="+mn-lt"/>
                      <a:ea typeface="+mn-ea"/>
                    </a:rPr>
                    <a:t>참조자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0" name="화살표: 오른쪽 169">
                <a:extLst>
                  <a:ext uri="{FF2B5EF4-FFF2-40B4-BE49-F238E27FC236}">
                    <a16:creationId xmlns:a16="http://schemas.microsoft.com/office/drawing/2014/main" id="{76F4FFBA-1973-C104-0B84-B285155DEB4F}"/>
                  </a:ext>
                </a:extLst>
              </p:cNvPr>
              <p:cNvSpPr/>
              <p:nvPr/>
            </p:nvSpPr>
            <p:spPr>
              <a:xfrm>
                <a:off x="8483960" y="3196234"/>
                <a:ext cx="225150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9BE8995F-022C-BD45-581C-0F0F9EC00B33}"/>
                  </a:ext>
                </a:extLst>
              </p:cNvPr>
              <p:cNvSpPr/>
              <p:nvPr/>
            </p:nvSpPr>
            <p:spPr>
              <a:xfrm>
                <a:off x="8715426" y="2834957"/>
                <a:ext cx="883985" cy="1013390"/>
              </a:xfrm>
              <a:prstGeom prst="rect">
                <a:avLst/>
              </a:prstGeom>
              <a:noFill/>
              <a:ln w="317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200" b="1" dirty="0" err="1">
                    <a:solidFill>
                      <a:schemeClr val="tx1"/>
                    </a:solidFill>
                  </a:rPr>
                  <a:t>사전참조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C642DD0-B542-6995-F3DD-6CC79273283D}"/>
                  </a:ext>
                </a:extLst>
              </p:cNvPr>
              <p:cNvGrpSpPr/>
              <p:nvPr/>
            </p:nvGrpSpPr>
            <p:grpSpPr>
              <a:xfrm>
                <a:off x="8004385" y="3155010"/>
                <a:ext cx="607859" cy="562022"/>
                <a:chOff x="1049555" y="1563813"/>
                <a:chExt cx="607859" cy="562022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AB5E3824-E286-7199-270B-D646E3C455C8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190" name="타원 189">
                    <a:extLst>
                      <a:ext uri="{FF2B5EF4-FFF2-40B4-BE49-F238E27FC236}">
                        <a16:creationId xmlns:a16="http://schemas.microsoft.com/office/drawing/2014/main" id="{1799B10D-83CB-A6BA-95FA-F73BDF6F163E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타원 4">
                    <a:extLst>
                      <a:ext uri="{FF2B5EF4-FFF2-40B4-BE49-F238E27FC236}">
                        <a16:creationId xmlns:a16="http://schemas.microsoft.com/office/drawing/2014/main" id="{B7C906C4-31EE-79B6-35C1-EFBBB467C966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6FB506D-E27B-A84B-4E83-F3446EF86DDE}"/>
                    </a:ext>
                  </a:extLst>
                </p:cNvPr>
                <p:cNvSpPr txBox="1"/>
                <p:nvPr/>
              </p:nvSpPr>
              <p:spPr>
                <a:xfrm>
                  <a:off x="1049555" y="1864225"/>
                  <a:ext cx="607859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기안자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192601F2-83EA-9AB1-2EA2-2986133ADDF1}"/>
                </a:ext>
              </a:extLst>
            </p:cNvPr>
            <p:cNvGrpSpPr/>
            <p:nvPr/>
          </p:nvGrpSpPr>
          <p:grpSpPr>
            <a:xfrm>
              <a:off x="7473280" y="4135972"/>
              <a:ext cx="1760937" cy="1013390"/>
              <a:chOff x="7135094" y="4135972"/>
              <a:chExt cx="1760937" cy="1013390"/>
            </a:xfrm>
          </p:grpSpPr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DD3088B5-E9F4-6A23-BD65-48A22C5F5BDE}"/>
                  </a:ext>
                </a:extLst>
              </p:cNvPr>
              <p:cNvGrpSpPr/>
              <p:nvPr/>
            </p:nvGrpSpPr>
            <p:grpSpPr>
              <a:xfrm>
                <a:off x="8150109" y="4456025"/>
                <a:ext cx="607859" cy="562022"/>
                <a:chOff x="1816471" y="3190097"/>
                <a:chExt cx="607859" cy="562022"/>
              </a:xfrm>
            </p:grpSpPr>
            <p:grpSp>
              <p:nvGrpSpPr>
                <p:cNvPr id="193" name="그룹 192">
                  <a:extLst>
                    <a:ext uri="{FF2B5EF4-FFF2-40B4-BE49-F238E27FC236}">
                      <a16:creationId xmlns:a16="http://schemas.microsoft.com/office/drawing/2014/main" id="{4BC1DB95-7DE5-2E89-780A-445B931A5494}"/>
                    </a:ext>
                  </a:extLst>
                </p:cNvPr>
                <p:cNvGrpSpPr/>
                <p:nvPr/>
              </p:nvGrpSpPr>
              <p:grpSpPr>
                <a:xfrm>
                  <a:off x="1965961" y="3190097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195" name="타원 194">
                    <a:extLst>
                      <a:ext uri="{FF2B5EF4-FFF2-40B4-BE49-F238E27FC236}">
                        <a16:creationId xmlns:a16="http://schemas.microsoft.com/office/drawing/2014/main" id="{399FA40A-D874-0F86-F766-D51A8627294C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타원 4">
                    <a:extLst>
                      <a:ext uri="{FF2B5EF4-FFF2-40B4-BE49-F238E27FC236}">
                        <a16:creationId xmlns:a16="http://schemas.microsoft.com/office/drawing/2014/main" id="{F3F98CFB-2995-7B9C-3BAB-BD8CB9D7FA13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F472134A-D62C-29AB-D3AB-98BC7AC4D2C2}"/>
                    </a:ext>
                  </a:extLst>
                </p:cNvPr>
                <p:cNvSpPr txBox="1"/>
                <p:nvPr/>
              </p:nvSpPr>
              <p:spPr>
                <a:xfrm>
                  <a:off x="1816471" y="3490509"/>
                  <a:ext cx="607859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dirty="0" err="1">
                      <a:latin typeface="+mn-lt"/>
                      <a:ea typeface="+mn-ea"/>
                    </a:rPr>
                    <a:t>참조자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7" name="화살표: 오른쪽 196">
                <a:extLst>
                  <a:ext uri="{FF2B5EF4-FFF2-40B4-BE49-F238E27FC236}">
                    <a16:creationId xmlns:a16="http://schemas.microsoft.com/office/drawing/2014/main" id="{1ECEBDA9-5080-F7E2-004F-8E8FBCCF2C66}"/>
                  </a:ext>
                </a:extLst>
              </p:cNvPr>
              <p:cNvSpPr/>
              <p:nvPr/>
            </p:nvSpPr>
            <p:spPr>
              <a:xfrm>
                <a:off x="7780580" y="4497249"/>
                <a:ext cx="225150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BFD457E4-5C49-F391-E4E0-DD54EE6C91B8}"/>
                  </a:ext>
                </a:extLst>
              </p:cNvPr>
              <p:cNvSpPr/>
              <p:nvPr/>
            </p:nvSpPr>
            <p:spPr>
              <a:xfrm>
                <a:off x="8012046" y="4135972"/>
                <a:ext cx="883985" cy="1013390"/>
              </a:xfrm>
              <a:prstGeom prst="rect">
                <a:avLst/>
              </a:prstGeom>
              <a:noFill/>
              <a:ln w="317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</a:rPr>
                  <a:t>사후참조</a:t>
                </a:r>
              </a:p>
            </p:txBody>
          </p: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C0F005DE-872F-C3BB-0EC0-AA7C8244C24A}"/>
                  </a:ext>
                </a:extLst>
              </p:cNvPr>
              <p:cNvGrpSpPr/>
              <p:nvPr/>
            </p:nvGrpSpPr>
            <p:grpSpPr>
              <a:xfrm>
                <a:off x="7135094" y="4456025"/>
                <a:ext cx="939681" cy="562022"/>
                <a:chOff x="883644" y="1563813"/>
                <a:chExt cx="939681" cy="562022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99C430E-64BD-9920-2ED4-C17931085163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202" name="타원 201">
                    <a:extLst>
                      <a:ext uri="{FF2B5EF4-FFF2-40B4-BE49-F238E27FC236}">
                        <a16:creationId xmlns:a16="http://schemas.microsoft.com/office/drawing/2014/main" id="{28F79A5B-272F-A86A-E83D-AEC48430F878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타원 4">
                    <a:extLst>
                      <a:ext uri="{FF2B5EF4-FFF2-40B4-BE49-F238E27FC236}">
                        <a16:creationId xmlns:a16="http://schemas.microsoft.com/office/drawing/2014/main" id="{C0377D7C-D6C0-0B2B-3D5D-E6C750AE2BF1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4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4A75A5A7-7236-180C-1943-CD2A19D19AEE}"/>
                    </a:ext>
                  </a:extLst>
                </p:cNvPr>
                <p:cNvSpPr txBox="1"/>
                <p:nvPr/>
              </p:nvSpPr>
              <p:spPr>
                <a:xfrm>
                  <a:off x="883644" y="1864225"/>
                  <a:ext cx="939681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최종 결재자</a:t>
                  </a:r>
                </a:p>
              </p:txBody>
            </p:sp>
          </p:grpSp>
        </p:grp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E7F7249B-C3E8-901F-2EB6-D09ABC65B160}"/>
              </a:ext>
            </a:extLst>
          </p:cNvPr>
          <p:cNvGrpSpPr/>
          <p:nvPr/>
        </p:nvGrpSpPr>
        <p:grpSpPr>
          <a:xfrm>
            <a:off x="1905557" y="1658736"/>
            <a:ext cx="2883722" cy="819518"/>
            <a:chOff x="1905557" y="1658736"/>
            <a:chExt cx="2883722" cy="819518"/>
          </a:xfrm>
        </p:grpSpPr>
        <p:cxnSp>
          <p:nvCxnSpPr>
            <p:cNvPr id="208" name="연결선: 꺾임 207">
              <a:extLst>
                <a:ext uri="{FF2B5EF4-FFF2-40B4-BE49-F238E27FC236}">
                  <a16:creationId xmlns:a16="http://schemas.microsoft.com/office/drawing/2014/main" id="{6C4AE8D3-E971-0CED-5035-043658AC8B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563857" y="2000436"/>
              <a:ext cx="819518" cy="13611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연결선: 꺾임 213">
              <a:extLst>
                <a:ext uri="{FF2B5EF4-FFF2-40B4-BE49-F238E27FC236}">
                  <a16:creationId xmlns:a16="http://schemas.microsoft.com/office/drawing/2014/main" id="{4450C8E4-C9B2-FB98-0113-2D6F8B75BF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10098" y="1390313"/>
              <a:ext cx="819518" cy="13563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연결선: 꺾임 221">
              <a:extLst>
                <a:ext uri="{FF2B5EF4-FFF2-40B4-BE49-F238E27FC236}">
                  <a16:creationId xmlns:a16="http://schemas.microsoft.com/office/drawing/2014/main" id="{262B2262-5CBF-3687-B067-4D43A48595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05718" y="694693"/>
              <a:ext cx="819518" cy="274760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10509259-8FF5-1FE9-18F0-01FC2E5B08A3}"/>
              </a:ext>
            </a:extLst>
          </p:cNvPr>
          <p:cNvSpPr txBox="1"/>
          <p:nvPr/>
        </p:nvSpPr>
        <p:spPr>
          <a:xfrm>
            <a:off x="1097046" y="5571134"/>
            <a:ext cx="5210081" cy="46474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합의자가 반려해도 결재 프로세스는 진행됨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동의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거부 의견을 제시함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협조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협조자가 반려 시 결재 프로세스는 종료됨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승인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반려의 의미로 사용됨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0A17473-752B-A00C-F2A5-58F459212885}"/>
              </a:ext>
            </a:extLst>
          </p:cNvPr>
          <p:cNvSpPr txBox="1"/>
          <p:nvPr/>
        </p:nvSpPr>
        <p:spPr>
          <a:xfrm>
            <a:off x="7128792" y="5571134"/>
            <a:ext cx="2432720" cy="8032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사전참조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결재문서 작성과 함께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참조자가 문서를 확인할 수 있음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 err="1">
                <a:latin typeface="+mn-lt"/>
                <a:ea typeface="+mn-ea"/>
              </a:rPr>
              <a:t>사후참조</a:t>
            </a:r>
            <a:r>
              <a:rPr kumimoji="0" lang="ko-KR" altLang="en-US" sz="1100" dirty="0">
                <a:latin typeface="+mn-lt"/>
                <a:ea typeface="+mn-ea"/>
              </a:rPr>
              <a:t> </a:t>
            </a:r>
            <a:r>
              <a:rPr kumimoji="0" lang="en-US" altLang="ko-KR" sz="1100" dirty="0">
                <a:latin typeface="+mn-lt"/>
                <a:ea typeface="+mn-ea"/>
              </a:rPr>
              <a:t>: </a:t>
            </a:r>
            <a:r>
              <a:rPr kumimoji="0" lang="ko-KR" altLang="en-US" sz="1100" dirty="0">
                <a:latin typeface="+mn-lt"/>
                <a:ea typeface="+mn-ea"/>
              </a:rPr>
              <a:t>최종 결재 완료 후 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참조자가 문서를 확인할 수 있음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5AF6BFB-4DDB-B6F1-0A86-943333FC2D07}"/>
              </a:ext>
            </a:extLst>
          </p:cNvPr>
          <p:cNvSpPr txBox="1"/>
          <p:nvPr/>
        </p:nvSpPr>
        <p:spPr>
          <a:xfrm>
            <a:off x="1097046" y="6099475"/>
            <a:ext cx="434926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anose="020B0503020000020004" pitchFamily="50" charset="-127"/>
              <a:buChar char="※"/>
              <a:tabLst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 Process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와 참조 는 모든 결재 유형에서 공통적으로 사용됨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5DB37E0-0D06-871F-53A5-5B581EAFA527}"/>
              </a:ext>
            </a:extLst>
          </p:cNvPr>
          <p:cNvGrpSpPr/>
          <p:nvPr/>
        </p:nvGrpSpPr>
        <p:grpSpPr>
          <a:xfrm>
            <a:off x="3328420" y="3349970"/>
            <a:ext cx="748923" cy="562022"/>
            <a:chOff x="1745941" y="3190097"/>
            <a:chExt cx="748923" cy="562022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F5E8C086-40CC-E72D-7E39-B32651131835}"/>
                </a:ext>
              </a:extLst>
            </p:cNvPr>
            <p:cNvGrpSpPr/>
            <p:nvPr/>
          </p:nvGrpSpPr>
          <p:grpSpPr>
            <a:xfrm>
              <a:off x="1965961" y="3190097"/>
              <a:ext cx="308880" cy="308880"/>
              <a:chOff x="213166" y="115560"/>
              <a:chExt cx="308880" cy="308880"/>
            </a:xfrm>
          </p:grpSpPr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2F7182B8-AD06-8820-7675-3C392C496512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0" name="타원 4">
                <a:extLst>
                  <a:ext uri="{FF2B5EF4-FFF2-40B4-BE49-F238E27FC236}">
                    <a16:creationId xmlns:a16="http://schemas.microsoft.com/office/drawing/2014/main" id="{007ECB57-6C37-1BBF-F288-3395CAD042D5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1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2D11BA8-B7D6-319F-F835-AF8D63E267ED}"/>
                </a:ext>
              </a:extLst>
            </p:cNvPr>
            <p:cNvSpPr txBox="1"/>
            <p:nvPr/>
          </p:nvSpPr>
          <p:spPr>
            <a:xfrm>
              <a:off x="1745941" y="3490509"/>
              <a:ext cx="748923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재기안자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51B24E08-C42D-6DC6-5558-B779B04E2FBC}"/>
              </a:ext>
            </a:extLst>
          </p:cNvPr>
          <p:cNvGrpSpPr/>
          <p:nvPr/>
        </p:nvGrpSpPr>
        <p:grpSpPr>
          <a:xfrm>
            <a:off x="4215406" y="3349970"/>
            <a:ext cx="607860" cy="562022"/>
            <a:chOff x="2671513" y="3190097"/>
            <a:chExt cx="607860" cy="562022"/>
          </a:xfrm>
        </p:grpSpPr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CE8655E1-F8CA-A1EF-572A-42A5712F3BF5}"/>
                </a:ext>
              </a:extLst>
            </p:cNvPr>
            <p:cNvGrpSpPr/>
            <p:nvPr/>
          </p:nvGrpSpPr>
          <p:grpSpPr>
            <a:xfrm>
              <a:off x="2821004" y="3190097"/>
              <a:ext cx="308880" cy="308880"/>
              <a:chOff x="213166" y="115560"/>
              <a:chExt cx="308880" cy="308880"/>
            </a:xfrm>
          </p:grpSpPr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DC454ADE-99E7-6981-F936-8D160AA20D15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5" name="타원 4">
                <a:extLst>
                  <a:ext uri="{FF2B5EF4-FFF2-40B4-BE49-F238E27FC236}">
                    <a16:creationId xmlns:a16="http://schemas.microsoft.com/office/drawing/2014/main" id="{B6AC2917-4322-DF58-01A4-D9C441CBE0F1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2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CDBA4DD-828F-C451-797F-E866242E349E}"/>
                </a:ext>
              </a:extLst>
            </p:cNvPr>
            <p:cNvSpPr txBox="1"/>
            <p:nvPr/>
          </p:nvSpPr>
          <p:spPr>
            <a:xfrm>
              <a:off x="2671513" y="3490509"/>
              <a:ext cx="607860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dirty="0">
                  <a:latin typeface="+mn-lt"/>
                  <a:ea typeface="+mn-ea"/>
                </a:rPr>
                <a:t>결재자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C35C618D-F808-58BB-F36E-6C1F9EF07141}"/>
              </a:ext>
            </a:extLst>
          </p:cNvPr>
          <p:cNvSpPr/>
          <p:nvPr/>
        </p:nvSpPr>
        <p:spPr>
          <a:xfrm>
            <a:off x="3370623" y="3106978"/>
            <a:ext cx="1418380" cy="805014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부서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FCC28F31-5859-C5BE-1146-78159A052822}"/>
              </a:ext>
            </a:extLst>
          </p:cNvPr>
          <p:cNvSpPr/>
          <p:nvPr/>
        </p:nvSpPr>
        <p:spPr>
          <a:xfrm>
            <a:off x="3899839" y="3393390"/>
            <a:ext cx="438752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6494966-E40C-11EE-1331-AE03F41110DB}"/>
              </a:ext>
            </a:extLst>
          </p:cNvPr>
          <p:cNvGrpSpPr/>
          <p:nvPr/>
        </p:nvGrpSpPr>
        <p:grpSpPr>
          <a:xfrm>
            <a:off x="5105728" y="3347939"/>
            <a:ext cx="748923" cy="562022"/>
            <a:chOff x="1745941" y="3190097"/>
            <a:chExt cx="748923" cy="562022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63D8485C-901D-71B8-6584-D7725EC8217F}"/>
                </a:ext>
              </a:extLst>
            </p:cNvPr>
            <p:cNvGrpSpPr/>
            <p:nvPr/>
          </p:nvGrpSpPr>
          <p:grpSpPr>
            <a:xfrm>
              <a:off x="1965961" y="3190097"/>
              <a:ext cx="308880" cy="308880"/>
              <a:chOff x="213166" y="115560"/>
              <a:chExt cx="308880" cy="308880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C4553F42-C161-2284-6334-1186A3F7498E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타원 4">
                <a:extLst>
                  <a:ext uri="{FF2B5EF4-FFF2-40B4-BE49-F238E27FC236}">
                    <a16:creationId xmlns:a16="http://schemas.microsoft.com/office/drawing/2014/main" id="{911ABAEA-B852-4C6B-708F-ECB87C7DF68E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1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3B0B-E616-875F-4748-106AABCC404E}"/>
                </a:ext>
              </a:extLst>
            </p:cNvPr>
            <p:cNvSpPr txBox="1"/>
            <p:nvPr/>
          </p:nvSpPr>
          <p:spPr>
            <a:xfrm>
              <a:off x="1745941" y="3490509"/>
              <a:ext cx="748923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재기안자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6258D1-C511-1940-C28E-87FC8727CB24}"/>
              </a:ext>
            </a:extLst>
          </p:cNvPr>
          <p:cNvGrpSpPr/>
          <p:nvPr/>
        </p:nvGrpSpPr>
        <p:grpSpPr>
          <a:xfrm>
            <a:off x="5992714" y="3347939"/>
            <a:ext cx="607860" cy="562022"/>
            <a:chOff x="2671513" y="3190097"/>
            <a:chExt cx="607860" cy="562022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6A810AF-8F70-63E8-9C0C-2F68C2A1BC29}"/>
                </a:ext>
              </a:extLst>
            </p:cNvPr>
            <p:cNvGrpSpPr/>
            <p:nvPr/>
          </p:nvGrpSpPr>
          <p:grpSpPr>
            <a:xfrm>
              <a:off x="2821004" y="3190097"/>
              <a:ext cx="308880" cy="308880"/>
              <a:chOff x="213166" y="115560"/>
              <a:chExt cx="308880" cy="308880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A75F849D-4167-0DA7-584F-5C14F44C4985}"/>
                  </a:ext>
                </a:extLst>
              </p:cNvPr>
              <p:cNvSpPr/>
              <p:nvPr/>
            </p:nvSpPr>
            <p:spPr>
              <a:xfrm>
                <a:off x="213166" y="115560"/>
                <a:ext cx="308880" cy="30888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타원 4">
                <a:extLst>
                  <a:ext uri="{FF2B5EF4-FFF2-40B4-BE49-F238E27FC236}">
                    <a16:creationId xmlns:a16="http://schemas.microsoft.com/office/drawing/2014/main" id="{89D22C62-8BAE-8F88-A463-F2ACBEEA4A42}"/>
                  </a:ext>
                </a:extLst>
              </p:cNvPr>
              <p:cNvSpPr txBox="1"/>
              <p:nvPr/>
            </p:nvSpPr>
            <p:spPr>
              <a:xfrm>
                <a:off x="258400" y="160794"/>
                <a:ext cx="218412" cy="2184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marL="0" lvl="0" indent="0" algn="ctr" defTabSz="444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1000" kern="1200" dirty="0">
                    <a:latin typeface="+mn-ea"/>
                    <a:ea typeface="+mn-ea"/>
                  </a:rPr>
                  <a:t>2</a:t>
                </a:r>
                <a:endParaRPr lang="ko-KR" altLang="en-US" sz="1000" kern="1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A6E037-BF3F-BB23-FE5E-CE31F387D640}"/>
                </a:ext>
              </a:extLst>
            </p:cNvPr>
            <p:cNvSpPr txBox="1"/>
            <p:nvPr/>
          </p:nvSpPr>
          <p:spPr>
            <a:xfrm>
              <a:off x="2671513" y="3490509"/>
              <a:ext cx="607860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r>
                <a:rPr kumimoji="0" lang="ko-KR" altLang="en-US" sz="1100" b="1" dirty="0">
                  <a:latin typeface="+mn-lt"/>
                  <a:ea typeface="+mn-ea"/>
                </a:rPr>
                <a:t>결재자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882D24-6884-1841-0CF3-7B498C3BD805}"/>
              </a:ext>
            </a:extLst>
          </p:cNvPr>
          <p:cNvSpPr/>
          <p:nvPr/>
        </p:nvSpPr>
        <p:spPr>
          <a:xfrm>
            <a:off x="5147931" y="3104947"/>
            <a:ext cx="1418380" cy="805014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부서</a:t>
            </a:r>
            <a:r>
              <a:rPr lang="en-US" altLang="ko-KR" sz="1200" b="1" dirty="0">
                <a:solidFill>
                  <a:schemeClr val="tx1"/>
                </a:solidFill>
              </a:rPr>
              <a:t>2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5AB3BE4E-647A-6881-7E6B-6BAFD7D0044C}"/>
              </a:ext>
            </a:extLst>
          </p:cNvPr>
          <p:cNvSpPr/>
          <p:nvPr/>
        </p:nvSpPr>
        <p:spPr>
          <a:xfrm>
            <a:off x="5677147" y="3391359"/>
            <a:ext cx="438752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5F953D2F-6C7D-2CE4-6A35-D674F311EC4E}"/>
              </a:ext>
            </a:extLst>
          </p:cNvPr>
          <p:cNvSpPr/>
          <p:nvPr/>
        </p:nvSpPr>
        <p:spPr>
          <a:xfrm>
            <a:off x="4828281" y="3400279"/>
            <a:ext cx="272432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F155B2-B464-F428-93F7-8A1B59B9BC67}"/>
              </a:ext>
            </a:extLst>
          </p:cNvPr>
          <p:cNvSpPr txBox="1"/>
          <p:nvPr/>
        </p:nvSpPr>
        <p:spPr>
          <a:xfrm>
            <a:off x="1940116" y="4843678"/>
            <a:ext cx="689612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</a:t>
            </a:r>
            <a:r>
              <a:rPr kumimoji="0" lang="en-US" altLang="ko-KR" sz="1100" b="1" dirty="0">
                <a:latin typeface="+mn-lt"/>
                <a:ea typeface="+mn-ea"/>
              </a:rPr>
              <a:t>/</a:t>
            </a:r>
            <a:br>
              <a:rPr kumimoji="0" lang="en-US" altLang="ko-KR" sz="1100" b="1" dirty="0">
                <a:latin typeface="+mn-lt"/>
                <a:ea typeface="+mn-ea"/>
              </a:rPr>
            </a:br>
            <a:r>
              <a:rPr kumimoji="0" lang="ko-KR" altLang="en-US" sz="1100" b="1" dirty="0">
                <a:latin typeface="+mn-lt"/>
                <a:ea typeface="+mn-ea"/>
              </a:rPr>
              <a:t>협조자</a:t>
            </a:r>
            <a:r>
              <a:rPr kumimoji="0" lang="en-US" altLang="ko-KR" sz="1100" b="1" dirty="0">
                <a:latin typeface="+mn-lt"/>
                <a:ea typeface="+mn-ea"/>
              </a:rPr>
              <a:t>2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74C24CD-1659-BB35-4660-E387ACE297FF}"/>
              </a:ext>
            </a:extLst>
          </p:cNvPr>
          <p:cNvSpPr/>
          <p:nvPr/>
        </p:nvSpPr>
        <p:spPr>
          <a:xfrm>
            <a:off x="3081504" y="4090045"/>
            <a:ext cx="3781050" cy="1382730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부서</a:t>
            </a:r>
            <a:r>
              <a:rPr lang="en-US" altLang="ko-KR" sz="1100" b="1" dirty="0">
                <a:solidFill>
                  <a:schemeClr val="tx1"/>
                </a:solidFill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</a:rPr>
              <a:t>병렬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합의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협조</a:t>
            </a: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4B4856B7-93F8-475D-ADBC-5937A9B1A9FA}"/>
              </a:ext>
            </a:extLst>
          </p:cNvPr>
          <p:cNvSpPr/>
          <p:nvPr/>
        </p:nvSpPr>
        <p:spPr>
          <a:xfrm>
            <a:off x="3081504" y="4765850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B6EB7C64-F4E7-FB8B-8DE8-49CF551A33F9}"/>
              </a:ext>
            </a:extLst>
          </p:cNvPr>
          <p:cNvSpPr/>
          <p:nvPr/>
        </p:nvSpPr>
        <p:spPr>
          <a:xfrm>
            <a:off x="6636120" y="4765850"/>
            <a:ext cx="225150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539622F-DF80-D617-1F83-721F2B0FEC20}"/>
              </a:ext>
            </a:extLst>
          </p:cNvPr>
          <p:cNvGrpSpPr/>
          <p:nvPr/>
        </p:nvGrpSpPr>
        <p:grpSpPr>
          <a:xfrm>
            <a:off x="3493884" y="4446655"/>
            <a:ext cx="2943640" cy="836447"/>
            <a:chOff x="3503422" y="4446655"/>
            <a:chExt cx="2943640" cy="836447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AA2D7A50-3243-6BC5-941D-86B1769D24F0}"/>
                </a:ext>
              </a:extLst>
            </p:cNvPr>
            <p:cNvGrpSpPr/>
            <p:nvPr/>
          </p:nvGrpSpPr>
          <p:grpSpPr>
            <a:xfrm>
              <a:off x="3503422" y="4446655"/>
              <a:ext cx="2943640" cy="394030"/>
              <a:chOff x="3377512" y="4403122"/>
              <a:chExt cx="2943640" cy="394030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D772C9B7-3D4C-3033-8B28-2CE148FB1DD4}"/>
                  </a:ext>
                </a:extLst>
              </p:cNvPr>
              <p:cNvGrpSpPr/>
              <p:nvPr/>
            </p:nvGrpSpPr>
            <p:grpSpPr>
              <a:xfrm>
                <a:off x="4016896" y="4440178"/>
                <a:ext cx="308880" cy="308880"/>
                <a:chOff x="213166" y="115560"/>
                <a:chExt cx="308880" cy="308880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FA008A28-9859-957F-5B4E-350524E269C2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타원 4">
                  <a:extLst>
                    <a:ext uri="{FF2B5EF4-FFF2-40B4-BE49-F238E27FC236}">
                      <a16:creationId xmlns:a16="http://schemas.microsoft.com/office/drawing/2014/main" id="{88175FAF-9366-CF0A-4E96-05535651836B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091E4B6-6DEE-2429-8DD6-7BCB99BC815B}"/>
                  </a:ext>
                </a:extLst>
              </p:cNvPr>
              <p:cNvSpPr txBox="1"/>
              <p:nvPr/>
            </p:nvSpPr>
            <p:spPr>
              <a:xfrm>
                <a:off x="4258224" y="4463813"/>
                <a:ext cx="748923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재기안자</a:t>
                </a: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1E5BDC1D-25D4-A88A-01AF-622AA324A87D}"/>
                  </a:ext>
                </a:extLst>
              </p:cNvPr>
              <p:cNvGrpSpPr/>
              <p:nvPr/>
            </p:nvGrpSpPr>
            <p:grpSpPr>
              <a:xfrm>
                <a:off x="5472967" y="4440178"/>
                <a:ext cx="308880" cy="308880"/>
                <a:chOff x="213166" y="115560"/>
                <a:chExt cx="308880" cy="308880"/>
              </a:xfrm>
            </p:grpSpPr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AC6D826E-CFC7-231D-19ED-923193D5C279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4" name="타원 4">
                  <a:extLst>
                    <a:ext uri="{FF2B5EF4-FFF2-40B4-BE49-F238E27FC236}">
                      <a16:creationId xmlns:a16="http://schemas.microsoft.com/office/drawing/2014/main" id="{F63C843B-9A14-2402-1A84-D7C8A8292512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9EF89A-CC56-0189-2B86-BA59722FAFE7}"/>
                  </a:ext>
                </a:extLst>
              </p:cNvPr>
              <p:cNvSpPr txBox="1"/>
              <p:nvPr/>
            </p:nvSpPr>
            <p:spPr>
              <a:xfrm>
                <a:off x="5713292" y="4463813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dirty="0">
                    <a:latin typeface="+mn-lt"/>
                    <a:ea typeface="+mn-ea"/>
                  </a:rPr>
                  <a:t>결재자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8E9A5C4D-9CA8-C107-A52C-92525C035BF7}"/>
                  </a:ext>
                </a:extLst>
              </p:cNvPr>
              <p:cNvSpPr/>
              <p:nvPr/>
            </p:nvSpPr>
            <p:spPr>
              <a:xfrm>
                <a:off x="3377512" y="4403122"/>
                <a:ext cx="2929615" cy="394030"/>
              </a:xfrm>
              <a:prstGeom prst="rect">
                <a:avLst/>
              </a:prstGeom>
              <a:noFill/>
              <a:ln w="317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화살표: 오른쪽 65">
                <a:extLst>
                  <a:ext uri="{FF2B5EF4-FFF2-40B4-BE49-F238E27FC236}">
                    <a16:creationId xmlns:a16="http://schemas.microsoft.com/office/drawing/2014/main" id="{F85749A3-8955-5D40-87F5-6679C9116C4F}"/>
                  </a:ext>
                </a:extLst>
              </p:cNvPr>
              <p:cNvSpPr/>
              <p:nvPr/>
            </p:nvSpPr>
            <p:spPr>
              <a:xfrm>
                <a:off x="4988528" y="4485412"/>
                <a:ext cx="438752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F8F9AD42-C494-CDCA-7E6F-5B1E0DE66DF9}"/>
                </a:ext>
              </a:extLst>
            </p:cNvPr>
            <p:cNvGrpSpPr/>
            <p:nvPr/>
          </p:nvGrpSpPr>
          <p:grpSpPr>
            <a:xfrm>
              <a:off x="3503422" y="4889072"/>
              <a:ext cx="2943640" cy="394030"/>
              <a:chOff x="3377512" y="4403122"/>
              <a:chExt cx="2943640" cy="394030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B30241C2-983F-1C85-98D9-DCF92A141C0A}"/>
                  </a:ext>
                </a:extLst>
              </p:cNvPr>
              <p:cNvGrpSpPr/>
              <p:nvPr/>
            </p:nvGrpSpPr>
            <p:grpSpPr>
              <a:xfrm>
                <a:off x="4016896" y="4440178"/>
                <a:ext cx="308880" cy="308880"/>
                <a:chOff x="213166" y="115560"/>
                <a:chExt cx="308880" cy="308880"/>
              </a:xfrm>
            </p:grpSpPr>
            <p:sp>
              <p:nvSpPr>
                <p:cNvPr id="173" name="타원 172">
                  <a:extLst>
                    <a:ext uri="{FF2B5EF4-FFF2-40B4-BE49-F238E27FC236}">
                      <a16:creationId xmlns:a16="http://schemas.microsoft.com/office/drawing/2014/main" id="{4459489C-C3E9-D92D-B79E-B397971197A7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4" name="타원 4">
                  <a:extLst>
                    <a:ext uri="{FF2B5EF4-FFF2-40B4-BE49-F238E27FC236}">
                      <a16:creationId xmlns:a16="http://schemas.microsoft.com/office/drawing/2014/main" id="{D84034C9-9489-3CD8-F96B-35153E3C85A6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62C69D5-A0FF-5B23-4085-A57C20FAAAB1}"/>
                  </a:ext>
                </a:extLst>
              </p:cNvPr>
              <p:cNvSpPr txBox="1"/>
              <p:nvPr/>
            </p:nvSpPr>
            <p:spPr>
              <a:xfrm>
                <a:off x="4258224" y="4463813"/>
                <a:ext cx="748923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재기안자</a:t>
                </a: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2932E879-FF3A-C406-1591-2F99706CD0D5}"/>
                  </a:ext>
                </a:extLst>
              </p:cNvPr>
              <p:cNvGrpSpPr/>
              <p:nvPr/>
            </p:nvGrpSpPr>
            <p:grpSpPr>
              <a:xfrm>
                <a:off x="5472967" y="4440178"/>
                <a:ext cx="308880" cy="308880"/>
                <a:chOff x="213166" y="115560"/>
                <a:chExt cx="308880" cy="308880"/>
              </a:xfrm>
            </p:grpSpPr>
            <p:sp>
              <p:nvSpPr>
                <p:cNvPr id="169" name="타원 168">
                  <a:extLst>
                    <a:ext uri="{FF2B5EF4-FFF2-40B4-BE49-F238E27FC236}">
                      <a16:creationId xmlns:a16="http://schemas.microsoft.com/office/drawing/2014/main" id="{957E7216-4213-84BD-3BF5-793CBF04849E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1" name="타원 4">
                  <a:extLst>
                    <a:ext uri="{FF2B5EF4-FFF2-40B4-BE49-F238E27FC236}">
                      <a16:creationId xmlns:a16="http://schemas.microsoft.com/office/drawing/2014/main" id="{0753C95A-8A1C-4FE6-A5BE-E5053DF4731B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2626EE5-1D7C-36A0-2F49-4A94042B2B7F}"/>
                  </a:ext>
                </a:extLst>
              </p:cNvPr>
              <p:cNvSpPr txBox="1"/>
              <p:nvPr/>
            </p:nvSpPr>
            <p:spPr>
              <a:xfrm>
                <a:off x="5713292" y="4463813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dirty="0">
                    <a:latin typeface="+mn-lt"/>
                    <a:ea typeface="+mn-ea"/>
                  </a:rPr>
                  <a:t>결재자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54F44A7C-2A22-234B-9D3B-3EB5D10A2F0F}"/>
                  </a:ext>
                </a:extLst>
              </p:cNvPr>
              <p:cNvSpPr/>
              <p:nvPr/>
            </p:nvSpPr>
            <p:spPr>
              <a:xfrm>
                <a:off x="3377512" y="4403122"/>
                <a:ext cx="2929615" cy="394030"/>
              </a:xfrm>
              <a:prstGeom prst="rect">
                <a:avLst/>
              </a:prstGeom>
              <a:noFill/>
              <a:ln w="3175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화살표: 오른쪽 165">
                <a:extLst>
                  <a:ext uri="{FF2B5EF4-FFF2-40B4-BE49-F238E27FC236}">
                    <a16:creationId xmlns:a16="http://schemas.microsoft.com/office/drawing/2014/main" id="{7B82E72F-8C0F-9815-8FCA-CFAF4DC4174E}"/>
                  </a:ext>
                </a:extLst>
              </p:cNvPr>
              <p:cNvSpPr/>
              <p:nvPr/>
            </p:nvSpPr>
            <p:spPr>
              <a:xfrm>
                <a:off x="4988528" y="4485412"/>
                <a:ext cx="438752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6DD2ED02-2BC5-7E5C-A7BF-6911D8008369}"/>
              </a:ext>
            </a:extLst>
          </p:cNvPr>
          <p:cNvSpPr/>
          <p:nvPr/>
        </p:nvSpPr>
        <p:spPr>
          <a:xfrm>
            <a:off x="3370623" y="4363923"/>
            <a:ext cx="3190163" cy="1022266"/>
          </a:xfrm>
          <a:prstGeom prst="rect">
            <a:avLst/>
          </a:prstGeom>
          <a:noFill/>
          <a:ln w="31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38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6B389A7B-01A6-453A-E751-219EA678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" y="1268761"/>
            <a:ext cx="6297392" cy="2016224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보고</a:t>
            </a:r>
            <a:r>
              <a:rPr lang="en-US" altLang="ko-KR" b="1" dirty="0">
                <a:latin typeface="+mj-ea"/>
              </a:rPr>
              <a:t>/</a:t>
            </a:r>
            <a:r>
              <a:rPr lang="ko-KR" altLang="en-US" b="1" dirty="0">
                <a:latin typeface="+mj-ea"/>
              </a:rPr>
              <a:t>품의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품의 유형의 결재선 형태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21471A-04CE-2E1D-802E-C78226BD7C1C}"/>
              </a:ext>
            </a:extLst>
          </p:cNvPr>
          <p:cNvSpPr/>
          <p:nvPr/>
        </p:nvSpPr>
        <p:spPr>
          <a:xfrm>
            <a:off x="4160914" y="1268760"/>
            <a:ext cx="2520280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29371B-5493-4164-BB5B-4899BDFEC6A0}"/>
              </a:ext>
            </a:extLst>
          </p:cNvPr>
          <p:cNvSpPr/>
          <p:nvPr/>
        </p:nvSpPr>
        <p:spPr>
          <a:xfrm>
            <a:off x="383801" y="2393369"/>
            <a:ext cx="6297392" cy="89161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8ACDE-F30F-F550-C0B4-7C4B1AD31D60}"/>
              </a:ext>
            </a:extLst>
          </p:cNvPr>
          <p:cNvSpPr txBox="1"/>
          <p:nvPr/>
        </p:nvSpPr>
        <p:spPr>
          <a:xfrm>
            <a:off x="6897216" y="1990002"/>
            <a:ext cx="263565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기안자</a:t>
            </a:r>
            <a:r>
              <a:rPr kumimoji="0" lang="ko-KR" altLang="en-US" sz="1100" dirty="0">
                <a:latin typeface="+mn-lt"/>
                <a:ea typeface="+mn-ea"/>
              </a:rPr>
              <a:t> </a:t>
            </a:r>
            <a:r>
              <a:rPr kumimoji="0" lang="en-US" altLang="ko-KR" sz="1100" dirty="0">
                <a:latin typeface="+mn-lt"/>
                <a:ea typeface="+mn-ea"/>
              </a:rPr>
              <a:t>~</a:t>
            </a:r>
            <a:r>
              <a:rPr kumimoji="0" lang="ko-KR" altLang="en-US" sz="1100" dirty="0">
                <a:latin typeface="+mn-lt"/>
                <a:ea typeface="+mn-ea"/>
              </a:rPr>
              <a:t> </a:t>
            </a:r>
            <a:r>
              <a:rPr kumimoji="0" lang="ko-KR" altLang="en-US" sz="1100" dirty="0" err="1">
                <a:latin typeface="+mn-lt"/>
                <a:ea typeface="+mn-ea"/>
              </a:rPr>
              <a:t>최종결재자를</a:t>
            </a:r>
            <a:r>
              <a:rPr kumimoji="0" lang="ko-KR" altLang="en-US" sz="1100" dirty="0">
                <a:latin typeface="+mn-lt"/>
                <a:ea typeface="+mn-ea"/>
              </a:rPr>
              <a:t>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5204FEA2-20FF-8705-76A6-AE83F52287E4}"/>
              </a:ext>
            </a:extLst>
          </p:cNvPr>
          <p:cNvCxnSpPr>
            <a:cxnSpLocks/>
            <a:stCxn id="13" idx="3"/>
            <a:endCxn id="15" idx="0"/>
          </p:cNvCxnSpPr>
          <p:nvPr/>
        </p:nvCxnSpPr>
        <p:spPr>
          <a:xfrm>
            <a:off x="6681194" y="1789327"/>
            <a:ext cx="1533851" cy="2006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8367FE-7898-E2F6-28C1-D6788BFFD4B5}"/>
              </a:ext>
            </a:extLst>
          </p:cNvPr>
          <p:cNvSpPr txBox="1"/>
          <p:nvPr/>
        </p:nvSpPr>
        <p:spPr>
          <a:xfrm>
            <a:off x="6897216" y="2996953"/>
            <a:ext cx="2880966" cy="60016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Sub Process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의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협조자 표시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결재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와 결재문서 본문 중간에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형태로 표시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93801E3-4709-9591-9A70-D7E0EFD4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2" y="3385752"/>
            <a:ext cx="6297391" cy="323079"/>
          </a:xfrm>
          <a:prstGeom prst="rect">
            <a:avLst/>
          </a:prstGeom>
        </p:spPr>
      </p:pic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972B9BEB-5BE4-2CF0-5594-A07D3279D2E2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>
            <a:off x="6681193" y="2839177"/>
            <a:ext cx="1656506" cy="15777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238EE45-F4F7-94E5-E958-A145294829E7}"/>
              </a:ext>
            </a:extLst>
          </p:cNvPr>
          <p:cNvSpPr/>
          <p:nvPr/>
        </p:nvSpPr>
        <p:spPr>
          <a:xfrm>
            <a:off x="383801" y="3376699"/>
            <a:ext cx="6297392" cy="34504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4F8EDE-FC5D-29BF-E197-42A4B940ACF1}"/>
              </a:ext>
            </a:extLst>
          </p:cNvPr>
          <p:cNvSpPr txBox="1"/>
          <p:nvPr/>
        </p:nvSpPr>
        <p:spPr>
          <a:xfrm>
            <a:off x="4381727" y="4052973"/>
            <a:ext cx="3451593" cy="60016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사전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사후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참조</a:t>
            </a:r>
            <a:r>
              <a:rPr kumimoji="0" lang="ko-KR" altLang="en-US" sz="1100" dirty="0">
                <a:latin typeface="+mn-lt"/>
                <a:ea typeface="+mn-ea"/>
              </a:rPr>
              <a:t>자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표시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(Sub Process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의 결재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와 결재문서 본문 중간에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형태로 표시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F5D67EF8-835C-C9DE-E46E-CC3FC8BC9972}"/>
              </a:ext>
            </a:extLst>
          </p:cNvPr>
          <p:cNvCxnSpPr>
            <a:cxnSpLocks/>
            <a:stCxn id="36" idx="2"/>
            <a:endCxn id="37" idx="1"/>
          </p:cNvCxnSpPr>
          <p:nvPr/>
        </p:nvCxnSpPr>
        <p:spPr>
          <a:xfrm rot="16200000" flipH="1">
            <a:off x="3641455" y="3612782"/>
            <a:ext cx="631315" cy="8492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72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보고</a:t>
            </a:r>
            <a:r>
              <a:rPr lang="en-US" altLang="ko-KR" b="1" dirty="0">
                <a:latin typeface="+mj-ea"/>
              </a:rPr>
              <a:t>/</a:t>
            </a:r>
            <a:r>
              <a:rPr lang="ko-KR" altLang="en-US" b="1" dirty="0">
                <a:latin typeface="+mj-ea"/>
              </a:rPr>
              <a:t>품의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결재 용어 확인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E977F3-532B-3233-16D3-DF9C4E235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758672"/>
              </p:ext>
            </p:extLst>
          </p:nvPr>
        </p:nvGraphicFramePr>
        <p:xfrm>
          <a:off x="497948" y="1256663"/>
          <a:ext cx="9063564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고객사 용어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기안자가 결재문서를 작성하여 결재 요청하는 행위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5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결재자가 승인 요청한 문서의 내용을 확인 후 승인하는 행위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결재자가 승인 요청한 문서의 내용을 확인 후 반려하는 행위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97AF6A-D6BD-2F35-F04D-44216DABE0E5}"/>
              </a:ext>
            </a:extLst>
          </p:cNvPr>
          <p:cNvSpPr txBox="1"/>
          <p:nvPr/>
        </p:nvSpPr>
        <p:spPr>
          <a:xfrm>
            <a:off x="442350" y="2492896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Sub Process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사용 여부 확인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D635C95-930D-25E9-8C17-E431550D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259979"/>
              </p:ext>
            </p:extLst>
          </p:nvPr>
        </p:nvGraphicFramePr>
        <p:xfrm>
          <a:off x="497948" y="2780928"/>
          <a:ext cx="906356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8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1260">
                  <a:extLst>
                    <a:ext uri="{9D8B030D-6E8A-4147-A177-3AD203B41FA5}">
                      <a16:colId xmlns:a16="http://schemas.microsoft.com/office/drawing/2014/main" val="1416004660"/>
                    </a:ext>
                  </a:extLst>
                </a:gridCol>
              </a:tblGrid>
              <a:tr h="2345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반려시</a:t>
                      </a:r>
                      <a:b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고객사</a:t>
                      </a:r>
                      <a:b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사용여부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89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개인협조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일반결재와 동일하게 협조가 반려했을 경우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처리됨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순차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순차적으로 협조자에게 문서가 배달</a:t>
                      </a: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병렬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N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개의 </a:t>
                      </a:r>
                      <a:r>
                        <a:rPr lang="ko-KR" altLang="en-US" sz="1000" strike="noStrike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협조자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에게 동시에 문서 전달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순차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병렬 모두 사용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3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부서협조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부서 수신함에서 문서를 열어 재기안 혹은 결재를 함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부서장이 담당자를 지정하고 담당자가 미결함에 수신된 문서를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재기안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순차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병렬 지정 가능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99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개인합의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협조자가 동의하지 않고 </a:t>
                      </a:r>
                      <a:r>
                        <a:rPr lang="en-US" altLang="ko-KR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거부</a:t>
                      </a:r>
                      <a:r>
                        <a:rPr lang="en-US" altLang="ko-KR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하더라도 문서는 진행됨</a:t>
                      </a:r>
                      <a:r>
                        <a:rPr lang="en-US" altLang="ko-KR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strike="noStrike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순차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순차적으로 합의자에게 문서가 배달</a:t>
                      </a: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병렬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N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개의 </a:t>
                      </a:r>
                      <a:r>
                        <a:rPr lang="ko-KR" altLang="en-US" sz="1000" strike="noStrike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합의자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에게 동시에 문서 전달</a:t>
                      </a:r>
                      <a:endParaRPr lang="en-US" altLang="ko-KR" sz="1000" strike="noStrike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X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3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부서합의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strike="noStrike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부서 수신함에서 문서를 열어 </a:t>
                      </a:r>
                      <a:r>
                        <a:rPr lang="ko-KR" altLang="en-US" sz="1000" strike="noStrike" kern="12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재기안</a:t>
                      </a:r>
                      <a:r>
                        <a:rPr lang="ko-KR" altLang="en-US" sz="1000" strike="noStrike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혹은 결재를 함</a:t>
                      </a:r>
                      <a:endParaRPr lang="en-US" altLang="ko-KR" sz="1000" strike="noStrike" kern="12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부서장이 담당자 지정하고 담당자가 미결함에 수신된 문서를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재기안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strike="noStrike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순차</a:t>
                      </a:r>
                      <a:r>
                        <a:rPr lang="en-US" altLang="ko-KR" sz="1000" strike="noStrike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strike="noStrike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병렬 지정 가능</a:t>
                      </a:r>
                      <a:endParaRPr lang="ko-KR" altLang="en-US" sz="1000" strike="noStrike" kern="12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X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16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보고</a:t>
            </a:r>
            <a:r>
              <a:rPr lang="en-US" altLang="ko-KR" b="1" dirty="0">
                <a:latin typeface="+mj-ea"/>
              </a:rPr>
              <a:t>/</a:t>
            </a:r>
            <a:r>
              <a:rPr lang="ko-KR" altLang="en-US" b="1" dirty="0">
                <a:latin typeface="+mj-ea"/>
              </a:rPr>
              <a:t>품의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참조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회람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사용여부 확인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EC34CE1-EF73-6445-3044-14833D2DF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57041"/>
              </p:ext>
            </p:extLst>
          </p:nvPr>
        </p:nvGraphicFramePr>
        <p:xfrm>
          <a:off x="497948" y="1253324"/>
          <a:ext cx="9111967" cy="402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6100">
                  <a:extLst>
                    <a:ext uri="{9D8B030D-6E8A-4147-A177-3AD203B41FA5}">
                      <a16:colId xmlns:a16="http://schemas.microsoft.com/office/drawing/2014/main" val="3091561189"/>
                    </a:ext>
                  </a:extLst>
                </a:gridCol>
                <a:gridCol w="1210444">
                  <a:extLst>
                    <a:ext uri="{9D8B030D-6E8A-4147-A177-3AD203B41FA5}">
                      <a16:colId xmlns:a16="http://schemas.microsoft.com/office/drawing/2014/main" val="2180265430"/>
                    </a:ext>
                  </a:extLst>
                </a:gridCol>
                <a:gridCol w="1056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 사용여부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01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 문서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다른 사용자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부서가 볼 수 있도록 지정하는 행위 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결재선 지정 시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486569"/>
                  </a:ext>
                </a:extLst>
              </a:tr>
              <a:tr h="4916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개인참조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 대상에 따른 구분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사용자를 대상으로 참조 지정 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해당 사용자는 개인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참조회람함에서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문서 조회 가능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16882"/>
                  </a:ext>
                </a:extLst>
              </a:tr>
              <a:tr h="4916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부서참조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Arial" pitchFamily="34" charset="0"/>
                        <a:buChar char="•"/>
                      </a:pP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부서를 대상으로 참조 지정 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소속 사용자는 부서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참조회람함에서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문서 조회 가능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506440"/>
                  </a:ext>
                </a:extLst>
              </a:tr>
              <a:tr h="6806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사전참조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indent="-85725" algn="l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참조 시점에 따른 구분</a:t>
                      </a:r>
                      <a:endParaRPr lang="en-US" altLang="ko-KR" sz="1000" b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기안 시점에 조회 가능 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진행 중 문서 조회 가능 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b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</a:t>
                      </a:r>
                      <a:b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 사용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54002"/>
                  </a:ext>
                </a:extLst>
              </a:tr>
              <a:tr h="7257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사후참조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결재완료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최종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 시점에 조회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</a:t>
                      </a:r>
                      <a:b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 사용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6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 완료된 문서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다른 사용자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부서에서 볼 수 있도록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지정하는 행위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사용자 또는 부서의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참조회람함에서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문서를 조회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b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개인</a:t>
                      </a: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 </a:t>
                      </a:r>
                      <a:b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모두 사용</a:t>
                      </a:r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90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신청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3" y="960983"/>
            <a:ext cx="904281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신청 유형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#1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비용신청서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구매신청과 같이 담당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주관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부서의 승인을 필요로 하는 경우의 결재 프로세스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62FF3A1-AA67-A039-331E-983AFD488BAF}"/>
              </a:ext>
            </a:extLst>
          </p:cNvPr>
          <p:cNvGrpSpPr/>
          <p:nvPr/>
        </p:nvGrpSpPr>
        <p:grpSpPr>
          <a:xfrm>
            <a:off x="776537" y="1340768"/>
            <a:ext cx="2610394" cy="914708"/>
            <a:chOff x="776537" y="2691197"/>
            <a:chExt cx="2610394" cy="91470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D3812EC-9374-E46B-187E-06853416DFFB}"/>
                </a:ext>
              </a:extLst>
            </p:cNvPr>
            <p:cNvSpPr/>
            <p:nvPr/>
          </p:nvSpPr>
          <p:spPr>
            <a:xfrm>
              <a:off x="776537" y="2691197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신청부서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AAB9E2E-62BB-DE05-864F-C4BBD738BF26}"/>
                </a:ext>
              </a:extLst>
            </p:cNvPr>
            <p:cNvGrpSpPr/>
            <p:nvPr/>
          </p:nvGrpSpPr>
          <p:grpSpPr>
            <a:xfrm>
              <a:off x="949049" y="2996952"/>
              <a:ext cx="607860" cy="562022"/>
              <a:chOff x="1049554" y="1563813"/>
              <a:chExt cx="607860" cy="562022"/>
            </a:xfrm>
          </p:grpSpPr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15206D43-4AC7-B77E-957C-026D172DFDC9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DF3E75C1-AC7B-3640-D05F-03208A031884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7" name="타원 4">
                  <a:extLst>
                    <a:ext uri="{FF2B5EF4-FFF2-40B4-BE49-F238E27FC236}">
                      <a16:creationId xmlns:a16="http://schemas.microsoft.com/office/drawing/2014/main" id="{EE305DA7-31FF-D4C6-1195-4741E3555656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0D2CBD9-7C9E-9CDC-A50E-740CC9EE99A2}"/>
                  </a:ext>
                </a:extLst>
              </p:cNvPr>
              <p:cNvSpPr txBox="1"/>
              <p:nvPr/>
            </p:nvSpPr>
            <p:spPr>
              <a:xfrm>
                <a:off x="1049554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기안자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2ED7AB2-024D-4565-037A-CECA3AE50517}"/>
                </a:ext>
              </a:extLst>
            </p:cNvPr>
            <p:cNvGrpSpPr/>
            <p:nvPr/>
          </p:nvGrpSpPr>
          <p:grpSpPr>
            <a:xfrm>
              <a:off x="1747952" y="2996952"/>
              <a:ext cx="689612" cy="562022"/>
              <a:chOff x="2404972" y="1563813"/>
              <a:chExt cx="689612" cy="562022"/>
            </a:xfrm>
          </p:grpSpPr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65898E86-9B64-0671-7EF6-B485C50ADFB9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551AE42E-868E-C960-0373-CF7104609268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3" name="타원 4">
                  <a:extLst>
                    <a:ext uri="{FF2B5EF4-FFF2-40B4-BE49-F238E27FC236}">
                      <a16:creationId xmlns:a16="http://schemas.microsoft.com/office/drawing/2014/main" id="{32207067-2B74-00A2-0A4B-49786132A23A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6AE5802-C7D2-E3CE-7CA6-8B50E5342256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1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C1D6CACA-18A5-F78C-074B-078B35ED105B}"/>
                </a:ext>
              </a:extLst>
            </p:cNvPr>
            <p:cNvGrpSpPr/>
            <p:nvPr/>
          </p:nvGrpSpPr>
          <p:grpSpPr>
            <a:xfrm>
              <a:off x="2628607" y="2996952"/>
              <a:ext cx="689612" cy="562022"/>
              <a:chOff x="3842142" y="1563813"/>
              <a:chExt cx="689612" cy="562022"/>
            </a:xfrm>
          </p:grpSpPr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51F88B27-CE8E-6062-34D8-F610D0E2B1E4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1388E2C-1A8C-CE56-8929-6E58203847D2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" name="타원 4">
                  <a:extLst>
                    <a:ext uri="{FF2B5EF4-FFF2-40B4-BE49-F238E27FC236}">
                      <a16:creationId xmlns:a16="http://schemas.microsoft.com/office/drawing/2014/main" id="{9B9AAA59-590A-A22D-319E-1A30084B5B88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1FD324-95EC-CAF9-9FC9-6DD6453877B3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82E69A6C-9ABC-43C4-01AE-2C04B80181EA}"/>
                </a:ext>
              </a:extLst>
            </p:cNvPr>
            <p:cNvSpPr/>
            <p:nvPr/>
          </p:nvSpPr>
          <p:spPr>
            <a:xfrm>
              <a:off x="1411117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화살표: 오른쪽 47">
              <a:extLst>
                <a:ext uri="{FF2B5EF4-FFF2-40B4-BE49-F238E27FC236}">
                  <a16:creationId xmlns:a16="http://schemas.microsoft.com/office/drawing/2014/main" id="{E64A70F9-34AC-2C86-9C61-3FA23C4A7E68}"/>
                </a:ext>
              </a:extLst>
            </p:cNvPr>
            <p:cNvSpPr/>
            <p:nvPr/>
          </p:nvSpPr>
          <p:spPr>
            <a:xfrm>
              <a:off x="2291772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AAB6FB0-0E3B-9B46-8E19-242670CD3D13}"/>
              </a:ext>
            </a:extLst>
          </p:cNvPr>
          <p:cNvGrpSpPr/>
          <p:nvPr/>
        </p:nvGrpSpPr>
        <p:grpSpPr>
          <a:xfrm>
            <a:off x="3908388" y="1340768"/>
            <a:ext cx="2610394" cy="914708"/>
            <a:chOff x="3768340" y="2708264"/>
            <a:chExt cx="2610394" cy="914708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03DFB1A-89FC-473E-B94A-CE61218D10A6}"/>
                </a:ext>
              </a:extLst>
            </p:cNvPr>
            <p:cNvSpPr/>
            <p:nvPr/>
          </p:nvSpPr>
          <p:spPr>
            <a:xfrm>
              <a:off x="3768340" y="2708264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담당업무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담당부서</a:t>
              </a: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02E6278-4486-E74C-2011-C4F915E3923F}"/>
                </a:ext>
              </a:extLst>
            </p:cNvPr>
            <p:cNvGrpSpPr/>
            <p:nvPr/>
          </p:nvGrpSpPr>
          <p:grpSpPr>
            <a:xfrm>
              <a:off x="3940854" y="3014019"/>
              <a:ext cx="607860" cy="562022"/>
              <a:chOff x="1049556" y="1563813"/>
              <a:chExt cx="607860" cy="562022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965D84EC-EB93-184D-28DA-DF7AA7DE6F27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0395C3C3-3BB2-2404-9F01-3D81B68775D4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5" name="타원 4">
                  <a:extLst>
                    <a:ext uri="{FF2B5EF4-FFF2-40B4-BE49-F238E27FC236}">
                      <a16:creationId xmlns:a16="http://schemas.microsoft.com/office/drawing/2014/main" id="{8D5A0E01-C283-9A92-AC41-21D3D90A22FA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A4BC4AD-7B8C-19FE-515E-6F81DACDCA86}"/>
                  </a:ext>
                </a:extLst>
              </p:cNvPr>
              <p:cNvSpPr txBox="1"/>
              <p:nvPr/>
            </p:nvSpPr>
            <p:spPr>
              <a:xfrm>
                <a:off x="1049556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담당자</a:t>
                </a: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9DFF5A29-7A33-2548-7F3F-AEF5DAD1AD22}"/>
                </a:ext>
              </a:extLst>
            </p:cNvPr>
            <p:cNvGrpSpPr/>
            <p:nvPr/>
          </p:nvGrpSpPr>
          <p:grpSpPr>
            <a:xfrm>
              <a:off x="4739755" y="3014019"/>
              <a:ext cx="689612" cy="562022"/>
              <a:chOff x="2404972" y="1563813"/>
              <a:chExt cx="689612" cy="562022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9F74F05D-DF88-9B70-7E3F-47538842CF8D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110" name="타원 109">
                  <a:extLst>
                    <a:ext uri="{FF2B5EF4-FFF2-40B4-BE49-F238E27FC236}">
                      <a16:creationId xmlns:a16="http://schemas.microsoft.com/office/drawing/2014/main" id="{72AF30FA-FC7B-C719-EF1C-25A82CCC85EE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1" name="타원 4">
                  <a:extLst>
                    <a:ext uri="{FF2B5EF4-FFF2-40B4-BE49-F238E27FC236}">
                      <a16:creationId xmlns:a16="http://schemas.microsoft.com/office/drawing/2014/main" id="{687D7690-BC7A-828C-A3EA-68C76C01512C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D0FE900-B4F1-D90C-F462-33ABAA721CF9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3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E061EDE0-DEF7-C330-69EC-463AAFE116CF}"/>
                </a:ext>
              </a:extLst>
            </p:cNvPr>
            <p:cNvGrpSpPr/>
            <p:nvPr/>
          </p:nvGrpSpPr>
          <p:grpSpPr>
            <a:xfrm>
              <a:off x="5620410" y="3014019"/>
              <a:ext cx="689612" cy="562022"/>
              <a:chOff x="3842142" y="1563813"/>
              <a:chExt cx="689612" cy="562022"/>
            </a:xfrm>
          </p:grpSpPr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36A6EA52-DFAE-6DDE-FE05-EAE22CD55316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E40B667F-D253-A4F2-2F15-7A3C6ECD5CB9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8" name="타원 4">
                  <a:extLst>
                    <a:ext uri="{FF2B5EF4-FFF2-40B4-BE49-F238E27FC236}">
                      <a16:creationId xmlns:a16="http://schemas.microsoft.com/office/drawing/2014/main" id="{87337970-C66B-400D-54A3-B85A4BA9B3A3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D943130-7726-35D6-E75B-5CC5CB46B0C9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4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93" name="화살표: 오른쪽 92">
              <a:extLst>
                <a:ext uri="{FF2B5EF4-FFF2-40B4-BE49-F238E27FC236}">
                  <a16:creationId xmlns:a16="http://schemas.microsoft.com/office/drawing/2014/main" id="{AFC832FF-A0BA-019E-1149-9119FB13CE89}"/>
                </a:ext>
              </a:extLst>
            </p:cNvPr>
            <p:cNvSpPr/>
            <p:nvPr/>
          </p:nvSpPr>
          <p:spPr>
            <a:xfrm>
              <a:off x="4402920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화살표: 오른쪽 93">
              <a:extLst>
                <a:ext uri="{FF2B5EF4-FFF2-40B4-BE49-F238E27FC236}">
                  <a16:creationId xmlns:a16="http://schemas.microsoft.com/office/drawing/2014/main" id="{F97A9E2E-19D8-77DD-05D4-7DC31FE198B5}"/>
                </a:ext>
              </a:extLst>
            </p:cNvPr>
            <p:cNvSpPr/>
            <p:nvPr/>
          </p:nvSpPr>
          <p:spPr>
            <a:xfrm>
              <a:off x="5283575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6" name="화살표: 오른쪽 115">
            <a:extLst>
              <a:ext uri="{FF2B5EF4-FFF2-40B4-BE49-F238E27FC236}">
                <a16:creationId xmlns:a16="http://schemas.microsoft.com/office/drawing/2014/main" id="{8E96CEF1-2C0A-F632-2DC9-1CD665671490}"/>
              </a:ext>
            </a:extLst>
          </p:cNvPr>
          <p:cNvSpPr/>
          <p:nvPr/>
        </p:nvSpPr>
        <p:spPr>
          <a:xfrm>
            <a:off x="3406346" y="1688916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F5E357BE-2CCD-6BA6-BB67-E6E5B10C3CC6}"/>
              </a:ext>
            </a:extLst>
          </p:cNvPr>
          <p:cNvSpPr/>
          <p:nvPr/>
        </p:nvSpPr>
        <p:spPr>
          <a:xfrm>
            <a:off x="7040239" y="1467066"/>
            <a:ext cx="969399" cy="662113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000" tIns="0" rIns="36000" bIns="0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결재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프로세스 종료</a:t>
            </a:r>
          </a:p>
        </p:txBody>
      </p:sp>
      <p:sp>
        <p:nvSpPr>
          <p:cNvPr id="118" name="화살표: 오른쪽 117">
            <a:extLst>
              <a:ext uri="{FF2B5EF4-FFF2-40B4-BE49-F238E27FC236}">
                <a16:creationId xmlns:a16="http://schemas.microsoft.com/office/drawing/2014/main" id="{A1483414-CC37-72A8-7190-C9FA418CABCA}"/>
              </a:ext>
            </a:extLst>
          </p:cNvPr>
          <p:cNvSpPr/>
          <p:nvPr/>
        </p:nvSpPr>
        <p:spPr>
          <a:xfrm>
            <a:off x="6538197" y="1688916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E7F7249B-C3E8-901F-2EB6-D09ABC65B160}"/>
              </a:ext>
            </a:extLst>
          </p:cNvPr>
          <p:cNvGrpSpPr/>
          <p:nvPr/>
        </p:nvGrpSpPr>
        <p:grpSpPr>
          <a:xfrm>
            <a:off x="1636629" y="1791297"/>
            <a:ext cx="841811" cy="819518"/>
            <a:chOff x="1905557" y="1658736"/>
            <a:chExt cx="1492482" cy="819518"/>
          </a:xfrm>
        </p:grpSpPr>
        <p:cxnSp>
          <p:nvCxnSpPr>
            <p:cNvPr id="208" name="연결선: 꺾임 207">
              <a:extLst>
                <a:ext uri="{FF2B5EF4-FFF2-40B4-BE49-F238E27FC236}">
                  <a16:creationId xmlns:a16="http://schemas.microsoft.com/office/drawing/2014/main" id="{6C4AE8D3-E971-0CED-5035-043658AC8B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563857" y="2000436"/>
              <a:ext cx="819518" cy="13611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연결선: 꺾임 213">
              <a:extLst>
                <a:ext uri="{FF2B5EF4-FFF2-40B4-BE49-F238E27FC236}">
                  <a16:creationId xmlns:a16="http://schemas.microsoft.com/office/drawing/2014/main" id="{4450C8E4-C9B2-FB98-0113-2D6F8B75BF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10098" y="1390313"/>
              <a:ext cx="819518" cy="13563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C00CD6E7-AEFC-7428-3163-540F6AF58218}"/>
              </a:ext>
            </a:extLst>
          </p:cNvPr>
          <p:cNvGrpSpPr/>
          <p:nvPr/>
        </p:nvGrpSpPr>
        <p:grpSpPr>
          <a:xfrm>
            <a:off x="4759290" y="1791297"/>
            <a:ext cx="841811" cy="819518"/>
            <a:chOff x="1905557" y="1658736"/>
            <a:chExt cx="1492482" cy="819518"/>
          </a:xfrm>
        </p:grpSpPr>
        <p:cxnSp>
          <p:nvCxnSpPr>
            <p:cNvPr id="120" name="연결선: 꺾임 119">
              <a:extLst>
                <a:ext uri="{FF2B5EF4-FFF2-40B4-BE49-F238E27FC236}">
                  <a16:creationId xmlns:a16="http://schemas.microsoft.com/office/drawing/2014/main" id="{BD4DFE65-1E2C-3FF1-DEFC-F77C677F963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563857" y="2000436"/>
              <a:ext cx="819518" cy="13611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연결선: 꺾임 120">
              <a:extLst>
                <a:ext uri="{FF2B5EF4-FFF2-40B4-BE49-F238E27FC236}">
                  <a16:creationId xmlns:a16="http://schemas.microsoft.com/office/drawing/2014/main" id="{5897BB3F-5648-3D0C-36F1-F3471EF6CD9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10098" y="1390313"/>
              <a:ext cx="819518" cy="13563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9606643F-4B2D-A8CE-1634-8F3990FF4CF1}"/>
              </a:ext>
            </a:extLst>
          </p:cNvPr>
          <p:cNvSpPr txBox="1"/>
          <p:nvPr/>
        </p:nvSpPr>
        <p:spPr>
          <a:xfrm>
            <a:off x="1575744" y="2613379"/>
            <a:ext cx="434926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anose="020B0503020000020004" pitchFamily="50" charset="-127"/>
              <a:buChar char="※"/>
              <a:tabLst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 Process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와 참조 는 모든 결재 유형에서 공통적으로 사용됨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6E385B8-C0AE-9818-12F2-C63E2811F13F}"/>
              </a:ext>
            </a:extLst>
          </p:cNvPr>
          <p:cNvGrpSpPr/>
          <p:nvPr/>
        </p:nvGrpSpPr>
        <p:grpSpPr>
          <a:xfrm>
            <a:off x="776537" y="3613867"/>
            <a:ext cx="2610394" cy="914708"/>
            <a:chOff x="776537" y="2691197"/>
            <a:chExt cx="2610394" cy="914708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48DCA1F2-408C-1990-95AF-53B894A1B5F7}"/>
                </a:ext>
              </a:extLst>
            </p:cNvPr>
            <p:cNvSpPr/>
            <p:nvPr/>
          </p:nvSpPr>
          <p:spPr>
            <a:xfrm>
              <a:off x="776537" y="2691197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신청부서</a:t>
              </a: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037931A5-D556-089B-AC78-FDD66AD3354D}"/>
                </a:ext>
              </a:extLst>
            </p:cNvPr>
            <p:cNvGrpSpPr/>
            <p:nvPr/>
          </p:nvGrpSpPr>
          <p:grpSpPr>
            <a:xfrm>
              <a:off x="949049" y="2996952"/>
              <a:ext cx="607860" cy="562022"/>
              <a:chOff x="1049554" y="1563813"/>
              <a:chExt cx="607860" cy="562022"/>
            </a:xfrm>
          </p:grpSpPr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C88DE316-9C0E-F813-A2F8-6157832E93BB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179" name="타원 178">
                  <a:extLst>
                    <a:ext uri="{FF2B5EF4-FFF2-40B4-BE49-F238E27FC236}">
                      <a16:creationId xmlns:a16="http://schemas.microsoft.com/office/drawing/2014/main" id="{2ADB6FC2-6BDD-2FBD-2F2A-1F7C8BDFAEE2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0" name="타원 4">
                  <a:extLst>
                    <a:ext uri="{FF2B5EF4-FFF2-40B4-BE49-F238E27FC236}">
                      <a16:creationId xmlns:a16="http://schemas.microsoft.com/office/drawing/2014/main" id="{4723B3BA-A057-E137-D259-F9335E0DD70B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624C3BC6-3FB4-9481-FD37-1348DE522A99}"/>
                  </a:ext>
                </a:extLst>
              </p:cNvPr>
              <p:cNvSpPr txBox="1"/>
              <p:nvPr/>
            </p:nvSpPr>
            <p:spPr>
              <a:xfrm>
                <a:off x="1049554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기안자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896B84A7-EFAD-C69D-EAE9-4DDC068F4391}"/>
                </a:ext>
              </a:extLst>
            </p:cNvPr>
            <p:cNvGrpSpPr/>
            <p:nvPr/>
          </p:nvGrpSpPr>
          <p:grpSpPr>
            <a:xfrm>
              <a:off x="1747952" y="2996952"/>
              <a:ext cx="689612" cy="562022"/>
              <a:chOff x="2404972" y="1563813"/>
              <a:chExt cx="689612" cy="562022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08C814F-8CFC-E188-F7DC-43FACE0FA300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756386AE-5E2F-B63D-C5CC-AEBE46F0D00E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64" name="타원 4">
                  <a:extLst>
                    <a:ext uri="{FF2B5EF4-FFF2-40B4-BE49-F238E27FC236}">
                      <a16:creationId xmlns:a16="http://schemas.microsoft.com/office/drawing/2014/main" id="{241D1C07-E889-F1DC-65D0-F358F6221687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14975315-8E32-8556-69B1-411BCA68CC00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1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1D0D6DCF-15BD-0FBA-1C33-A1C2650F7EF6}"/>
                </a:ext>
              </a:extLst>
            </p:cNvPr>
            <p:cNvGrpSpPr/>
            <p:nvPr/>
          </p:nvGrpSpPr>
          <p:grpSpPr>
            <a:xfrm>
              <a:off x="2628607" y="2996952"/>
              <a:ext cx="689612" cy="562022"/>
              <a:chOff x="3842142" y="1563813"/>
              <a:chExt cx="689612" cy="562022"/>
            </a:xfrm>
          </p:grpSpPr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8A4C1765-A222-A872-BE2B-DF5B266FC0BD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159" name="타원 158">
                  <a:extLst>
                    <a:ext uri="{FF2B5EF4-FFF2-40B4-BE49-F238E27FC236}">
                      <a16:creationId xmlns:a16="http://schemas.microsoft.com/office/drawing/2014/main" id="{D2A98D6C-C412-EACF-841C-77D7B355E90F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60" name="타원 4">
                  <a:extLst>
                    <a:ext uri="{FF2B5EF4-FFF2-40B4-BE49-F238E27FC236}">
                      <a16:creationId xmlns:a16="http://schemas.microsoft.com/office/drawing/2014/main" id="{CDB38330-C167-03E5-36EC-761A760A26ED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B2CD2EB-1B78-D8F9-5A9E-A9E5FF3AB0D8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1" name="화살표: 오른쪽 140">
              <a:extLst>
                <a:ext uri="{FF2B5EF4-FFF2-40B4-BE49-F238E27FC236}">
                  <a16:creationId xmlns:a16="http://schemas.microsoft.com/office/drawing/2014/main" id="{16647089-ADCC-2AEF-374F-144C16E2D641}"/>
                </a:ext>
              </a:extLst>
            </p:cNvPr>
            <p:cNvSpPr/>
            <p:nvPr/>
          </p:nvSpPr>
          <p:spPr>
            <a:xfrm>
              <a:off x="1411117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화살표: 오른쪽 141">
              <a:extLst>
                <a:ext uri="{FF2B5EF4-FFF2-40B4-BE49-F238E27FC236}">
                  <a16:creationId xmlns:a16="http://schemas.microsoft.com/office/drawing/2014/main" id="{E94DE1C4-2DAD-F711-74B8-42FFF56C64C3}"/>
                </a:ext>
              </a:extLst>
            </p:cNvPr>
            <p:cNvSpPr/>
            <p:nvPr/>
          </p:nvSpPr>
          <p:spPr>
            <a:xfrm>
              <a:off x="2291772" y="3032520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13CECE97-B9F9-C08D-1568-D7F9F3E777B9}"/>
              </a:ext>
            </a:extLst>
          </p:cNvPr>
          <p:cNvGrpSpPr/>
          <p:nvPr/>
        </p:nvGrpSpPr>
        <p:grpSpPr>
          <a:xfrm>
            <a:off x="3908388" y="3613867"/>
            <a:ext cx="2610394" cy="914708"/>
            <a:chOff x="3768340" y="2708264"/>
            <a:chExt cx="2610394" cy="91470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81CC35BA-34B3-4430-B4FA-63085AA64043}"/>
                </a:ext>
              </a:extLst>
            </p:cNvPr>
            <p:cNvSpPr/>
            <p:nvPr/>
          </p:nvSpPr>
          <p:spPr>
            <a:xfrm>
              <a:off x="3768340" y="2708264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담당업무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담당부서</a:t>
              </a:r>
            </a:p>
          </p:txBody>
        </p: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4AEAC2A8-9BEF-0482-0227-63963CD725D0}"/>
                </a:ext>
              </a:extLst>
            </p:cNvPr>
            <p:cNvGrpSpPr/>
            <p:nvPr/>
          </p:nvGrpSpPr>
          <p:grpSpPr>
            <a:xfrm>
              <a:off x="3940854" y="3014019"/>
              <a:ext cx="607860" cy="562022"/>
              <a:chOff x="1049556" y="1563813"/>
              <a:chExt cx="607860" cy="562022"/>
            </a:xfrm>
          </p:grpSpPr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C676289F-9F93-08C1-EF01-AA31DF26EB59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1E559E47-E7FC-E797-4629-C8BF893CC975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24" name="타원 4">
                  <a:extLst>
                    <a:ext uri="{FF2B5EF4-FFF2-40B4-BE49-F238E27FC236}">
                      <a16:creationId xmlns:a16="http://schemas.microsoft.com/office/drawing/2014/main" id="{86B8A41A-B728-8104-88C7-954BCB3F41CF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08558729-C7DC-BE3D-7568-04479AD5E815}"/>
                  </a:ext>
                </a:extLst>
              </p:cNvPr>
              <p:cNvSpPr txBox="1"/>
              <p:nvPr/>
            </p:nvSpPr>
            <p:spPr>
              <a:xfrm>
                <a:off x="1049556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담당자</a:t>
                </a: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35D29A34-3D82-65A9-BC8A-1079C43E6D97}"/>
                </a:ext>
              </a:extLst>
            </p:cNvPr>
            <p:cNvGrpSpPr/>
            <p:nvPr/>
          </p:nvGrpSpPr>
          <p:grpSpPr>
            <a:xfrm>
              <a:off x="4739755" y="3014019"/>
              <a:ext cx="689612" cy="562022"/>
              <a:chOff x="2404972" y="1563813"/>
              <a:chExt cx="689612" cy="562022"/>
            </a:xfrm>
          </p:grpSpPr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E01B25C2-B99A-8BE0-FACC-880D12706A03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18" name="타원 217">
                  <a:extLst>
                    <a:ext uri="{FF2B5EF4-FFF2-40B4-BE49-F238E27FC236}">
                      <a16:creationId xmlns:a16="http://schemas.microsoft.com/office/drawing/2014/main" id="{EB395F45-8029-83F1-E22F-4B494C525896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19" name="타원 4">
                  <a:extLst>
                    <a:ext uri="{FF2B5EF4-FFF2-40B4-BE49-F238E27FC236}">
                      <a16:creationId xmlns:a16="http://schemas.microsoft.com/office/drawing/2014/main" id="{A232587D-8CAF-03AE-33F3-4A8ECC396586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9540530-8185-C507-1A2D-FE4FFC468C24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3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F00C79A2-B4A5-B9C0-1053-A0E5A5A4C2F5}"/>
                </a:ext>
              </a:extLst>
            </p:cNvPr>
            <p:cNvGrpSpPr/>
            <p:nvPr/>
          </p:nvGrpSpPr>
          <p:grpSpPr>
            <a:xfrm>
              <a:off x="5620410" y="3014019"/>
              <a:ext cx="689612" cy="562022"/>
              <a:chOff x="3842142" y="1563813"/>
              <a:chExt cx="689612" cy="562022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22993D79-22F9-F85A-F58E-78F2A0000514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13" name="타원 212">
                  <a:extLst>
                    <a:ext uri="{FF2B5EF4-FFF2-40B4-BE49-F238E27FC236}">
                      <a16:creationId xmlns:a16="http://schemas.microsoft.com/office/drawing/2014/main" id="{A18A93EA-7A2C-ECFD-EE33-C58D556228BE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15" name="타원 4">
                  <a:extLst>
                    <a:ext uri="{FF2B5EF4-FFF2-40B4-BE49-F238E27FC236}">
                      <a16:creationId xmlns:a16="http://schemas.microsoft.com/office/drawing/2014/main" id="{693AE73C-E984-D5D5-8359-FE002FA430AA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DD9EE91-A085-FDFF-EDC6-8169C0BACF89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4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09" name="화살표: 오른쪽 208">
              <a:extLst>
                <a:ext uri="{FF2B5EF4-FFF2-40B4-BE49-F238E27FC236}">
                  <a16:creationId xmlns:a16="http://schemas.microsoft.com/office/drawing/2014/main" id="{76855C8C-7F1E-E8EF-9008-D60B79412EDB}"/>
                </a:ext>
              </a:extLst>
            </p:cNvPr>
            <p:cNvSpPr/>
            <p:nvPr/>
          </p:nvSpPr>
          <p:spPr>
            <a:xfrm>
              <a:off x="4402920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10" name="화살표: 오른쪽 209">
              <a:extLst>
                <a:ext uri="{FF2B5EF4-FFF2-40B4-BE49-F238E27FC236}">
                  <a16:creationId xmlns:a16="http://schemas.microsoft.com/office/drawing/2014/main" id="{963656B5-AB95-F274-1409-DA6147B84DCE}"/>
                </a:ext>
              </a:extLst>
            </p:cNvPr>
            <p:cNvSpPr/>
            <p:nvPr/>
          </p:nvSpPr>
          <p:spPr>
            <a:xfrm>
              <a:off x="5283575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30" name="화살표: 오른쪽 229">
            <a:extLst>
              <a:ext uri="{FF2B5EF4-FFF2-40B4-BE49-F238E27FC236}">
                <a16:creationId xmlns:a16="http://schemas.microsoft.com/office/drawing/2014/main" id="{36B35B18-727B-36D0-576A-7F2E3C926678}"/>
              </a:ext>
            </a:extLst>
          </p:cNvPr>
          <p:cNvSpPr/>
          <p:nvPr/>
        </p:nvSpPr>
        <p:spPr>
          <a:xfrm>
            <a:off x="3406346" y="3962015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2" name="화살표: 오른쪽 231">
            <a:extLst>
              <a:ext uri="{FF2B5EF4-FFF2-40B4-BE49-F238E27FC236}">
                <a16:creationId xmlns:a16="http://schemas.microsoft.com/office/drawing/2014/main" id="{5F64FC26-6148-510B-7197-CA96278CABF1}"/>
              </a:ext>
            </a:extLst>
          </p:cNvPr>
          <p:cNvSpPr/>
          <p:nvPr/>
        </p:nvSpPr>
        <p:spPr>
          <a:xfrm rot="5400000">
            <a:off x="4972272" y="4671390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7F315154-693D-FA27-33AB-6452A9D54EA8}"/>
              </a:ext>
            </a:extLst>
          </p:cNvPr>
          <p:cNvSpPr txBox="1"/>
          <p:nvPr/>
        </p:nvSpPr>
        <p:spPr>
          <a:xfrm>
            <a:off x="431593" y="3250148"/>
            <a:ext cx="904281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신청 유형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#2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담당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주관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부서가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개 이상인 경우 순차 처리 가능함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43587FAC-22B7-5D86-09FF-2654152F0A79}"/>
              </a:ext>
            </a:extLst>
          </p:cNvPr>
          <p:cNvGrpSpPr/>
          <p:nvPr/>
        </p:nvGrpSpPr>
        <p:grpSpPr>
          <a:xfrm>
            <a:off x="3908388" y="5034572"/>
            <a:ext cx="2610394" cy="914708"/>
            <a:chOff x="3768340" y="2708264"/>
            <a:chExt cx="2610394" cy="914708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37A88807-2F06-9A7B-A6C3-F1F0D7C89BB8}"/>
                </a:ext>
              </a:extLst>
            </p:cNvPr>
            <p:cNvSpPr/>
            <p:nvPr/>
          </p:nvSpPr>
          <p:spPr>
            <a:xfrm>
              <a:off x="3768340" y="2708264"/>
              <a:ext cx="2610394" cy="914708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담당업무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담당부서</a:t>
              </a:r>
            </a:p>
          </p:txBody>
        </p: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D6E56808-4F6C-093E-C628-34B733966D8C}"/>
                </a:ext>
              </a:extLst>
            </p:cNvPr>
            <p:cNvGrpSpPr/>
            <p:nvPr/>
          </p:nvGrpSpPr>
          <p:grpSpPr>
            <a:xfrm>
              <a:off x="3940854" y="3014019"/>
              <a:ext cx="607860" cy="562022"/>
              <a:chOff x="1049556" y="1563813"/>
              <a:chExt cx="607860" cy="562022"/>
            </a:xfrm>
          </p:grpSpPr>
          <p:grpSp>
            <p:nvGrpSpPr>
              <p:cNvPr id="249" name="그룹 248">
                <a:extLst>
                  <a:ext uri="{FF2B5EF4-FFF2-40B4-BE49-F238E27FC236}">
                    <a16:creationId xmlns:a16="http://schemas.microsoft.com/office/drawing/2014/main" id="{A4252857-CF1A-8100-40FE-B2F7470B57D2}"/>
                  </a:ext>
                </a:extLst>
              </p:cNvPr>
              <p:cNvGrpSpPr/>
              <p:nvPr/>
            </p:nvGrpSpPr>
            <p:grpSpPr>
              <a:xfrm>
                <a:off x="1199044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51" name="타원 250">
                  <a:extLst>
                    <a:ext uri="{FF2B5EF4-FFF2-40B4-BE49-F238E27FC236}">
                      <a16:creationId xmlns:a16="http://schemas.microsoft.com/office/drawing/2014/main" id="{DFA6CBBD-B072-AD43-CD35-2A3745135CA7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2" name="타원 4">
                  <a:extLst>
                    <a:ext uri="{FF2B5EF4-FFF2-40B4-BE49-F238E27FC236}">
                      <a16:creationId xmlns:a16="http://schemas.microsoft.com/office/drawing/2014/main" id="{88CE5CC2-800F-4A78-7CA6-5E3A0636B100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1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16EDB443-9607-CF4B-25E7-DAA3BD9EB8E9}"/>
                  </a:ext>
                </a:extLst>
              </p:cNvPr>
              <p:cNvSpPr txBox="1"/>
              <p:nvPr/>
            </p:nvSpPr>
            <p:spPr>
              <a:xfrm>
                <a:off x="1049556" y="1864225"/>
                <a:ext cx="607860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담당자</a:t>
                </a:r>
              </a:p>
            </p:txBody>
          </p: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59191CF2-6138-B4AB-2857-FBB82535A3F0}"/>
                </a:ext>
              </a:extLst>
            </p:cNvPr>
            <p:cNvGrpSpPr/>
            <p:nvPr/>
          </p:nvGrpSpPr>
          <p:grpSpPr>
            <a:xfrm>
              <a:off x="4739755" y="3014019"/>
              <a:ext cx="689612" cy="562022"/>
              <a:chOff x="2404972" y="1563813"/>
              <a:chExt cx="689612" cy="562022"/>
            </a:xfrm>
          </p:grpSpPr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1FB70DA0-CFB6-6663-97C7-1D37382ADCDF}"/>
                  </a:ext>
                </a:extLst>
              </p:cNvPr>
              <p:cNvGrpSpPr/>
              <p:nvPr/>
            </p:nvGrpSpPr>
            <p:grpSpPr>
              <a:xfrm>
                <a:off x="259533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47" name="타원 246">
                  <a:extLst>
                    <a:ext uri="{FF2B5EF4-FFF2-40B4-BE49-F238E27FC236}">
                      <a16:creationId xmlns:a16="http://schemas.microsoft.com/office/drawing/2014/main" id="{C2C21C80-C609-BD39-90DC-156993193725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8" name="타원 4">
                  <a:extLst>
                    <a:ext uri="{FF2B5EF4-FFF2-40B4-BE49-F238E27FC236}">
                      <a16:creationId xmlns:a16="http://schemas.microsoft.com/office/drawing/2014/main" id="{0FAC35A9-46B7-1FA5-D071-B22032A9983F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2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24BA1189-4AD1-A6F5-EFD1-FD3A912D6606}"/>
                  </a:ext>
                </a:extLst>
              </p:cNvPr>
              <p:cNvSpPr txBox="1"/>
              <p:nvPr/>
            </p:nvSpPr>
            <p:spPr>
              <a:xfrm>
                <a:off x="240497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3</a:t>
                </a:r>
                <a:endPara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74B7192F-730B-61AE-B3E1-DFCC63D669AE}"/>
                </a:ext>
              </a:extLst>
            </p:cNvPr>
            <p:cNvGrpSpPr/>
            <p:nvPr/>
          </p:nvGrpSpPr>
          <p:grpSpPr>
            <a:xfrm>
              <a:off x="5620410" y="3014019"/>
              <a:ext cx="689612" cy="562022"/>
              <a:chOff x="3842142" y="1563813"/>
              <a:chExt cx="689612" cy="562022"/>
            </a:xfrm>
          </p:grpSpPr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BB02C6F5-3EF2-5AEB-E06F-4AEFF7DB16F2}"/>
                  </a:ext>
                </a:extLst>
              </p:cNvPr>
              <p:cNvGrpSpPr/>
              <p:nvPr/>
            </p:nvGrpSpPr>
            <p:grpSpPr>
              <a:xfrm>
                <a:off x="4032508" y="1563813"/>
                <a:ext cx="308880" cy="308880"/>
                <a:chOff x="213166" y="115560"/>
                <a:chExt cx="308880" cy="308880"/>
              </a:xfrm>
            </p:grpSpPr>
            <p:sp>
              <p:nvSpPr>
                <p:cNvPr id="243" name="타원 242">
                  <a:extLst>
                    <a:ext uri="{FF2B5EF4-FFF2-40B4-BE49-F238E27FC236}">
                      <a16:creationId xmlns:a16="http://schemas.microsoft.com/office/drawing/2014/main" id="{690DE4EA-8D0C-E71B-D2F4-4652D734D1AB}"/>
                    </a:ext>
                  </a:extLst>
                </p:cNvPr>
                <p:cNvSpPr/>
                <p:nvPr/>
              </p:nvSpPr>
              <p:spPr>
                <a:xfrm>
                  <a:off x="213166" y="115560"/>
                  <a:ext cx="308880" cy="308880"/>
                </a:xfrm>
                <a:prstGeom prst="ellipse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4" name="타원 4">
                  <a:extLst>
                    <a:ext uri="{FF2B5EF4-FFF2-40B4-BE49-F238E27FC236}">
                      <a16:creationId xmlns:a16="http://schemas.microsoft.com/office/drawing/2014/main" id="{7677C9FC-0F65-1710-91AD-45DFC5D5C7BA}"/>
                    </a:ext>
                  </a:extLst>
                </p:cNvPr>
                <p:cNvSpPr txBox="1"/>
                <p:nvPr/>
              </p:nvSpPr>
              <p:spPr>
                <a:xfrm>
                  <a:off x="258400" y="160794"/>
                  <a:ext cx="218412" cy="2184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350" tIns="6350" rIns="6350" bIns="6350" numCol="1" spcCol="1270" anchor="ctr" anchorCtr="0">
                  <a:noAutofit/>
                </a:bodyPr>
                <a:lstStyle/>
                <a:p>
                  <a:pPr marL="0" lvl="0" indent="0" algn="ctr" defTabSz="444500" latinLnBrk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ko-KR" sz="1000" kern="1200" dirty="0">
                      <a:latin typeface="+mn-ea"/>
                      <a:ea typeface="+mn-ea"/>
                    </a:rPr>
                    <a:t>3</a:t>
                  </a:r>
                  <a:endParaRPr lang="ko-KR" altLang="en-US" sz="1000" kern="1200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7129F74-1C47-CF32-A551-1EE2AD4FCBB4}"/>
                  </a:ext>
                </a:extLst>
              </p:cNvPr>
              <p:cNvSpPr txBox="1"/>
              <p:nvPr/>
            </p:nvSpPr>
            <p:spPr>
              <a:xfrm>
                <a:off x="3842142" y="1864225"/>
                <a:ext cx="689612" cy="2616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</a:pPr>
                <a:r>
                  <a: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결재자</a:t>
                </a:r>
                <a:r>
                  <a:rPr kumimoji="0" lang="en-US" altLang="ko-KR" sz="1100" b="1" dirty="0">
                    <a:latin typeface="+mn-lt"/>
                    <a:ea typeface="+mn-ea"/>
                  </a:rPr>
                  <a:t>4</a:t>
                </a:r>
                <a:endParaRPr kumimoji="0" lang="ko-KR" altLang="en-US" sz="11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39" name="화살표: 오른쪽 238">
              <a:extLst>
                <a:ext uri="{FF2B5EF4-FFF2-40B4-BE49-F238E27FC236}">
                  <a16:creationId xmlns:a16="http://schemas.microsoft.com/office/drawing/2014/main" id="{2E8758FB-B210-C5AD-61F0-B4C79F5B7FA3}"/>
                </a:ext>
              </a:extLst>
            </p:cNvPr>
            <p:cNvSpPr/>
            <p:nvPr/>
          </p:nvSpPr>
          <p:spPr>
            <a:xfrm>
              <a:off x="4402920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0" name="화살표: 오른쪽 239">
              <a:extLst>
                <a:ext uri="{FF2B5EF4-FFF2-40B4-BE49-F238E27FC236}">
                  <a16:creationId xmlns:a16="http://schemas.microsoft.com/office/drawing/2014/main" id="{1854D46D-5892-052A-7083-7623439163A1}"/>
                </a:ext>
              </a:extLst>
            </p:cNvPr>
            <p:cNvSpPr/>
            <p:nvPr/>
          </p:nvSpPr>
          <p:spPr>
            <a:xfrm>
              <a:off x="5283575" y="304958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3" name="타원 252">
            <a:extLst>
              <a:ext uri="{FF2B5EF4-FFF2-40B4-BE49-F238E27FC236}">
                <a16:creationId xmlns:a16="http://schemas.microsoft.com/office/drawing/2014/main" id="{C4495AE2-E36B-448E-9379-9D0F1B039C6E}"/>
              </a:ext>
            </a:extLst>
          </p:cNvPr>
          <p:cNvSpPr/>
          <p:nvPr/>
        </p:nvSpPr>
        <p:spPr>
          <a:xfrm>
            <a:off x="7040239" y="5160870"/>
            <a:ext cx="969399" cy="662113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000" tIns="0" rIns="36000" bIns="0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결재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프로세스 종료</a:t>
            </a:r>
          </a:p>
        </p:txBody>
      </p:sp>
      <p:sp>
        <p:nvSpPr>
          <p:cNvPr id="254" name="화살표: 오른쪽 253">
            <a:extLst>
              <a:ext uri="{FF2B5EF4-FFF2-40B4-BE49-F238E27FC236}">
                <a16:creationId xmlns:a16="http://schemas.microsoft.com/office/drawing/2014/main" id="{2CB15E21-027B-1EF9-463C-5F783C628A2A}"/>
              </a:ext>
            </a:extLst>
          </p:cNvPr>
          <p:cNvSpPr/>
          <p:nvPr/>
        </p:nvSpPr>
        <p:spPr>
          <a:xfrm>
            <a:off x="6538197" y="5382720"/>
            <a:ext cx="482627" cy="21841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58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6B389A7B-01A6-453A-E751-219EA678C7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38"/>
          <a:stretch/>
        </p:blipFill>
        <p:spPr>
          <a:xfrm>
            <a:off x="383802" y="2380459"/>
            <a:ext cx="6297392" cy="9045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93801E3-4709-9591-9A70-D7E0EFD4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2" y="3385752"/>
            <a:ext cx="6297391" cy="32307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A800BA3-9713-ED44-D779-C597D6683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00" y="1307728"/>
            <a:ext cx="6297391" cy="104115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신청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신청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 유형 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#1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의 결재선 형태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21471A-04CE-2E1D-802E-C78226BD7C1C}"/>
              </a:ext>
            </a:extLst>
          </p:cNvPr>
          <p:cNvSpPr/>
          <p:nvPr/>
        </p:nvSpPr>
        <p:spPr>
          <a:xfrm>
            <a:off x="5313040" y="1268760"/>
            <a:ext cx="1368154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29371B-5493-4164-BB5B-4899BDFEC6A0}"/>
              </a:ext>
            </a:extLst>
          </p:cNvPr>
          <p:cNvSpPr/>
          <p:nvPr/>
        </p:nvSpPr>
        <p:spPr>
          <a:xfrm>
            <a:off x="383801" y="2393369"/>
            <a:ext cx="6297392" cy="89161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Sub Process 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합의자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협조자들을 표시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8ACDE-F30F-F550-C0B4-7C4B1AD31D60}"/>
              </a:ext>
            </a:extLst>
          </p:cNvPr>
          <p:cNvSpPr txBox="1"/>
          <p:nvPr/>
        </p:nvSpPr>
        <p:spPr>
          <a:xfrm>
            <a:off x="6897216" y="1990002"/>
            <a:ext cx="268374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처리부서의 결재자들을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5204FEA2-20FF-8705-76A6-AE83F52287E4}"/>
              </a:ext>
            </a:extLst>
          </p:cNvPr>
          <p:cNvCxnSpPr>
            <a:cxnSpLocks/>
            <a:stCxn id="13" idx="3"/>
            <a:endCxn id="15" idx="0"/>
          </p:cNvCxnSpPr>
          <p:nvPr/>
        </p:nvCxnSpPr>
        <p:spPr>
          <a:xfrm>
            <a:off x="6681194" y="1789327"/>
            <a:ext cx="1557896" cy="2006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238EE45-F4F7-94E5-E958-A145294829E7}"/>
              </a:ext>
            </a:extLst>
          </p:cNvPr>
          <p:cNvSpPr/>
          <p:nvPr/>
        </p:nvSpPr>
        <p:spPr>
          <a:xfrm>
            <a:off x="383801" y="3376699"/>
            <a:ext cx="6297392" cy="34504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사전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사후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참조자들을 표시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91845B-51BA-6F1C-EEB8-7F25F84F1D4C}"/>
              </a:ext>
            </a:extLst>
          </p:cNvPr>
          <p:cNvSpPr/>
          <p:nvPr/>
        </p:nvSpPr>
        <p:spPr>
          <a:xfrm>
            <a:off x="381162" y="1268760"/>
            <a:ext cx="1368154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3656A-EFE9-1FBC-3189-C5621AEFD49B}"/>
              </a:ext>
            </a:extLst>
          </p:cNvPr>
          <p:cNvSpPr txBox="1"/>
          <p:nvPr/>
        </p:nvSpPr>
        <p:spPr>
          <a:xfrm>
            <a:off x="2144688" y="1719993"/>
            <a:ext cx="268374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기안부서의 결재자들을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좌측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AE23C792-462C-FD59-96A3-C572FF08C9A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749316" y="1789326"/>
            <a:ext cx="395372" cy="14611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092523-5026-5424-B1FB-28EA15F7E450}"/>
              </a:ext>
            </a:extLst>
          </p:cNvPr>
          <p:cNvSpPr txBox="1"/>
          <p:nvPr/>
        </p:nvSpPr>
        <p:spPr>
          <a:xfrm>
            <a:off x="446691" y="3933056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신청 유형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#2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의 결재선 형태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D6F875-DD48-968C-FBB9-85FC55ED9925}"/>
              </a:ext>
            </a:extLst>
          </p:cNvPr>
          <p:cNvGrpSpPr/>
          <p:nvPr/>
        </p:nvGrpSpPr>
        <p:grpSpPr>
          <a:xfrm>
            <a:off x="381162" y="4258260"/>
            <a:ext cx="6297391" cy="2114187"/>
            <a:chOff x="381162" y="4258260"/>
            <a:chExt cx="6297391" cy="21141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410DF6A-8B35-70F4-5706-FCB1EEAE7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162" y="4258260"/>
              <a:ext cx="6297391" cy="104115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26320DA-9523-C8DB-98C8-747F885281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8316"/>
            <a:stretch/>
          </p:blipFill>
          <p:spPr>
            <a:xfrm>
              <a:off x="5313040" y="5331295"/>
              <a:ext cx="1365513" cy="1041152"/>
            </a:xfrm>
            <a:prstGeom prst="rect">
              <a:avLst/>
            </a:prstGeom>
          </p:spPr>
        </p:pic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92EF40-94E8-219E-D068-DB35BC12ED98}"/>
              </a:ext>
            </a:extLst>
          </p:cNvPr>
          <p:cNvSpPr/>
          <p:nvPr/>
        </p:nvSpPr>
        <p:spPr>
          <a:xfrm>
            <a:off x="5313040" y="4248822"/>
            <a:ext cx="1368154" cy="2123625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A159F-4FA3-F6D5-00E3-B7F512AD051B}"/>
              </a:ext>
            </a:extLst>
          </p:cNvPr>
          <p:cNvSpPr txBox="1"/>
          <p:nvPr/>
        </p:nvSpPr>
        <p:spPr>
          <a:xfrm>
            <a:off x="6897216" y="5589240"/>
            <a:ext cx="2935419" cy="60016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100" dirty="0">
                <a:latin typeface="+mn-lt"/>
                <a:ea typeface="+mn-ea"/>
              </a:rPr>
              <a:t>1</a:t>
            </a:r>
            <a:r>
              <a:rPr kumimoji="0" lang="ko-KR" altLang="en-US" sz="1100" dirty="0">
                <a:latin typeface="+mn-lt"/>
                <a:ea typeface="+mn-ea"/>
              </a:rPr>
              <a:t>차 처리부서와 </a:t>
            </a:r>
            <a:r>
              <a:rPr kumimoji="0" lang="en-US" altLang="ko-KR" sz="1100" dirty="0">
                <a:latin typeface="+mn-lt"/>
                <a:ea typeface="+mn-ea"/>
              </a:rPr>
              <a:t>2</a:t>
            </a:r>
            <a:r>
              <a:rPr kumimoji="0" lang="ko-KR" altLang="en-US" sz="1100" dirty="0">
                <a:latin typeface="+mn-lt"/>
                <a:ea typeface="+mn-ea"/>
              </a:rPr>
              <a:t>차 처리부서의 결재자들을</a:t>
            </a:r>
            <a:br>
              <a:rPr kumimoji="0" lang="en-US" altLang="ko-KR" sz="1100">
                <a:latin typeface="+mn-lt"/>
                <a:ea typeface="+mn-ea"/>
              </a:rPr>
            </a:br>
            <a:r>
              <a:rPr kumimoji="0" lang="ko-KR" altLang="en-US" sz="1100">
                <a:latin typeface="+mn-lt"/>
                <a:ea typeface="+mn-ea"/>
              </a:rPr>
              <a:t>순서대로 </a:t>
            </a:r>
            <a:r>
              <a:rPr kumimoji="0" lang="ko-KR" altLang="en-US" sz="1100" dirty="0">
                <a:latin typeface="+mn-lt"/>
                <a:ea typeface="+mn-ea"/>
              </a:rPr>
              <a:t>배치 </a:t>
            </a: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3D66417D-14CC-730C-EBFF-1C0A417C2B3F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>
            <a:off x="6681194" y="5310635"/>
            <a:ext cx="1683732" cy="27860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22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신청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담당자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담당부서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dirty="0" err="1">
                <a:latin typeface="맑은 고딕" pitchFamily="50" charset="-127"/>
                <a:ea typeface="맑은 고딕" pitchFamily="50" charset="-127"/>
              </a:rPr>
              <a:t>담당업무함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사용여부 확인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A6C137-9106-43EB-C2D6-35C2EE8F7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611040"/>
              </p:ext>
            </p:extLst>
          </p:nvPr>
        </p:nvGraphicFramePr>
        <p:xfrm>
          <a:off x="442623" y="1305064"/>
          <a:ext cx="90858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고객사 사용여부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기안자가 주관부서 담당자를 결재선지정시 직접 지정함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미결함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문서 도착함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담당자는 본인 이후에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결재자를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추가할 수도 있고 본인만 결재할 수도 있다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64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관리자가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위와 동일하나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관리자가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양식프로세스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고정으로 한 담당자를 지정하므로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담당자 성명이 결재선에 나타나므로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기안자는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별도 지정할 필요 없다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000" b="1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4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기안자가 결재선 지정 시 담당부서를 직접 지정함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부서의 수신함에 문서 도착함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부서의 부서원 누구나 결재선을 지정하여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재기안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2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위와 동일하나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양식프로세스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고정으로 담당부서를 지정하므로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담당부서가 결재선에 나타나므로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기안자는 별도 지정할 필요 없이 자동으로 주관부서 수신함에 문서가 도착한다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담당업무함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관리자가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관리자가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담당업무함을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별도로 생성시키고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담당업무함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별로 담당자를 멀티로 지정함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결재문서는 담당업무함의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미결함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결재문서 도착함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업무담당자가 다수인 경우 활용할 수 있으며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인수인계가 수월함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결재선에는 해당업무명이 나타남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4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배포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3" y="960983"/>
            <a:ext cx="9042814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1254125" algn="l"/>
              </a:tabLst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배포 유형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–</a:t>
            </a:r>
            <a:r>
              <a:rPr kumimoji="0" lang="en-US" altLang="ko-KR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협조요청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지원요청과 같이 기안부서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수신부서의 개별적 승인처리를 필요로 하는 경우의 결재 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프로세스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E73985-FBD7-7984-02BF-521D83B873A4}"/>
              </a:ext>
            </a:extLst>
          </p:cNvPr>
          <p:cNvGrpSpPr/>
          <p:nvPr/>
        </p:nvGrpSpPr>
        <p:grpSpPr>
          <a:xfrm>
            <a:off x="776536" y="2031589"/>
            <a:ext cx="4105125" cy="914708"/>
            <a:chOff x="776536" y="4346803"/>
            <a:chExt cx="4105125" cy="91470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31BE8296-D5D0-8025-0976-E43A635F59A0}"/>
                </a:ext>
              </a:extLst>
            </p:cNvPr>
            <p:cNvGrpSpPr/>
            <p:nvPr/>
          </p:nvGrpSpPr>
          <p:grpSpPr>
            <a:xfrm>
              <a:off x="776536" y="4346803"/>
              <a:ext cx="2610394" cy="914708"/>
              <a:chOff x="776537" y="2691197"/>
              <a:chExt cx="2610394" cy="914708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E11E369-39E2-0A78-A9AF-9054B3FFA015}"/>
                  </a:ext>
                </a:extLst>
              </p:cNvPr>
              <p:cNvSpPr/>
              <p:nvPr/>
            </p:nvSpPr>
            <p:spPr>
              <a:xfrm>
                <a:off x="776537" y="2691197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기안부서</a:t>
                </a:r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00306FEF-EB64-2CD8-5D8A-639986D9CDF3}"/>
                  </a:ext>
                </a:extLst>
              </p:cNvPr>
              <p:cNvGrpSpPr/>
              <p:nvPr/>
            </p:nvGrpSpPr>
            <p:grpSpPr>
              <a:xfrm>
                <a:off x="949049" y="2996952"/>
                <a:ext cx="607860" cy="562022"/>
                <a:chOff x="1049554" y="1563813"/>
                <a:chExt cx="607860" cy="562022"/>
              </a:xfrm>
            </p:grpSpPr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F3E3B1BA-F7FD-0FB8-2088-A9770932FBEC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42BD2A63-92C4-8614-3F77-434F5A24895A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" name="타원 4">
                    <a:extLst>
                      <a:ext uri="{FF2B5EF4-FFF2-40B4-BE49-F238E27FC236}">
                        <a16:creationId xmlns:a16="http://schemas.microsoft.com/office/drawing/2014/main" id="{15C02480-FD56-0E46-8EEA-395DAFD2BB28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FC12973-6D66-0619-E809-5EFD70269366}"/>
                    </a:ext>
                  </a:extLst>
                </p:cNvPr>
                <p:cNvSpPr txBox="1"/>
                <p:nvPr/>
              </p:nvSpPr>
              <p:spPr>
                <a:xfrm>
                  <a:off x="1049554" y="1864225"/>
                  <a:ext cx="607860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기안자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A1C9F30A-5E5A-ABD2-F9EB-4AA3F5CEF8F3}"/>
                  </a:ext>
                </a:extLst>
              </p:cNvPr>
              <p:cNvGrpSpPr/>
              <p:nvPr/>
            </p:nvGrpSpPr>
            <p:grpSpPr>
              <a:xfrm>
                <a:off x="1747952" y="2996952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E78F460B-EF65-5C5D-2B5D-5FA3661C9E07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24" name="타원 23">
                    <a:extLst>
                      <a:ext uri="{FF2B5EF4-FFF2-40B4-BE49-F238E27FC236}">
                        <a16:creationId xmlns:a16="http://schemas.microsoft.com/office/drawing/2014/main" id="{C71CD9C9-6FF1-8C44-BD4D-72E0F309541E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" name="타원 4">
                    <a:extLst>
                      <a:ext uri="{FF2B5EF4-FFF2-40B4-BE49-F238E27FC236}">
                        <a16:creationId xmlns:a16="http://schemas.microsoft.com/office/drawing/2014/main" id="{2A9D6543-D14B-CBCC-7466-9E2470EFF6CC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9980999-9DBB-6B04-2888-E8CDFB4BE567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1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EFAF9AF-F82E-E499-9E74-87C7E2ED7EF9}"/>
                  </a:ext>
                </a:extLst>
              </p:cNvPr>
              <p:cNvGrpSpPr/>
              <p:nvPr/>
            </p:nvGrpSpPr>
            <p:grpSpPr>
              <a:xfrm>
                <a:off x="2628607" y="2996952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D5EB9B2D-2AF9-E8E0-DA44-B2ADC13C2049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FFFAD9E-2B72-2768-555A-20560BA131B0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" name="타원 4">
                    <a:extLst>
                      <a:ext uri="{FF2B5EF4-FFF2-40B4-BE49-F238E27FC236}">
                        <a16:creationId xmlns:a16="http://schemas.microsoft.com/office/drawing/2014/main" id="{28B518DA-75A0-10A1-54AF-A1D17F1F85FE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F70CDD7-E532-74FA-3DF3-6231D50530FD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2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화살표: 오른쪽 10">
                <a:extLst>
                  <a:ext uri="{FF2B5EF4-FFF2-40B4-BE49-F238E27FC236}">
                    <a16:creationId xmlns:a16="http://schemas.microsoft.com/office/drawing/2014/main" id="{3B06BF3E-30F3-14B6-A2C9-C975D783D985}"/>
                  </a:ext>
                </a:extLst>
              </p:cNvPr>
              <p:cNvSpPr/>
              <p:nvPr/>
            </p:nvSpPr>
            <p:spPr>
              <a:xfrm>
                <a:off x="1411117" y="3032520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화살표: 오른쪽 14">
                <a:extLst>
                  <a:ext uri="{FF2B5EF4-FFF2-40B4-BE49-F238E27FC236}">
                    <a16:creationId xmlns:a16="http://schemas.microsoft.com/office/drawing/2014/main" id="{F774716C-E973-39C1-CEA5-C4360D20F6B3}"/>
                  </a:ext>
                </a:extLst>
              </p:cNvPr>
              <p:cNvSpPr/>
              <p:nvPr/>
            </p:nvSpPr>
            <p:spPr>
              <a:xfrm>
                <a:off x="2291772" y="3032520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EF960613-0B49-EE8C-AC2F-BC0032C91F5B}"/>
                </a:ext>
              </a:extLst>
            </p:cNvPr>
            <p:cNvSpPr/>
            <p:nvPr/>
          </p:nvSpPr>
          <p:spPr>
            <a:xfrm>
              <a:off x="3406345" y="4694951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1791080-A0CB-0554-5198-AC0B3784A8E7}"/>
                </a:ext>
              </a:extLst>
            </p:cNvPr>
            <p:cNvSpPr/>
            <p:nvPr/>
          </p:nvSpPr>
          <p:spPr>
            <a:xfrm>
              <a:off x="3912262" y="4480684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기안부서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479B58-661A-008E-5FCF-B9BE04703594}"/>
              </a:ext>
            </a:extLst>
          </p:cNvPr>
          <p:cNvGrpSpPr/>
          <p:nvPr/>
        </p:nvGrpSpPr>
        <p:grpSpPr>
          <a:xfrm>
            <a:off x="5388254" y="1548886"/>
            <a:ext cx="4101250" cy="1880114"/>
            <a:chOff x="5388254" y="4346803"/>
            <a:chExt cx="4101250" cy="1880114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F03DC60-6A56-4684-9D41-80927DD12BFF}"/>
                </a:ext>
              </a:extLst>
            </p:cNvPr>
            <p:cNvGrpSpPr/>
            <p:nvPr/>
          </p:nvGrpSpPr>
          <p:grpSpPr>
            <a:xfrm>
              <a:off x="5388254" y="4346803"/>
              <a:ext cx="2610394" cy="914708"/>
              <a:chOff x="3768340" y="2708264"/>
              <a:chExt cx="2610394" cy="914708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31D5184D-FBC9-D99C-FFC9-132C28B6B934}"/>
                  </a:ext>
                </a:extLst>
              </p:cNvPr>
              <p:cNvSpPr/>
              <p:nvPr/>
            </p:nvSpPr>
            <p:spPr>
              <a:xfrm>
                <a:off x="3768340" y="2708264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수신부서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10910A4C-A5C3-F6BC-4C58-36125ABFC3AE}"/>
                  </a:ext>
                </a:extLst>
              </p:cNvPr>
              <p:cNvGrpSpPr/>
              <p:nvPr/>
            </p:nvGrpSpPr>
            <p:grpSpPr>
              <a:xfrm>
                <a:off x="3870322" y="3014019"/>
                <a:ext cx="748923" cy="562022"/>
                <a:chOff x="979024" y="1563813"/>
                <a:chExt cx="748923" cy="562022"/>
              </a:xfrm>
            </p:grpSpPr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61B75F99-4855-0C7E-80E9-60CEC2195F6A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78" name="타원 77">
                    <a:extLst>
                      <a:ext uri="{FF2B5EF4-FFF2-40B4-BE49-F238E27FC236}">
                        <a16:creationId xmlns:a16="http://schemas.microsoft.com/office/drawing/2014/main" id="{DE36FE23-DCAB-54B8-F9B4-9D5EF0E9C4BE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9" name="타원 4">
                    <a:extLst>
                      <a:ext uri="{FF2B5EF4-FFF2-40B4-BE49-F238E27FC236}">
                        <a16:creationId xmlns:a16="http://schemas.microsoft.com/office/drawing/2014/main" id="{7DA2031E-3E19-4D9F-CA8D-FCECBCAD2078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D8225A63-D3C0-4BFA-EAC3-928683D4A670}"/>
                    </a:ext>
                  </a:extLst>
                </p:cNvPr>
                <p:cNvSpPr txBox="1"/>
                <p:nvPr/>
              </p:nvSpPr>
              <p:spPr>
                <a:xfrm>
                  <a:off x="979024" y="1864225"/>
                  <a:ext cx="748923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재기안자</a:t>
                  </a: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33719F4B-E492-9C05-5A27-FFB57B34F02C}"/>
                  </a:ext>
                </a:extLst>
              </p:cNvPr>
              <p:cNvGrpSpPr/>
              <p:nvPr/>
            </p:nvGrpSpPr>
            <p:grpSpPr>
              <a:xfrm>
                <a:off x="4739755" y="3014019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C90E547-853F-04C1-515B-19333AAC1ED0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D21C56F8-C25A-BB2C-758E-9F0F2E3ABC8B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" name="타원 4">
                    <a:extLst>
                      <a:ext uri="{FF2B5EF4-FFF2-40B4-BE49-F238E27FC236}">
                        <a16:creationId xmlns:a16="http://schemas.microsoft.com/office/drawing/2014/main" id="{A90B0A77-A09B-D8FF-3E7F-7E22F76F0C00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C17A993-245D-96E6-D65A-F774C138C14C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3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6C2E270C-43C2-2220-03D5-89912DFEFDD3}"/>
                  </a:ext>
                </a:extLst>
              </p:cNvPr>
              <p:cNvGrpSpPr/>
              <p:nvPr/>
            </p:nvGrpSpPr>
            <p:grpSpPr>
              <a:xfrm>
                <a:off x="5620410" y="3014019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BF0ABD25-185D-E5EC-9EA7-AE54566DE0D7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B1673B08-7261-FF37-CF90-E99EEEE0AF9B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0" name="타원 4">
                    <a:extLst>
                      <a:ext uri="{FF2B5EF4-FFF2-40B4-BE49-F238E27FC236}">
                        <a16:creationId xmlns:a16="http://schemas.microsoft.com/office/drawing/2014/main" id="{89221936-E841-6E96-276A-A28F64DAAF2F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5B7FC81-BB2D-E0AF-A21F-334CB10034EF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4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2" name="화살표: 오른쪽 61">
                <a:extLst>
                  <a:ext uri="{FF2B5EF4-FFF2-40B4-BE49-F238E27FC236}">
                    <a16:creationId xmlns:a16="http://schemas.microsoft.com/office/drawing/2014/main" id="{044903D3-FB10-3F4B-99D2-ED98A001ADD1}"/>
                  </a:ext>
                </a:extLst>
              </p:cNvPr>
              <p:cNvSpPr/>
              <p:nvPr/>
            </p:nvSpPr>
            <p:spPr>
              <a:xfrm>
                <a:off x="4402920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화살표: 오른쪽 62">
                <a:extLst>
                  <a:ext uri="{FF2B5EF4-FFF2-40B4-BE49-F238E27FC236}">
                    <a16:creationId xmlns:a16="http://schemas.microsoft.com/office/drawing/2014/main" id="{92B4FAE4-6F87-F570-FEFF-BD4F44221450}"/>
                  </a:ext>
                </a:extLst>
              </p:cNvPr>
              <p:cNvSpPr/>
              <p:nvPr/>
            </p:nvSpPr>
            <p:spPr>
              <a:xfrm>
                <a:off x="5283575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C2E7A79-A01B-FA3B-C9EB-3DDB11DEFF31}"/>
                </a:ext>
              </a:extLst>
            </p:cNvPr>
            <p:cNvSpPr/>
            <p:nvPr/>
          </p:nvSpPr>
          <p:spPr>
            <a:xfrm>
              <a:off x="8520105" y="4473101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36000" tIns="0" rIns="36000" bIns="0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수신부서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5ECB2C02-ECED-97CA-E275-FE615092C097}"/>
                </a:ext>
              </a:extLst>
            </p:cNvPr>
            <p:cNvSpPr/>
            <p:nvPr/>
          </p:nvSpPr>
          <p:spPr>
            <a:xfrm>
              <a:off x="8018063" y="4694951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9D2725F-BF3E-487C-B431-4BD11E198256}"/>
                </a:ext>
              </a:extLst>
            </p:cNvPr>
            <p:cNvGrpSpPr/>
            <p:nvPr/>
          </p:nvGrpSpPr>
          <p:grpSpPr>
            <a:xfrm>
              <a:off x="5388254" y="5312209"/>
              <a:ext cx="2610394" cy="914708"/>
              <a:chOff x="3768340" y="2708264"/>
              <a:chExt cx="2610394" cy="914708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A0DFA39-7197-A2CC-705C-F177405E3846}"/>
                  </a:ext>
                </a:extLst>
              </p:cNvPr>
              <p:cNvSpPr/>
              <p:nvPr/>
            </p:nvSpPr>
            <p:spPr>
              <a:xfrm>
                <a:off x="3768340" y="2708264"/>
                <a:ext cx="2610394" cy="914708"/>
              </a:xfrm>
              <a:prstGeom prst="rect">
                <a:avLst/>
              </a:prstGeom>
              <a:noFill/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200" b="1" dirty="0">
                    <a:solidFill>
                      <a:schemeClr val="tx1"/>
                    </a:solidFill>
                  </a:rPr>
                  <a:t>수신부서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72C4907D-67D9-0798-32F4-1968B1F3D297}"/>
                  </a:ext>
                </a:extLst>
              </p:cNvPr>
              <p:cNvGrpSpPr/>
              <p:nvPr/>
            </p:nvGrpSpPr>
            <p:grpSpPr>
              <a:xfrm>
                <a:off x="3870322" y="3014019"/>
                <a:ext cx="748923" cy="562022"/>
                <a:chOff x="979024" y="1563813"/>
                <a:chExt cx="748923" cy="562022"/>
              </a:xfrm>
            </p:grpSpPr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D44895B3-59D6-F776-5BD2-57B0A76857C2}"/>
                    </a:ext>
                  </a:extLst>
                </p:cNvPr>
                <p:cNvGrpSpPr/>
                <p:nvPr/>
              </p:nvGrpSpPr>
              <p:grpSpPr>
                <a:xfrm>
                  <a:off x="1199044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56" name="타원 55">
                    <a:extLst>
                      <a:ext uri="{FF2B5EF4-FFF2-40B4-BE49-F238E27FC236}">
                        <a16:creationId xmlns:a16="http://schemas.microsoft.com/office/drawing/2014/main" id="{AFBB4F62-7521-6756-C41E-7CC8CD9CFE79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57" name="타원 4">
                    <a:extLst>
                      <a:ext uri="{FF2B5EF4-FFF2-40B4-BE49-F238E27FC236}">
                        <a16:creationId xmlns:a16="http://schemas.microsoft.com/office/drawing/2014/main" id="{3E2C0EC7-3DDD-4774-2571-95CA458F02E1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1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D81ECF5-F342-7208-AE1D-54CB43AC3D58}"/>
                    </a:ext>
                  </a:extLst>
                </p:cNvPr>
                <p:cNvSpPr txBox="1"/>
                <p:nvPr/>
              </p:nvSpPr>
              <p:spPr>
                <a:xfrm>
                  <a:off x="979024" y="1864225"/>
                  <a:ext cx="748923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재기안자</a:t>
                  </a:r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74FB56DB-E408-C62E-1678-A96B58399AE2}"/>
                  </a:ext>
                </a:extLst>
              </p:cNvPr>
              <p:cNvGrpSpPr/>
              <p:nvPr/>
            </p:nvGrpSpPr>
            <p:grpSpPr>
              <a:xfrm>
                <a:off x="4739755" y="3014019"/>
                <a:ext cx="689612" cy="562022"/>
                <a:chOff x="2404972" y="1563813"/>
                <a:chExt cx="689612" cy="562022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307C8DD0-8B1A-70D8-4083-AF291B102026}"/>
                    </a:ext>
                  </a:extLst>
                </p:cNvPr>
                <p:cNvGrpSpPr/>
                <p:nvPr/>
              </p:nvGrpSpPr>
              <p:grpSpPr>
                <a:xfrm>
                  <a:off x="259533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52" name="타원 51">
                    <a:extLst>
                      <a:ext uri="{FF2B5EF4-FFF2-40B4-BE49-F238E27FC236}">
                        <a16:creationId xmlns:a16="http://schemas.microsoft.com/office/drawing/2014/main" id="{FA6A97CF-1A7F-1BD4-3E44-C4F10DC3EF87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53" name="타원 4">
                    <a:extLst>
                      <a:ext uri="{FF2B5EF4-FFF2-40B4-BE49-F238E27FC236}">
                        <a16:creationId xmlns:a16="http://schemas.microsoft.com/office/drawing/2014/main" id="{9BF054CC-4F45-CF08-A7C0-D0B62B6884A3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2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A300EB2-4D07-52EB-E0E3-D6D40E6BAA4B}"/>
                    </a:ext>
                  </a:extLst>
                </p:cNvPr>
                <p:cNvSpPr txBox="1"/>
                <p:nvPr/>
              </p:nvSpPr>
              <p:spPr>
                <a:xfrm>
                  <a:off x="240497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3</a:t>
                  </a:r>
                  <a:endPara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9DF6E62-2771-6D95-298F-3E7F34AB004F}"/>
                  </a:ext>
                </a:extLst>
              </p:cNvPr>
              <p:cNvGrpSpPr/>
              <p:nvPr/>
            </p:nvGrpSpPr>
            <p:grpSpPr>
              <a:xfrm>
                <a:off x="5620410" y="3014019"/>
                <a:ext cx="689612" cy="562022"/>
                <a:chOff x="3842142" y="1563813"/>
                <a:chExt cx="689612" cy="562022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062B2888-DA00-9235-7198-264211FC48B3}"/>
                    </a:ext>
                  </a:extLst>
                </p:cNvPr>
                <p:cNvGrpSpPr/>
                <p:nvPr/>
              </p:nvGrpSpPr>
              <p:grpSpPr>
                <a:xfrm>
                  <a:off x="4032508" y="1563813"/>
                  <a:ext cx="308880" cy="308880"/>
                  <a:chOff x="213166" y="115560"/>
                  <a:chExt cx="308880" cy="30888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E5419825-70FA-4687-834A-1F372F5C94A2}"/>
                      </a:ext>
                    </a:extLst>
                  </p:cNvPr>
                  <p:cNvSpPr/>
                  <p:nvPr/>
                </p:nvSpPr>
                <p:spPr>
                  <a:xfrm>
                    <a:off x="213166" y="115560"/>
                    <a:ext cx="308880" cy="308880"/>
                  </a:xfrm>
                  <a:prstGeom prst="ellipse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9" name="타원 4">
                    <a:extLst>
                      <a:ext uri="{FF2B5EF4-FFF2-40B4-BE49-F238E27FC236}">
                        <a16:creationId xmlns:a16="http://schemas.microsoft.com/office/drawing/2014/main" id="{22B122C4-C8BA-11A9-8CFD-D183D40CF174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00" y="160794"/>
                    <a:ext cx="218412" cy="218412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6350" tIns="6350" rIns="6350" bIns="6350" numCol="1" spcCol="1270" anchor="ctr" anchorCtr="0">
                    <a:noAutofit/>
                  </a:bodyPr>
                  <a:lstStyle/>
                  <a:p>
                    <a:pPr marL="0" lvl="0" indent="0" algn="ctr" defTabSz="444500" latinLnBrk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US" altLang="ko-KR" sz="1000" kern="1200" dirty="0">
                        <a:latin typeface="+mn-ea"/>
                        <a:ea typeface="+mn-ea"/>
                      </a:rPr>
                      <a:t>3</a:t>
                    </a:r>
                    <a:endParaRPr lang="ko-KR" altLang="en-US" sz="1000" kern="1200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A5875DA-7EEC-3812-57E2-CE3D4915B80A}"/>
                    </a:ext>
                  </a:extLst>
                </p:cNvPr>
                <p:cNvSpPr txBox="1"/>
                <p:nvPr/>
              </p:nvSpPr>
              <p:spPr>
                <a:xfrm>
                  <a:off x="3842142" y="1864225"/>
                  <a:ext cx="689612" cy="261610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</a:pPr>
                  <a:r>
                    <a:rPr kumimoji="0" lang="ko-KR" altLang="en-US" sz="1100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결재자</a:t>
                  </a:r>
                  <a:r>
                    <a:rPr kumimoji="0" lang="en-US" altLang="ko-KR" sz="1100" b="1" dirty="0">
                      <a:latin typeface="+mn-lt"/>
                      <a:ea typeface="+mn-ea"/>
                    </a:rPr>
                    <a:t>4</a:t>
                  </a:r>
                  <a:endParaRPr kumimoji="0" lang="ko-KR" altLang="en-US" sz="11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" name="화살표: 오른쪽 41">
                <a:extLst>
                  <a:ext uri="{FF2B5EF4-FFF2-40B4-BE49-F238E27FC236}">
                    <a16:creationId xmlns:a16="http://schemas.microsoft.com/office/drawing/2014/main" id="{3B6613CF-18C0-C574-22DD-9A9A54B66B40}"/>
                  </a:ext>
                </a:extLst>
              </p:cNvPr>
              <p:cNvSpPr/>
              <p:nvPr/>
            </p:nvSpPr>
            <p:spPr>
              <a:xfrm>
                <a:off x="4402920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화살표: 오른쪽 43">
                <a:extLst>
                  <a:ext uri="{FF2B5EF4-FFF2-40B4-BE49-F238E27FC236}">
                    <a16:creationId xmlns:a16="http://schemas.microsoft.com/office/drawing/2014/main" id="{338FCDF6-F46C-6D3C-6D55-03D1B3A7F966}"/>
                  </a:ext>
                </a:extLst>
              </p:cNvPr>
              <p:cNvSpPr/>
              <p:nvPr/>
            </p:nvSpPr>
            <p:spPr>
              <a:xfrm>
                <a:off x="5283575" y="3049587"/>
                <a:ext cx="482627" cy="218412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FA57FDA-3261-B89C-C93B-9DA508B79066}"/>
                </a:ext>
              </a:extLst>
            </p:cNvPr>
            <p:cNvSpPr/>
            <p:nvPr/>
          </p:nvSpPr>
          <p:spPr>
            <a:xfrm>
              <a:off x="8520105" y="5438507"/>
              <a:ext cx="969399" cy="66211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36000" tIns="0" rIns="36000" bIns="0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수신부서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결재 프로세스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ko-KR" altLang="en-US" sz="1100" b="1" dirty="0">
                  <a:solidFill>
                    <a:schemeClr val="bg1"/>
                  </a:solidFill>
                </a:rPr>
                <a:t>종료</a:t>
              </a:r>
            </a:p>
          </p:txBody>
        </p: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49CB4DB2-5248-EB64-FC51-D738D48AA327}"/>
                </a:ext>
              </a:extLst>
            </p:cNvPr>
            <p:cNvSpPr/>
            <p:nvPr/>
          </p:nvSpPr>
          <p:spPr>
            <a:xfrm>
              <a:off x="8018063" y="5660357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0C792BC-F3B8-F312-06CB-C25CF5909BB5}"/>
              </a:ext>
            </a:extLst>
          </p:cNvPr>
          <p:cNvGrpSpPr/>
          <p:nvPr/>
        </p:nvGrpSpPr>
        <p:grpSpPr>
          <a:xfrm>
            <a:off x="4903266" y="2127709"/>
            <a:ext cx="482627" cy="722468"/>
            <a:chOff x="4903266" y="4904762"/>
            <a:chExt cx="482627" cy="722468"/>
          </a:xfrm>
        </p:grpSpPr>
        <p:sp>
          <p:nvSpPr>
            <p:cNvPr id="100" name="화살표: 오른쪽 99">
              <a:extLst>
                <a:ext uri="{FF2B5EF4-FFF2-40B4-BE49-F238E27FC236}">
                  <a16:creationId xmlns:a16="http://schemas.microsoft.com/office/drawing/2014/main" id="{FAA27145-23BB-F3F1-2039-950134C38371}"/>
                </a:ext>
              </a:extLst>
            </p:cNvPr>
            <p:cNvSpPr/>
            <p:nvPr/>
          </p:nvSpPr>
          <p:spPr>
            <a:xfrm rot="1800000">
              <a:off x="4903266" y="5408818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1" name="화살표: 오른쪽 100">
              <a:extLst>
                <a:ext uri="{FF2B5EF4-FFF2-40B4-BE49-F238E27FC236}">
                  <a16:creationId xmlns:a16="http://schemas.microsoft.com/office/drawing/2014/main" id="{E5369285-55E5-48DE-0C5F-4ED8AE618E31}"/>
                </a:ext>
              </a:extLst>
            </p:cNvPr>
            <p:cNvSpPr/>
            <p:nvPr/>
          </p:nvSpPr>
          <p:spPr>
            <a:xfrm rot="19800000" flipV="1">
              <a:off x="4903266" y="4904762"/>
              <a:ext cx="482627" cy="218412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CB6AFD-2A84-2D20-BB77-8AF37E6D98F0}"/>
              </a:ext>
            </a:extLst>
          </p:cNvPr>
          <p:cNvGrpSpPr/>
          <p:nvPr/>
        </p:nvGrpSpPr>
        <p:grpSpPr>
          <a:xfrm>
            <a:off x="1624140" y="2494701"/>
            <a:ext cx="841811" cy="1512852"/>
            <a:chOff x="1905557" y="1658736"/>
            <a:chExt cx="1492482" cy="819518"/>
          </a:xfrm>
        </p:grpSpPr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61F0B19A-6A6F-1BFC-3BE7-554CFACE476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563857" y="2000436"/>
              <a:ext cx="819518" cy="13611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B4A9C29A-6170-CB6D-C47D-742738AC72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10098" y="1390313"/>
              <a:ext cx="819518" cy="13563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FA2BD1D-0111-7AFC-666B-F14DAB18FF9D}"/>
              </a:ext>
            </a:extLst>
          </p:cNvPr>
          <p:cNvSpPr txBox="1"/>
          <p:nvPr/>
        </p:nvSpPr>
        <p:spPr>
          <a:xfrm>
            <a:off x="1563255" y="3959478"/>
            <a:ext cx="434926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anose="020B0503020000020004" pitchFamily="50" charset="-127"/>
              <a:buChar char="※"/>
              <a:tabLst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 Process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와 참조 는 모든 결재 유형에서 공통적으로 사용됨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0D24D7B-435E-79FD-6792-4CA93406DA11}"/>
              </a:ext>
            </a:extLst>
          </p:cNvPr>
          <p:cNvGrpSpPr/>
          <p:nvPr/>
        </p:nvGrpSpPr>
        <p:grpSpPr>
          <a:xfrm>
            <a:off x="5912523" y="2977885"/>
            <a:ext cx="1182230" cy="1112398"/>
            <a:chOff x="5912523" y="2977885"/>
            <a:chExt cx="1182230" cy="1112398"/>
          </a:xfrm>
        </p:grpSpPr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1F758CF8-E91E-9B4E-63CB-5ED335FC1225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rot="5400000">
              <a:off x="5526533" y="3363877"/>
              <a:ext cx="1112396" cy="340416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연결선: 꺾임 47">
              <a:extLst>
                <a:ext uri="{FF2B5EF4-FFF2-40B4-BE49-F238E27FC236}">
                  <a16:creationId xmlns:a16="http://schemas.microsoft.com/office/drawing/2014/main" id="{C14F8CC4-D3AC-FCF7-8FF8-D867369F9459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rot="10800000" flipV="1">
              <a:off x="5912524" y="2977885"/>
              <a:ext cx="1182229" cy="1112398"/>
            </a:xfrm>
            <a:prstGeom prst="bentConnector3">
              <a:avLst>
                <a:gd name="adj1" fmla="val -1564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4830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그룹 41">
            <a:extLst>
              <a:ext uri="{FF2B5EF4-FFF2-40B4-BE49-F238E27FC236}">
                <a16:creationId xmlns:a16="http://schemas.microsoft.com/office/drawing/2014/main" id="{2494ABDB-6C00-E2C3-689A-3D3B64557879}"/>
              </a:ext>
            </a:extLst>
          </p:cNvPr>
          <p:cNvGrpSpPr/>
          <p:nvPr/>
        </p:nvGrpSpPr>
        <p:grpSpPr>
          <a:xfrm>
            <a:off x="446691" y="1249349"/>
            <a:ext cx="6185532" cy="2131391"/>
            <a:chOff x="446691" y="1249349"/>
            <a:chExt cx="6185532" cy="21313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9875E2E-4CA8-2DD1-AC30-CC0A6E1B4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875" y="1268760"/>
              <a:ext cx="6150847" cy="211198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951227-9EEC-BEFB-E530-2603E3E25258}"/>
                </a:ext>
              </a:extLst>
            </p:cNvPr>
            <p:cNvSpPr/>
            <p:nvPr/>
          </p:nvSpPr>
          <p:spPr>
            <a:xfrm>
              <a:off x="446691" y="1249349"/>
              <a:ext cx="1121933" cy="7920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0A64F33B-80D6-7395-D1F2-42BB2DD1C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4945" y="1260051"/>
              <a:ext cx="1057278" cy="803880"/>
            </a:xfrm>
            <a:prstGeom prst="rect">
              <a:avLst/>
            </a:prstGeom>
          </p:spPr>
        </p:pic>
      </p:grp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배포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배포 유형의 결재선 형태 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발신부서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21471A-04CE-2E1D-802E-C78226BD7C1C}"/>
              </a:ext>
            </a:extLst>
          </p:cNvPr>
          <p:cNvSpPr/>
          <p:nvPr/>
        </p:nvSpPr>
        <p:spPr>
          <a:xfrm>
            <a:off x="5559259" y="1268760"/>
            <a:ext cx="1121933" cy="75326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29371B-5493-4164-BB5B-4899BDFEC6A0}"/>
              </a:ext>
            </a:extLst>
          </p:cNvPr>
          <p:cNvSpPr/>
          <p:nvPr/>
        </p:nvSpPr>
        <p:spPr>
          <a:xfrm>
            <a:off x="389602" y="2060848"/>
            <a:ext cx="6297392" cy="60898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Sub Process 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합의자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협조자들을 표시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8ACDE-F30F-F550-C0B4-7C4B1AD31D60}"/>
              </a:ext>
            </a:extLst>
          </p:cNvPr>
          <p:cNvSpPr txBox="1"/>
          <p:nvPr/>
        </p:nvSpPr>
        <p:spPr>
          <a:xfrm>
            <a:off x="7085907" y="1951179"/>
            <a:ext cx="268374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발신부서의 결재자들을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5204FEA2-20FF-8705-76A6-AE83F52287E4}"/>
              </a:ext>
            </a:extLst>
          </p:cNvPr>
          <p:cNvCxnSpPr>
            <a:cxnSpLocks/>
            <a:stCxn id="13" idx="3"/>
            <a:endCxn id="15" idx="0"/>
          </p:cNvCxnSpPr>
          <p:nvPr/>
        </p:nvCxnSpPr>
        <p:spPr>
          <a:xfrm>
            <a:off x="6681192" y="1645393"/>
            <a:ext cx="1746589" cy="30578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238EE45-F4F7-94E5-E958-A145294829E7}"/>
              </a:ext>
            </a:extLst>
          </p:cNvPr>
          <p:cNvSpPr/>
          <p:nvPr/>
        </p:nvSpPr>
        <p:spPr>
          <a:xfrm>
            <a:off x="389602" y="3140969"/>
            <a:ext cx="6297392" cy="278594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수신처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개인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부서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를 표시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6DDE92E-50DD-3366-C3E3-90389C60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5" y="4086509"/>
            <a:ext cx="6150847" cy="21119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EB5A9A7-B304-77D5-7484-73093EFF19C2}"/>
              </a:ext>
            </a:extLst>
          </p:cNvPr>
          <p:cNvSpPr txBox="1"/>
          <p:nvPr/>
        </p:nvSpPr>
        <p:spPr>
          <a:xfrm>
            <a:off x="446691" y="3721819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배포 유형의 결재선 형태 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수신부서</a:t>
            </a:r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043D393-58AC-16DE-8D27-8D722DF893E2}"/>
              </a:ext>
            </a:extLst>
          </p:cNvPr>
          <p:cNvSpPr/>
          <p:nvPr/>
        </p:nvSpPr>
        <p:spPr>
          <a:xfrm>
            <a:off x="5559259" y="4086509"/>
            <a:ext cx="1121933" cy="75326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DAB291-23FF-EBEE-DDE5-19A27D2F9C0A}"/>
              </a:ext>
            </a:extLst>
          </p:cNvPr>
          <p:cNvSpPr/>
          <p:nvPr/>
        </p:nvSpPr>
        <p:spPr>
          <a:xfrm>
            <a:off x="389602" y="4878597"/>
            <a:ext cx="6297392" cy="60898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Sub Process 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합의자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협조자들을 표시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5B8ED5-6685-C112-0C5E-201C0A17843B}"/>
              </a:ext>
            </a:extLst>
          </p:cNvPr>
          <p:cNvSpPr txBox="1"/>
          <p:nvPr/>
        </p:nvSpPr>
        <p:spPr>
          <a:xfrm>
            <a:off x="7085907" y="4768928"/>
            <a:ext cx="268374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수신부서의 결재자들을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C1EA4964-38E7-6697-FD3F-D7EE9B7051C2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>
            <a:off x="6681192" y="4463142"/>
            <a:ext cx="1746589" cy="30578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780CF2F-6DB0-9999-73D6-CB56DED95AB7}"/>
              </a:ext>
            </a:extLst>
          </p:cNvPr>
          <p:cNvSpPr/>
          <p:nvPr/>
        </p:nvSpPr>
        <p:spPr>
          <a:xfrm>
            <a:off x="389602" y="5958718"/>
            <a:ext cx="6297392" cy="278594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수신처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개인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부서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를 표시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D93B48A-D448-9279-4EDC-5F449DF8B127}"/>
              </a:ext>
            </a:extLst>
          </p:cNvPr>
          <p:cNvSpPr/>
          <p:nvPr/>
        </p:nvSpPr>
        <p:spPr>
          <a:xfrm>
            <a:off x="389602" y="4081595"/>
            <a:ext cx="1153427" cy="757507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6E774C-85C2-F6F8-4027-6732CB7C35D0}"/>
              </a:ext>
            </a:extLst>
          </p:cNvPr>
          <p:cNvSpPr txBox="1"/>
          <p:nvPr/>
        </p:nvSpPr>
        <p:spPr>
          <a:xfrm>
            <a:off x="2053228" y="4036060"/>
            <a:ext cx="2683748" cy="43088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발신부서의 결재자들을 순서대로 배치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좌측 상단에 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61B8E074-6A79-904D-DAED-E6284D9B8021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1543029" y="4251504"/>
            <a:ext cx="510199" cy="20884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700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1. </a:t>
            </a:r>
            <a:r>
              <a:rPr lang="ko-KR" altLang="en-US" b="1" dirty="0">
                <a:latin typeface="+mj-ea"/>
              </a:rPr>
              <a:t>결재 프로세스 유형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배포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수신처 유형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9C15F6-99E0-4489-EF44-3DB7DBAB0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674952"/>
              </p:ext>
            </p:extLst>
          </p:nvPr>
        </p:nvGraphicFramePr>
        <p:xfrm>
          <a:off x="485042" y="1269178"/>
          <a:ext cx="8935916" cy="2231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1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+mn-ea"/>
                        </a:rPr>
                        <a:t>고객사 사용여부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40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수신문서를 개인이 수신함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발신부서에서는 수신현황에서 결과 조회 가능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수신자 미결함에 문서 도착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반송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결재선을 지정하여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재기안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1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수신문서를 부서가 수신함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발신부서에서는 수신현황에서 결과 조회 가능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부서 수신함에 문서 도착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반송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결재선을 지정하여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재기안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해당 부서의 부서원 누구나가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결재선을 지정하여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재기안한다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362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2. </a:t>
            </a:r>
            <a:r>
              <a:rPr lang="ko-KR" altLang="en-US" b="1" dirty="0">
                <a:latin typeface="+mj-ea"/>
              </a:rPr>
              <a:t>결재 종류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결재 종류 및 용어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5764F6-68F7-FE5D-936E-B0DA52E2E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47381"/>
              </p:ext>
            </p:extLst>
          </p:nvPr>
        </p:nvGraphicFramePr>
        <p:xfrm>
          <a:off x="416496" y="1268760"/>
          <a:ext cx="9000999" cy="27459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31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결재행위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표시이름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 사용여부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</a:t>
                      </a:r>
                      <a:r>
                        <a:rPr lang="en-US" altLang="ko-KR" sz="1000" b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의사결정 행위에 대한 명칭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반려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보류사용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5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전결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전결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뒤에 결재자가 있더라도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[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전결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지정되어 있으면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뒷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결재자는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결재안함으로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변경되고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전결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글자가 보임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일반적으로 사용하지 않으나 회사의 문화에 따라 표기 여부 결정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5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후결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후결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최종 결재완료 후 결재 하는 행위로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후결자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지정 시 </a:t>
                      </a:r>
                      <a:r>
                        <a:rPr lang="ko-KR" altLang="en-US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순서에 관계없이 맨 마지막에 결재하게 된다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반려권한은 없음</a:t>
                      </a:r>
                      <a:r>
                        <a:rPr lang="en-US" altLang="ko-KR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다만</a:t>
                      </a:r>
                      <a:r>
                        <a:rPr lang="en-US" altLang="ko-KR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후결자가</a:t>
                      </a:r>
                      <a:r>
                        <a:rPr lang="ko-KR" altLang="en-US" sz="1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결재하기 전에는 문서가 종료되지 않음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.)</a:t>
                      </a: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후결재는 미결함에서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만 가능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최근에는 대결이나 모바일 결재를 사용하므로 잘 사용하지 않으나 회사의 문화에 따라 사용여부 결정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000" b="1" strike="noStrike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81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원결재자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대신 결재를 하는 행위로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원결재자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대결자에게 동시에 미결함에 문서가 수신됨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원결재자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대결자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둘다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 승인 처리 할 수 있음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원결재자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승인할 경우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=&gt;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대결자는 진행 상황만 조회 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대결자가 승인할 경우 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=&gt;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결재방에는 대결로 표시됨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원결재자는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결재선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현황</a:t>
                      </a: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조회 가능함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168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3. </a:t>
            </a:r>
            <a:r>
              <a:rPr lang="ko-KR" altLang="en-US" b="1" dirty="0">
                <a:latin typeface="+mj-ea"/>
              </a:rPr>
              <a:t>결재 사용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결재 사용 기능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CF2E654-621E-F464-4374-E0C1FBC9D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97959"/>
              </p:ext>
            </p:extLst>
          </p:nvPr>
        </p:nvGraphicFramePr>
        <p:xfrm>
          <a:off x="416494" y="1268761"/>
          <a:ext cx="9073010" cy="422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3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기능종류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 사용 여부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서명표시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결재양식 화면에 개인의 서명 이미지가 보여지며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인쇄됨 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개인이 </a:t>
                      </a:r>
                      <a:r>
                        <a:rPr lang="ko-KR" altLang="en-US" sz="1000" b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서명이미지를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등록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관리함</a:t>
                      </a:r>
                      <a:r>
                        <a:rPr lang="en-US" altLang="ko-KR" sz="10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0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결재암호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 시 개인이 결재 암호를 넣어 본인임을 확인할 수 있게 해주는 기능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암호는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상에 암호화 되어 저장됨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개인이 결재암호 사용여부를 결정함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0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매체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미결함에 문서 도착 시 결재자들에게 결재도착 알림</a:t>
                      </a:r>
                      <a:endParaRPr lang="en-US" altLang="ko-KR" sz="1000" b="0" u="none" strike="noStrike" kern="1200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사용자가 개인정보 설정에서 사용여부 및 도착매체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메일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</a:t>
                      </a: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2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</a:t>
                      </a:r>
                      <a: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Event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Event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발생 시 알림</a:t>
                      </a:r>
                      <a:endParaRPr lang="en-US" altLang="ko-KR" sz="1000" b="0" u="none" strike="noStrike" kern="1200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사용자가 개인정보 설정에서 사용여부 및 도착매체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메일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</a:t>
                      </a:r>
                      <a:b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Event :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 요청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회수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보류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참조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담당업무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회람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5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지정반려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 결재자가 기 결재자 중에 한 명을 지정하여 결재문서를 반송하는 기능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결재자부터 결재가 다시 진행됨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(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일반결재자만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가능하고 합의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협조자는 불가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00" b="0" u="none" strike="noStrike" kern="1200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820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기안취소</a:t>
                      </a:r>
                      <a: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회수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기안자가 진행중인 결재 문서를 취소하는 기능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기결재자에게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취소 사유를 메일로 발송함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된 문서는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임시함에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보관됨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회수는 결재자들이 </a:t>
                      </a:r>
                      <a:r>
                        <a:rPr lang="ko-KR" altLang="en-US" sz="1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한명도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결재하지 않은 경우 회수 가능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기본기능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취소를 사용하지 않아도 회수기능은 기본으로 제공함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5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승인취소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차상위자가 대기중인 경우 이전 결재자의 미결함으로 문서를 회수하는 기능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합의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협조자가 결재선에 있을 경우는 불가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반려 또는 추가 의견 달기를 위해 사용 </a:t>
                      </a:r>
                      <a:r>
                        <a:rPr lang="en-US" altLang="ko-KR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u="none" strike="noStrike" kern="1200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43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266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3. </a:t>
            </a:r>
            <a:r>
              <a:rPr lang="ko-KR" altLang="en-US" b="1" dirty="0">
                <a:latin typeface="+mj-ea"/>
              </a:rPr>
              <a:t>결재 사용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결재 사용 기능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A54F24F-9777-E844-4FBB-64EE4163B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31400"/>
              </p:ext>
            </p:extLst>
          </p:nvPr>
        </p:nvGraphicFramePr>
        <p:xfrm>
          <a:off x="416496" y="1268760"/>
          <a:ext cx="9073007" cy="46085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5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기능종류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내역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 사용 여부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29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내용수정기능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결재 시 내용을 수정할 수 있는 기능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관리자가 양식마다 옵션 설정으로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결재자에게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수정버튼 활성화 시킴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History(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이전문서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현재문서 조회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관리됨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결재선 사용자 조회 가능함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6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일괄확인</a:t>
                      </a:r>
                      <a:b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일괄결재</a:t>
                      </a:r>
                      <a:b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연속결재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미결함 목록에서 다중 선택된 결재문서를 결재하는 기능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양식마다 선택적으로 설정할 수 있음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일괄결재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리스트에서 선택된 문서를 동시에 승인 처리할 수 있음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연속결재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리스트에서 선택된 결재문서를 순차적으로 확인하면서 승인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반려 처리할 수 있음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일괄확인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연속결재와 비슷한 기능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리스트에서 선택한 문서를 순차적으로 확인할 수 있음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55625"/>
                  </a:ext>
                </a:extLst>
              </a:tr>
              <a:tr h="5471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인결재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결재선에서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기안자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인으로 기안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완료처리를 수행함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양식마다 선택적으로 허락할 수 있음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3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전달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결재문서의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결재자를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내가 아닌 다른 사람으로 교체한다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</a:p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결재자가 반려처리 하는 방향이 맞으나 기업문화에 따라 사용여부 결정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전달 이력이 남지 않음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관리툴에서만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조회 가능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X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1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결재문서 조회 권한 여부를 결정합니다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시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부서완료함에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저장되지 않고 결재선에 포함된 사용자만 문서조회가 가능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851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결재 양식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표준 및 결재 공통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결재 양식 표준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AF13A7-95EE-5D59-3BC6-8D0D0DD61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20" y="747286"/>
            <a:ext cx="5057205" cy="56677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6B0C706-1DEB-F6A4-A23E-598EDAE61A1A}"/>
              </a:ext>
            </a:extLst>
          </p:cNvPr>
          <p:cNvSpPr/>
          <p:nvPr/>
        </p:nvSpPr>
        <p:spPr>
          <a:xfrm>
            <a:off x="2488593" y="747286"/>
            <a:ext cx="5064235" cy="44946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22174-2D89-75D8-532A-01C5F0DB4E3D}"/>
              </a:ext>
            </a:extLst>
          </p:cNvPr>
          <p:cNvSpPr txBox="1"/>
          <p:nvPr/>
        </p:nvSpPr>
        <p:spPr>
          <a:xfrm>
            <a:off x="7942973" y="841214"/>
            <a:ext cx="1550746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결재 기능 버튼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5D96D95-52A3-06DB-036A-BFA10A4C776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552828" y="972019"/>
            <a:ext cx="3901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566150-4AAC-7509-F68C-C68CE092994C}"/>
              </a:ext>
            </a:extLst>
          </p:cNvPr>
          <p:cNvSpPr txBox="1"/>
          <p:nvPr/>
        </p:nvSpPr>
        <p:spPr>
          <a:xfrm>
            <a:off x="7942973" y="1222593"/>
            <a:ext cx="135998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결재 </a:t>
            </a:r>
            <a:r>
              <a:rPr kumimoji="0" lang="ko-KR" altLang="en-US" sz="1100" dirty="0" err="1">
                <a:latin typeface="+mn-lt"/>
                <a:ea typeface="+mn-ea"/>
              </a:rPr>
              <a:t>양식명</a:t>
            </a:r>
            <a:r>
              <a:rPr kumimoji="0" lang="ko-KR" altLang="en-US" sz="1100" dirty="0">
                <a:latin typeface="+mn-lt"/>
                <a:ea typeface="+mn-ea"/>
              </a:rPr>
              <a:t>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1B5CE14-B64D-DB5E-AF58-3B1D0FA74E9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148071" y="1353398"/>
            <a:ext cx="27949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0D7B9A-E220-FF9B-1536-873777F67422}"/>
              </a:ext>
            </a:extLst>
          </p:cNvPr>
          <p:cNvSpPr/>
          <p:nvPr/>
        </p:nvSpPr>
        <p:spPr>
          <a:xfrm>
            <a:off x="2492072" y="1568840"/>
            <a:ext cx="5064235" cy="780039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8054A1-06CE-3284-9126-D3FA0947532E}"/>
              </a:ext>
            </a:extLst>
          </p:cNvPr>
          <p:cNvSpPr txBox="1"/>
          <p:nvPr/>
        </p:nvSpPr>
        <p:spPr>
          <a:xfrm>
            <a:off x="7946452" y="1828054"/>
            <a:ext cx="1169231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F742538-79EA-77EA-7D0E-89E7271B957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7556307" y="1958859"/>
            <a:ext cx="390145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244262-BC7C-CC27-0D08-4D68094E73A7}"/>
              </a:ext>
            </a:extLst>
          </p:cNvPr>
          <p:cNvSpPr/>
          <p:nvPr/>
        </p:nvSpPr>
        <p:spPr>
          <a:xfrm>
            <a:off x="2488593" y="2424875"/>
            <a:ext cx="5064235" cy="64408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52298-51AE-E992-E8F9-F764892D2667}"/>
              </a:ext>
            </a:extLst>
          </p:cNvPr>
          <p:cNvSpPr txBox="1"/>
          <p:nvPr/>
        </p:nvSpPr>
        <p:spPr>
          <a:xfrm>
            <a:off x="7942973" y="2616113"/>
            <a:ext cx="1550746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문서 공통 속성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1230EC3-6934-C1FF-1B25-FEDBFFF35F4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552828" y="2746918"/>
            <a:ext cx="3901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3194D7-A0F9-C8D2-1975-25240A0456BC}"/>
              </a:ext>
            </a:extLst>
          </p:cNvPr>
          <p:cNvSpPr/>
          <p:nvPr/>
        </p:nvSpPr>
        <p:spPr>
          <a:xfrm>
            <a:off x="2490282" y="3158746"/>
            <a:ext cx="5064235" cy="1566398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77C88D-5FE7-AF03-BEEB-306BAA4C814C}"/>
              </a:ext>
            </a:extLst>
          </p:cNvPr>
          <p:cNvSpPr txBox="1"/>
          <p:nvPr/>
        </p:nvSpPr>
        <p:spPr>
          <a:xfrm>
            <a:off x="7944662" y="3811140"/>
            <a:ext cx="1501052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결재양식 본문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5676AE5-D512-6DF2-CCAB-0CCDCAE851A8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7554517" y="3941945"/>
            <a:ext cx="3901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050E4D7-52F3-C047-6C76-A7BB8944F2CA}"/>
              </a:ext>
            </a:extLst>
          </p:cNvPr>
          <p:cNvSpPr/>
          <p:nvPr/>
        </p:nvSpPr>
        <p:spPr>
          <a:xfrm>
            <a:off x="2490282" y="4893210"/>
            <a:ext cx="5064235" cy="1416109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ABE765-4D6B-0FE7-7C4F-3F4B74381F4A}"/>
              </a:ext>
            </a:extLst>
          </p:cNvPr>
          <p:cNvSpPr txBox="1"/>
          <p:nvPr/>
        </p:nvSpPr>
        <p:spPr>
          <a:xfrm>
            <a:off x="7944662" y="5470459"/>
            <a:ext cx="1832874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결재양식 하단</a:t>
            </a:r>
            <a:r>
              <a:rPr kumimoji="0" lang="en-US" altLang="ko-KR" sz="1100" dirty="0">
                <a:latin typeface="+mn-lt"/>
                <a:ea typeface="+mn-ea"/>
              </a:rPr>
              <a:t> </a:t>
            </a:r>
            <a:r>
              <a:rPr kumimoji="0" lang="ko-KR" altLang="en-US" sz="1100" dirty="0">
                <a:latin typeface="+mn-lt"/>
                <a:ea typeface="+mn-ea"/>
              </a:rPr>
              <a:t>공통 영역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C0DAD9C-BA42-FC50-DCB5-55F1F6093507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7554517" y="5601264"/>
            <a:ext cx="390145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AD80CC3-2A9C-4ADC-8E73-06E4369DB845}"/>
              </a:ext>
            </a:extLst>
          </p:cNvPr>
          <p:cNvSpPr txBox="1"/>
          <p:nvPr/>
        </p:nvSpPr>
        <p:spPr>
          <a:xfrm>
            <a:off x="8031571" y="2026294"/>
            <a:ext cx="162095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dirty="0">
                <a:latin typeface="+mn-lt"/>
                <a:ea typeface="+mn-ea"/>
              </a:rPr>
              <a:t>(</a:t>
            </a:r>
            <a:r>
              <a:rPr kumimoji="0" lang="ko-KR" altLang="en-US" sz="1000" dirty="0">
                <a:latin typeface="+mn-lt"/>
                <a:ea typeface="+mn-ea"/>
              </a:rPr>
              <a:t>합의</a:t>
            </a:r>
            <a:r>
              <a:rPr kumimoji="0" lang="en-US" altLang="ko-KR" sz="1000" dirty="0">
                <a:latin typeface="+mn-lt"/>
                <a:ea typeface="+mn-ea"/>
              </a:rPr>
              <a:t>/</a:t>
            </a:r>
            <a:r>
              <a:rPr kumimoji="0" lang="ko-KR" altLang="en-US" sz="1000" dirty="0">
                <a:latin typeface="+mn-lt"/>
                <a:ea typeface="+mn-ea"/>
              </a:rPr>
              <a:t>협조</a:t>
            </a:r>
            <a:r>
              <a:rPr kumimoji="0" lang="en-US" altLang="ko-KR" sz="1000" dirty="0">
                <a:latin typeface="+mn-lt"/>
                <a:ea typeface="+mn-ea"/>
              </a:rPr>
              <a:t>, </a:t>
            </a:r>
            <a:r>
              <a:rPr kumimoji="0" lang="ko-KR" altLang="en-US" sz="1000" dirty="0">
                <a:latin typeface="+mn-lt"/>
                <a:ea typeface="+mn-ea"/>
              </a:rPr>
              <a:t>수신처</a:t>
            </a:r>
            <a:r>
              <a:rPr kumimoji="0" lang="en-US" altLang="ko-KR" sz="1000" dirty="0">
                <a:latin typeface="+mn-lt"/>
                <a:ea typeface="+mn-ea"/>
              </a:rPr>
              <a:t>, </a:t>
            </a:r>
            <a:r>
              <a:rPr kumimoji="0" lang="ko-KR" altLang="en-US" sz="1000" dirty="0">
                <a:latin typeface="+mn-lt"/>
                <a:ea typeface="+mn-ea"/>
              </a:rPr>
              <a:t>참조 </a:t>
            </a:r>
            <a:br>
              <a:rPr kumimoji="0" lang="en-US" altLang="ko-KR" sz="1000" dirty="0">
                <a:latin typeface="+mn-lt"/>
                <a:ea typeface="+mn-ea"/>
              </a:rPr>
            </a:br>
            <a:r>
              <a:rPr kumimoji="0" lang="ko-KR" altLang="en-US" sz="1000" dirty="0">
                <a:latin typeface="+mn-lt"/>
                <a:ea typeface="+mn-ea"/>
              </a:rPr>
              <a:t>등을 표시</a:t>
            </a:r>
            <a:r>
              <a:rPr kumimoji="0" lang="en-US" altLang="ko-KR" sz="1000" dirty="0">
                <a:latin typeface="+mn-lt"/>
                <a:ea typeface="+mn-ea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92996A-9311-901C-2573-ACF1B26C2666}"/>
              </a:ext>
            </a:extLst>
          </p:cNvPr>
          <p:cNvSpPr txBox="1"/>
          <p:nvPr/>
        </p:nvSpPr>
        <p:spPr>
          <a:xfrm>
            <a:off x="8031570" y="5669957"/>
            <a:ext cx="179728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dirty="0">
                <a:latin typeface="+mn-lt"/>
                <a:ea typeface="+mn-ea"/>
              </a:rPr>
              <a:t>(</a:t>
            </a:r>
            <a:r>
              <a:rPr kumimoji="0" lang="ko-KR" altLang="en-US" sz="1000" dirty="0">
                <a:latin typeface="+mn-lt"/>
                <a:ea typeface="+mn-ea"/>
              </a:rPr>
              <a:t>결재자 의견</a:t>
            </a:r>
            <a:r>
              <a:rPr kumimoji="0" lang="en-US" altLang="ko-KR" sz="1000" dirty="0">
                <a:latin typeface="+mn-lt"/>
                <a:ea typeface="+mn-ea"/>
              </a:rPr>
              <a:t>, </a:t>
            </a:r>
            <a:r>
              <a:rPr kumimoji="0" lang="ko-KR" altLang="en-US" sz="1000" dirty="0">
                <a:latin typeface="+mn-lt"/>
                <a:ea typeface="+mn-ea"/>
              </a:rPr>
              <a:t>참고사항 등의</a:t>
            </a:r>
            <a:br>
              <a:rPr kumimoji="0" lang="en-US" altLang="ko-KR" sz="1000" dirty="0">
                <a:latin typeface="+mn-lt"/>
                <a:ea typeface="+mn-ea"/>
              </a:rPr>
            </a:br>
            <a:r>
              <a:rPr kumimoji="0" lang="ko-KR" altLang="en-US" sz="1000" dirty="0">
                <a:latin typeface="+mn-lt"/>
                <a:ea typeface="+mn-ea"/>
              </a:rPr>
              <a:t>정보도 함께 표시</a:t>
            </a:r>
            <a:r>
              <a:rPr kumimoji="0" lang="en-US" altLang="ko-KR" sz="1000" dirty="0">
                <a:latin typeface="+mn-lt"/>
                <a:ea typeface="+mn-ea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316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결재 양식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표준 및 결재 공통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결재 양식의 문서 속성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BE830-AA3D-E81E-22DB-A562B71169BD}"/>
              </a:ext>
            </a:extLst>
          </p:cNvPr>
          <p:cNvSpPr txBox="1"/>
          <p:nvPr/>
        </p:nvSpPr>
        <p:spPr>
          <a:xfrm>
            <a:off x="704528" y="1219637"/>
            <a:ext cx="49551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1" indent="-173038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결재양식의 상단에 표시되는 주요 문서 속성을 정의한다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182563" marR="0" lvl="1" indent="-173038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모든 결재 양식에 공통사항임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71CCDF9-4F82-D0C0-9171-5E7E26708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13843"/>
              </p:ext>
            </p:extLst>
          </p:nvPr>
        </p:nvGraphicFramePr>
        <p:xfrm>
          <a:off x="416496" y="1700806"/>
          <a:ext cx="9073007" cy="2338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1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5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속성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 사용 여부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5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문서를 작성하는 사용자 정보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작성부서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문서를 작성하는 사용자의 소속 부서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55625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작성일자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문서의 작성일자로 기안자의 결재선에 작성일자를 표시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771649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보존년한</a:t>
                      </a:r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문서의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보존년한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/3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/10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영구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문서의 속성 정보일 뿐이며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별도의 추가적인 의미는 없음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보안등급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문서의 보안 등급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일반문서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대외비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비밀문서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문서분류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분류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필요시 문서관리 시스템으로 이관시키기 위한 용도로 사용될 수 있음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115646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번호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연구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1-2003-0001)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504743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문서의 제목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906241"/>
                  </a:ext>
                </a:extLst>
              </a:tr>
              <a:tr h="2330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추가로 사용되는 문서 속성이 있는 경우 작성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?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8808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F4E827B4-10E3-BA1D-B1CA-239D0076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09" y="4844276"/>
            <a:ext cx="5529847" cy="10527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F41C49-6906-07C8-3429-CA8230442E9E}"/>
              </a:ext>
            </a:extLst>
          </p:cNvPr>
          <p:cNvSpPr txBox="1"/>
          <p:nvPr/>
        </p:nvSpPr>
        <p:spPr>
          <a:xfrm>
            <a:off x="7149394" y="5670829"/>
            <a:ext cx="235833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모든 결재 문서에 공통적으로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5F8CB19-27F8-F099-F25B-08A478F482A6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768997" y="5370057"/>
            <a:ext cx="1559566" cy="30077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0E6FF30B-86C8-822A-C467-88F28406E751}"/>
              </a:ext>
            </a:extLst>
          </p:cNvPr>
          <p:cNvSpPr/>
          <p:nvPr/>
        </p:nvSpPr>
        <p:spPr>
          <a:xfrm>
            <a:off x="6504756" y="4844276"/>
            <a:ext cx="216024" cy="1052741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26A711-2142-942E-442F-01728918DFFE}"/>
              </a:ext>
            </a:extLst>
          </p:cNvPr>
          <p:cNvSpPr/>
          <p:nvPr/>
        </p:nvSpPr>
        <p:spPr>
          <a:xfrm>
            <a:off x="933684" y="4844276"/>
            <a:ext cx="3554848" cy="28803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114508-48F5-B7FF-5292-E09D93A0535F}"/>
              </a:ext>
            </a:extLst>
          </p:cNvPr>
          <p:cNvSpPr txBox="1"/>
          <p:nvPr/>
        </p:nvSpPr>
        <p:spPr>
          <a:xfrm>
            <a:off x="3984476" y="4252225"/>
            <a:ext cx="3674724" cy="46474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작성자</a:t>
            </a:r>
            <a:r>
              <a:rPr kumimoji="0" lang="en-US" altLang="ko-KR" sz="1100" dirty="0">
                <a:latin typeface="+mn-lt"/>
                <a:ea typeface="+mn-ea"/>
              </a:rPr>
              <a:t>, </a:t>
            </a:r>
            <a:r>
              <a:rPr kumimoji="0" lang="ko-KR" altLang="en-US" sz="1100" dirty="0">
                <a:latin typeface="+mn-lt"/>
                <a:ea typeface="+mn-ea"/>
              </a:rPr>
              <a:t>작성부서는 문서 속성 정보 부분에 주로 표시</a:t>
            </a:r>
            <a:endParaRPr kumimoji="0" lang="en-US" altLang="ko-KR" sz="1100" dirty="0">
              <a:latin typeface="+mn-lt"/>
              <a:ea typeface="+mn-ea"/>
            </a:endParaRPr>
          </a:p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작성일자는 결재선의 기안일시 표시 부분에 주로 표시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624F1F0-FEF1-CBC3-CEF8-7907148AE6BA}"/>
              </a:ext>
            </a:extLst>
          </p:cNvPr>
          <p:cNvCxnSpPr>
            <a:cxnSpLocks/>
            <a:stCxn id="20" idx="0"/>
            <a:endCxn id="21" idx="1"/>
          </p:cNvCxnSpPr>
          <p:nvPr/>
        </p:nvCxnSpPr>
        <p:spPr>
          <a:xfrm rot="5400000" flipH="1" flipV="1">
            <a:off x="3167953" y="4027753"/>
            <a:ext cx="359679" cy="127336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23B078-C576-9369-D6EF-A693ED922152}"/>
              </a:ext>
            </a:extLst>
          </p:cNvPr>
          <p:cNvSpPr/>
          <p:nvPr/>
        </p:nvSpPr>
        <p:spPr>
          <a:xfrm>
            <a:off x="1598364" y="5559129"/>
            <a:ext cx="402308" cy="28803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26852-7399-C41E-8C2A-7A89F1DD672E}"/>
              </a:ext>
            </a:extLst>
          </p:cNvPr>
          <p:cNvSpPr txBox="1"/>
          <p:nvPr/>
        </p:nvSpPr>
        <p:spPr>
          <a:xfrm>
            <a:off x="2337936" y="5975702"/>
            <a:ext cx="3674724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제목처럼 필수 입력 </a:t>
            </a:r>
            <a:r>
              <a:rPr kumimoji="0" lang="en-US" altLang="ko-KR" sz="1100" dirty="0">
                <a:latin typeface="+mn-lt"/>
                <a:ea typeface="+mn-ea"/>
              </a:rPr>
              <a:t>Field </a:t>
            </a:r>
            <a:r>
              <a:rPr kumimoji="0" lang="ko-KR" altLang="en-US" sz="1100" dirty="0">
                <a:latin typeface="+mn-lt"/>
                <a:ea typeface="+mn-ea"/>
              </a:rPr>
              <a:t>는 별도로 구분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6FFB620-8D3B-571A-5844-ACA6E18F395E}"/>
              </a:ext>
            </a:extLst>
          </p:cNvPr>
          <p:cNvCxnSpPr>
            <a:cxnSpLocks/>
            <a:stCxn id="28" idx="2"/>
            <a:endCxn id="29" idx="1"/>
          </p:cNvCxnSpPr>
          <p:nvPr/>
        </p:nvCxnSpPr>
        <p:spPr>
          <a:xfrm rot="16200000" flipH="1">
            <a:off x="1939054" y="5707625"/>
            <a:ext cx="259346" cy="53841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551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결재 양식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표준 및 결재 공통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dirty="0">
                <a:latin typeface="맑은 고딕" pitchFamily="50" charset="-127"/>
                <a:ea typeface="맑은 고딕" pitchFamily="50" charset="-127"/>
              </a:rPr>
              <a:t>문서번호 정보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71CCDF9-4F82-D0C0-9171-5E7E26708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19111"/>
              </p:ext>
            </p:extLst>
          </p:nvPr>
        </p:nvGraphicFramePr>
        <p:xfrm>
          <a:off x="416496" y="1347447"/>
          <a:ext cx="9073007" cy="43858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1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 사용 여부</a:t>
                      </a:r>
                    </a:p>
                  </a:txBody>
                  <a:tcPr marL="9210" marR="9210" marT="921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9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 </a:t>
                      </a:r>
                      <a:r>
                        <a:rPr lang="ko-KR" altLang="en-US" sz="1000" b="1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발번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규칙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문서번호를 생성하는 규칙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)“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형태를 많이 사용함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발번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형태 예시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분류번호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-YYMM-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부서약어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(44)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부서코드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문서분류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-YYYY-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(4)</a:t>
                      </a:r>
                    </a:p>
                    <a:p>
                      <a:pPr marL="87313" indent="-8731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 추가적인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발번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규칙이 필요한 경우 추가 가능함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 후 결정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기본적으로 부서명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-YYYY-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일련번호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(4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자리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문서번호 </a:t>
                      </a:r>
                      <a:r>
                        <a:rPr lang="ko-KR" altLang="en-US" sz="1000" b="1" i="0" u="none" strike="noStrike" dirty="0" err="1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발번</a:t>
                      </a: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시점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결재가 최종 완료되는 시점에 문서번호를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발번함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결재가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기안되는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시점에 문서번호를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발번하는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경우 결재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반려시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결번이 생길 수 있음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dirty="0">
                          <a:latin typeface="+mn-ea"/>
                          <a:ea typeface="+mn-ea"/>
                        </a:rPr>
                        <a:t>수신처의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경우 별도의 문서번호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발번은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없고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발신부서의 문서번호를 동일하게 공유함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 </a:t>
                      </a:r>
                      <a:r>
                        <a:rPr lang="ko-KR" altLang="en-US" sz="10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완료시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발번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55625"/>
                  </a:ext>
                </a:extLst>
              </a:tr>
              <a:tr h="3890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문서번호 초기화 시점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년도가 바뀌는 경우 초기화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(0001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부터 새롭게 시작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년도가 바뀌는 기준은 결재 종료일자 기준임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년도별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일련번호 부여</a:t>
                      </a:r>
                      <a:endParaRPr lang="en-US" altLang="ko-KR" sz="10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77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95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결재 양식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표준 및 결재 공통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결재문서 하단의 공통영역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0463A51-2252-FB3D-C66C-AF4ECE29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3" y="1352736"/>
            <a:ext cx="6552728" cy="232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83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5. </a:t>
            </a:r>
            <a:r>
              <a:rPr lang="ko-KR" altLang="en-US" b="1" dirty="0">
                <a:latin typeface="+mj-ea"/>
              </a:rPr>
              <a:t>결재선 </a:t>
            </a:r>
            <a:r>
              <a:rPr lang="en-US" altLang="ko-KR" b="1" dirty="0">
                <a:latin typeface="+mj-ea"/>
              </a:rPr>
              <a:t>Box </a:t>
            </a:r>
            <a:r>
              <a:rPr lang="ko-KR" altLang="en-US" b="1" dirty="0">
                <a:latin typeface="+mj-ea"/>
              </a:rPr>
              <a:t>표시 형식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보고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품의 유형 또는 배포 유형의 발신부서에서의 결재선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Box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형태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33728D-B7C9-0F82-AD75-47C64A98A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" y="1340769"/>
            <a:ext cx="6297392" cy="201622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26B18CE-F5D8-01FC-2354-41EA613A2C6D}"/>
              </a:ext>
            </a:extLst>
          </p:cNvPr>
          <p:cNvSpPr/>
          <p:nvPr/>
        </p:nvSpPr>
        <p:spPr>
          <a:xfrm>
            <a:off x="4160914" y="1340768"/>
            <a:ext cx="2520280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3E7DEE-A31B-25C2-6F95-55A192777BE6}"/>
              </a:ext>
            </a:extLst>
          </p:cNvPr>
          <p:cNvSpPr/>
          <p:nvPr/>
        </p:nvSpPr>
        <p:spPr>
          <a:xfrm>
            <a:off x="383801" y="2465377"/>
            <a:ext cx="6297392" cy="89161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0F378-A5F6-8D7A-2B41-307AEE9E5E3C}"/>
              </a:ext>
            </a:extLst>
          </p:cNvPr>
          <p:cNvSpPr txBox="1"/>
          <p:nvPr/>
        </p:nvSpPr>
        <p:spPr>
          <a:xfrm>
            <a:off x="6897216" y="2062010"/>
            <a:ext cx="2672526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기안자</a:t>
            </a:r>
            <a:r>
              <a:rPr kumimoji="0" lang="ko-KR" altLang="en-US" sz="1000" dirty="0" err="1">
                <a:latin typeface="+mn-lt"/>
                <a:ea typeface="+mn-ea"/>
              </a:rPr>
              <a:t>부터</a:t>
            </a:r>
            <a:r>
              <a:rPr kumimoji="0" lang="ko-KR" altLang="en-US" sz="1000" dirty="0">
                <a:latin typeface="+mn-lt"/>
                <a:ea typeface="+mn-ea"/>
              </a:rPr>
              <a:t> </a:t>
            </a:r>
            <a:r>
              <a:rPr kumimoji="0" lang="ko-KR" altLang="en-US" sz="1000" dirty="0" err="1">
                <a:latin typeface="+mn-lt"/>
                <a:ea typeface="+mn-ea"/>
              </a:rPr>
              <a:t>최종결재자</a:t>
            </a:r>
            <a:r>
              <a:rPr kumimoji="0" lang="ko-KR" altLang="en-US" sz="1000" dirty="0">
                <a:latin typeface="+mn-lt"/>
                <a:ea typeface="+mn-ea"/>
              </a:rPr>
              <a:t> 까지 순서대로 배치</a:t>
            </a:r>
            <a:br>
              <a:rPr kumimoji="0" lang="en-US" altLang="ko-KR" sz="1000" dirty="0">
                <a:latin typeface="+mn-lt"/>
                <a:ea typeface="+mn-ea"/>
              </a:rPr>
            </a:br>
            <a:r>
              <a:rPr kumimoji="0" lang="en-US" altLang="ko-KR" sz="1000" dirty="0">
                <a:latin typeface="+mn-lt"/>
                <a:ea typeface="+mn-ea"/>
              </a:rPr>
              <a:t>(</a:t>
            </a:r>
            <a:r>
              <a:rPr kumimoji="0" lang="ko-KR" altLang="en-US" sz="1000" dirty="0">
                <a:latin typeface="+mn-lt"/>
                <a:ea typeface="+mn-ea"/>
              </a:rPr>
              <a:t>문서의 우측 상단에 결재 </a:t>
            </a:r>
            <a:r>
              <a:rPr kumimoji="0" lang="en-US" altLang="ko-KR" sz="1000" dirty="0">
                <a:latin typeface="+mn-lt"/>
                <a:ea typeface="+mn-ea"/>
              </a:rPr>
              <a:t>Box </a:t>
            </a:r>
            <a:r>
              <a:rPr kumimoji="0" lang="ko-KR" altLang="en-US" sz="1000" dirty="0">
                <a:latin typeface="+mn-lt"/>
                <a:ea typeface="+mn-ea"/>
              </a:rPr>
              <a:t>를 표시</a:t>
            </a:r>
            <a:r>
              <a:rPr kumimoji="0" lang="en-US" altLang="ko-KR" sz="1000" dirty="0">
                <a:latin typeface="+mn-lt"/>
                <a:ea typeface="+mn-ea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A4F0E1A2-5985-C827-AE47-823DC366D0F5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6681194" y="1861335"/>
            <a:ext cx="1552285" cy="2006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FDFA0D-5BA5-8C43-775B-D870CF59EE41}"/>
              </a:ext>
            </a:extLst>
          </p:cNvPr>
          <p:cNvSpPr txBox="1"/>
          <p:nvPr/>
        </p:nvSpPr>
        <p:spPr>
          <a:xfrm>
            <a:off x="6897216" y="3047481"/>
            <a:ext cx="2880966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Sub Process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의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합의자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협조자들을 표시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결재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와 결재문서 본문 중간에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형태로 표시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B04202-BD93-5752-3C00-78AC0D1D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2" y="3457760"/>
            <a:ext cx="6297391" cy="323079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B2498E08-0B1B-0D13-2E6F-5D471A45D0F3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6681193" y="2911185"/>
            <a:ext cx="1656506" cy="1362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8572E8-A88E-5B8A-1BC2-9490EBA3F66F}"/>
              </a:ext>
            </a:extLst>
          </p:cNvPr>
          <p:cNvSpPr/>
          <p:nvPr/>
        </p:nvSpPr>
        <p:spPr>
          <a:xfrm>
            <a:off x="383801" y="3448707"/>
            <a:ext cx="6297392" cy="34504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8A7DC-C8AC-D2D4-39A8-15ED51F568CD}"/>
              </a:ext>
            </a:extLst>
          </p:cNvPr>
          <p:cNvSpPr txBox="1"/>
          <p:nvPr/>
        </p:nvSpPr>
        <p:spPr>
          <a:xfrm>
            <a:off x="6897216" y="3767561"/>
            <a:ext cx="2880966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사전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사후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참조</a:t>
            </a:r>
            <a:r>
              <a:rPr kumimoji="0" lang="ko-KR" altLang="en-US" sz="1000" dirty="0">
                <a:latin typeface="+mn-lt"/>
                <a:ea typeface="+mn-ea"/>
              </a:rPr>
              <a:t>자들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을 표시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(Sub Process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의 결재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와 결재문서 본문 중간에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형태로 표시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E89D8C1E-AC7C-E2DB-94B1-4716DB9F03E1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6681193" y="3621228"/>
            <a:ext cx="1656506" cy="14633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6E971CB-43EC-D810-F2EE-0E308765EAB1}"/>
              </a:ext>
            </a:extLst>
          </p:cNvPr>
          <p:cNvGrpSpPr/>
          <p:nvPr/>
        </p:nvGrpSpPr>
        <p:grpSpPr>
          <a:xfrm>
            <a:off x="383802" y="3848253"/>
            <a:ext cx="6297391" cy="323079"/>
            <a:chOff x="808416" y="4793579"/>
            <a:chExt cx="6297391" cy="32307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6BF3E39-F04D-9771-28DB-955568C72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416" y="4793579"/>
              <a:ext cx="6297391" cy="323079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6E3BF38-A499-F6A6-D898-9BB3CF76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150" y="4879846"/>
              <a:ext cx="370986" cy="150545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7483284-F7F0-B988-E638-7CE464456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30743" y="4882534"/>
              <a:ext cx="940907" cy="145168"/>
            </a:xfrm>
            <a:prstGeom prst="rect">
              <a:avLst/>
            </a:prstGeom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8DFFD2-C100-53D0-05EC-CE8A4000AD17}"/>
              </a:ext>
            </a:extLst>
          </p:cNvPr>
          <p:cNvSpPr/>
          <p:nvPr/>
        </p:nvSpPr>
        <p:spPr>
          <a:xfrm>
            <a:off x="383801" y="3841799"/>
            <a:ext cx="6297392" cy="34504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28DC34-4205-4BC8-1A6D-F91EC3B9AFA7}"/>
              </a:ext>
            </a:extLst>
          </p:cNvPr>
          <p:cNvSpPr txBox="1"/>
          <p:nvPr/>
        </p:nvSpPr>
        <p:spPr>
          <a:xfrm>
            <a:off x="5240710" y="4691914"/>
            <a:ext cx="2880966" cy="2462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000" dirty="0">
                <a:latin typeface="+mn-lt"/>
                <a:ea typeface="+mn-ea"/>
              </a:rPr>
              <a:t>수신처가 있는 경우 표시</a:t>
            </a:r>
            <a:r>
              <a:rPr kumimoji="0" lang="en-US" altLang="ko-KR" sz="1000" dirty="0">
                <a:latin typeface="+mn-lt"/>
                <a:ea typeface="+mn-ea"/>
              </a:rPr>
              <a:t>(</a:t>
            </a:r>
            <a:r>
              <a:rPr kumimoji="0" lang="ko-KR" altLang="en-US" sz="1000" dirty="0">
                <a:latin typeface="+mn-lt"/>
                <a:ea typeface="+mn-ea"/>
              </a:rPr>
              <a:t>수신자</a:t>
            </a:r>
            <a:r>
              <a:rPr kumimoji="0" lang="en-US" altLang="ko-KR" sz="1000" dirty="0">
                <a:latin typeface="+mn-lt"/>
                <a:ea typeface="+mn-ea"/>
              </a:rPr>
              <a:t>, </a:t>
            </a:r>
            <a:r>
              <a:rPr kumimoji="0" lang="ko-KR" altLang="en-US" sz="1000" dirty="0">
                <a:latin typeface="+mn-lt"/>
                <a:ea typeface="+mn-ea"/>
              </a:rPr>
              <a:t>수신부서</a:t>
            </a:r>
            <a:r>
              <a:rPr kumimoji="0" lang="en-US" altLang="ko-KR" sz="1000" dirty="0">
                <a:latin typeface="+mn-lt"/>
                <a:ea typeface="+mn-ea"/>
              </a:rPr>
              <a:t>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6CF3640-FCBA-7E8F-CB80-C6FA6556D31B}"/>
              </a:ext>
            </a:extLst>
          </p:cNvPr>
          <p:cNvCxnSpPr>
            <a:cxnSpLocks/>
            <a:stCxn id="27" idx="2"/>
            <a:endCxn id="28" idx="1"/>
          </p:cNvCxnSpPr>
          <p:nvPr/>
        </p:nvCxnSpPr>
        <p:spPr>
          <a:xfrm rot="16200000" flipH="1">
            <a:off x="4072511" y="3646825"/>
            <a:ext cx="628185" cy="170821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859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5. </a:t>
            </a:r>
            <a:r>
              <a:rPr lang="ko-KR" altLang="en-US" b="1" dirty="0">
                <a:latin typeface="+mj-ea"/>
              </a:rPr>
              <a:t>결재선 </a:t>
            </a:r>
            <a:r>
              <a:rPr lang="en-US" altLang="ko-KR" b="1" dirty="0">
                <a:latin typeface="+mj-ea"/>
              </a:rPr>
              <a:t>Box </a:t>
            </a:r>
            <a:r>
              <a:rPr lang="ko-KR" altLang="en-US" b="1" dirty="0">
                <a:latin typeface="+mj-ea"/>
              </a:rPr>
              <a:t>표시 형식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신청 유형 또는 배포 유형의 수신부서에서의 결재선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Box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형태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E5BC6B-13F9-A797-FC69-86DF6F40E9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38"/>
          <a:stretch/>
        </p:blipFill>
        <p:spPr>
          <a:xfrm>
            <a:off x="383802" y="2908615"/>
            <a:ext cx="6297392" cy="9045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35D3B5-C271-31D7-D3C7-A8A8C5A0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2" y="3913908"/>
            <a:ext cx="6297391" cy="32307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F00DFC-AF00-F93C-CF80-43463FDD4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00" y="1835884"/>
            <a:ext cx="6297391" cy="104115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942E57-91C1-826B-1DDD-B1C3A60E68E7}"/>
              </a:ext>
            </a:extLst>
          </p:cNvPr>
          <p:cNvSpPr/>
          <p:nvPr/>
        </p:nvSpPr>
        <p:spPr>
          <a:xfrm>
            <a:off x="5313040" y="1796916"/>
            <a:ext cx="1368154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0B3BA6-E09D-90A8-43BA-080C63C53916}"/>
              </a:ext>
            </a:extLst>
          </p:cNvPr>
          <p:cNvSpPr/>
          <p:nvPr/>
        </p:nvSpPr>
        <p:spPr>
          <a:xfrm>
            <a:off x="383801" y="2921525"/>
            <a:ext cx="6297392" cy="891616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Sub Process 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합의자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협조자들을 표시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46DD2C-33C6-15E7-5AA5-57E85B506023}"/>
              </a:ext>
            </a:extLst>
          </p:cNvPr>
          <p:cNvSpPr txBox="1"/>
          <p:nvPr/>
        </p:nvSpPr>
        <p:spPr>
          <a:xfrm>
            <a:off x="6897216" y="2518158"/>
            <a:ext cx="2401619" cy="60016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처리</a:t>
            </a: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또는 수신</a:t>
            </a:r>
            <a:r>
              <a:rPr kumimoji="0" lang="en-US" altLang="ko-KR" sz="1100" dirty="0">
                <a:latin typeface="+mn-lt"/>
                <a:ea typeface="+mn-ea"/>
              </a:rPr>
              <a:t>) </a:t>
            </a:r>
            <a:r>
              <a:rPr kumimoji="0" lang="ko-KR" altLang="en-US" sz="1100" dirty="0">
                <a:latin typeface="+mn-lt"/>
                <a:ea typeface="+mn-ea"/>
              </a:rPr>
              <a:t>부서의 결재자들을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순서대로 배치 </a:t>
            </a: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우측 상단에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31858C11-92A6-F454-F15E-E71736AC15E4}"/>
              </a:ext>
            </a:extLst>
          </p:cNvPr>
          <p:cNvCxnSpPr>
            <a:cxnSpLocks/>
            <a:stCxn id="20" idx="3"/>
            <a:endCxn id="24" idx="0"/>
          </p:cNvCxnSpPr>
          <p:nvPr/>
        </p:nvCxnSpPr>
        <p:spPr>
          <a:xfrm>
            <a:off x="6681194" y="2317483"/>
            <a:ext cx="1416832" cy="2006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3EF551-A6FB-DD23-9025-81B3B991AD83}"/>
              </a:ext>
            </a:extLst>
          </p:cNvPr>
          <p:cNvSpPr/>
          <p:nvPr/>
        </p:nvSpPr>
        <p:spPr>
          <a:xfrm>
            <a:off x="383801" y="3904855"/>
            <a:ext cx="6297392" cy="34504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사전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>
                <a:solidFill>
                  <a:srgbClr val="FF0000"/>
                </a:solidFill>
              </a:rPr>
              <a:t>사후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참조자들을 표시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03C76D-D811-59E1-19B1-94E77C6CA050}"/>
              </a:ext>
            </a:extLst>
          </p:cNvPr>
          <p:cNvSpPr/>
          <p:nvPr/>
        </p:nvSpPr>
        <p:spPr>
          <a:xfrm>
            <a:off x="381162" y="1796916"/>
            <a:ext cx="1368154" cy="1041133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07606-7A7E-0181-EF24-20BC5BB11152}"/>
              </a:ext>
            </a:extLst>
          </p:cNvPr>
          <p:cNvSpPr txBox="1"/>
          <p:nvPr/>
        </p:nvSpPr>
        <p:spPr>
          <a:xfrm>
            <a:off x="2275664" y="1268760"/>
            <a:ext cx="2677336" cy="60016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R="0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기안부서</a:t>
            </a: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또는 발신부서</a:t>
            </a:r>
            <a:r>
              <a:rPr kumimoji="0" lang="en-US" altLang="ko-KR" sz="1100" dirty="0">
                <a:latin typeface="+mn-lt"/>
                <a:ea typeface="+mn-ea"/>
              </a:rPr>
              <a:t>) </a:t>
            </a:r>
            <a:r>
              <a:rPr kumimoji="0" lang="ko-KR" altLang="en-US" sz="1100" dirty="0">
                <a:latin typeface="+mn-lt"/>
                <a:ea typeface="+mn-ea"/>
              </a:rPr>
              <a:t>의 결재자들을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순서대로 배치 </a:t>
            </a:r>
            <a:r>
              <a:rPr kumimoji="0" lang="en-US" altLang="ko-KR" sz="1100" dirty="0">
                <a:latin typeface="+mn-lt"/>
                <a:ea typeface="+mn-ea"/>
              </a:rPr>
              <a:t>(</a:t>
            </a:r>
            <a:r>
              <a:rPr kumimoji="0" lang="ko-KR" altLang="en-US" sz="1100" dirty="0">
                <a:latin typeface="+mn-lt"/>
                <a:ea typeface="+mn-ea"/>
              </a:rPr>
              <a:t>문서의 좌측 상단에</a:t>
            </a:r>
            <a:br>
              <a:rPr kumimoji="0" lang="en-US" altLang="ko-KR" sz="1100" dirty="0">
                <a:latin typeface="+mn-lt"/>
                <a:ea typeface="+mn-ea"/>
              </a:rPr>
            </a:br>
            <a:r>
              <a:rPr kumimoji="0" lang="ko-KR" altLang="en-US" sz="1100" dirty="0">
                <a:latin typeface="+mn-lt"/>
                <a:ea typeface="+mn-ea"/>
              </a:rPr>
              <a:t>결재 </a:t>
            </a:r>
            <a:r>
              <a:rPr kumimoji="0" lang="en-US" altLang="ko-KR" sz="1100" dirty="0">
                <a:latin typeface="+mn-lt"/>
                <a:ea typeface="+mn-ea"/>
              </a:rPr>
              <a:t>Box </a:t>
            </a:r>
            <a:r>
              <a:rPr kumimoji="0" lang="ko-KR" altLang="en-US" sz="1100" dirty="0">
                <a:latin typeface="+mn-lt"/>
                <a:ea typeface="+mn-ea"/>
              </a:rPr>
              <a:t>를 표시</a:t>
            </a:r>
            <a:r>
              <a:rPr kumimoji="0" lang="en-US" altLang="ko-KR" sz="1100" dirty="0">
                <a:latin typeface="+mn-lt"/>
                <a:ea typeface="+mn-ea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1D18C73-307B-AEAC-25E1-D4C8263BFBEB}"/>
              </a:ext>
            </a:extLst>
          </p:cNvPr>
          <p:cNvCxnSpPr>
            <a:cxnSpLocks/>
            <a:stCxn id="30" idx="0"/>
            <a:endCxn id="31" idx="1"/>
          </p:cNvCxnSpPr>
          <p:nvPr/>
        </p:nvCxnSpPr>
        <p:spPr>
          <a:xfrm rot="5400000" flipH="1" flipV="1">
            <a:off x="1556414" y="1077667"/>
            <a:ext cx="228074" cy="121042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169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b="1" dirty="0">
                <a:latin typeface="+mj-ea"/>
              </a:rPr>
              <a:t>5. </a:t>
            </a:r>
            <a:r>
              <a:rPr lang="ko-KR" altLang="en-US" b="1" dirty="0">
                <a:latin typeface="+mj-ea"/>
              </a:rPr>
              <a:t>결재선 </a:t>
            </a:r>
            <a:r>
              <a:rPr lang="en-US" altLang="ko-KR" b="1" dirty="0">
                <a:latin typeface="+mj-ea"/>
              </a:rPr>
              <a:t>Box </a:t>
            </a:r>
            <a:r>
              <a:rPr lang="ko-KR" altLang="en-US" b="1" dirty="0">
                <a:latin typeface="+mj-ea"/>
              </a:rPr>
              <a:t>표시 형식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91" y="960983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결재 형태에 따른 결재선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Box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의 표시 형식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230F9B-75D3-95C5-42FE-4CF046981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50" t="53601" r="25886" b="32885"/>
          <a:stretch/>
        </p:blipFill>
        <p:spPr>
          <a:xfrm>
            <a:off x="776536" y="1340768"/>
            <a:ext cx="4033528" cy="13489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5730F56-BA2D-B733-C7FF-EEB116BEA15D}"/>
              </a:ext>
            </a:extLst>
          </p:cNvPr>
          <p:cNvSpPr/>
          <p:nvPr/>
        </p:nvSpPr>
        <p:spPr>
          <a:xfrm>
            <a:off x="1336755" y="1430145"/>
            <a:ext cx="3601006" cy="20271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E3F24-AB55-0739-DA27-1C9FEAAE035D}"/>
              </a:ext>
            </a:extLst>
          </p:cNvPr>
          <p:cNvSpPr txBox="1"/>
          <p:nvPr/>
        </p:nvSpPr>
        <p:spPr>
          <a:xfrm>
            <a:off x="5601072" y="1400696"/>
            <a:ext cx="3705181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기안자만 기안으로 표시하고</a:t>
            </a:r>
            <a:r>
              <a:rPr kumimoji="0" lang="en-US" altLang="ko-KR" sz="1100" dirty="0">
                <a:latin typeface="+mn-lt"/>
                <a:ea typeface="+mn-ea"/>
              </a:rPr>
              <a:t>, </a:t>
            </a:r>
            <a:r>
              <a:rPr kumimoji="0" lang="ko-KR" altLang="en-US" sz="1100" dirty="0">
                <a:latin typeface="+mn-lt"/>
                <a:ea typeface="+mn-ea"/>
              </a:rPr>
              <a:t>그 외에는 직책을 표시함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FFAD8BF-6BEF-67DF-B216-F2D1C459C9E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937761" y="1531501"/>
            <a:ext cx="6633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173210-F80A-6AE6-DB0E-D54095EDF7C3}"/>
              </a:ext>
            </a:extLst>
          </p:cNvPr>
          <p:cNvSpPr/>
          <p:nvPr/>
        </p:nvSpPr>
        <p:spPr>
          <a:xfrm>
            <a:off x="1336755" y="1728197"/>
            <a:ext cx="3601006" cy="47065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87021D-3B6D-44EC-258B-D12348CA81F9}"/>
              </a:ext>
            </a:extLst>
          </p:cNvPr>
          <p:cNvSpPr txBox="1"/>
          <p:nvPr/>
        </p:nvSpPr>
        <p:spPr>
          <a:xfrm>
            <a:off x="5601072" y="1731152"/>
            <a:ext cx="3774110" cy="46474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서명 또는 인장이 등록된 경우에는 서명 또는 인장 표시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dirty="0">
                <a:latin typeface="+mn-lt"/>
                <a:ea typeface="+mn-ea"/>
              </a:rPr>
              <a:t>서명 또는 인장이 등록되지 않은 경우 이름을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1AE052-BC61-0894-2B77-F7E276736E2E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937761" y="1963523"/>
            <a:ext cx="663311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9DA16D-86C3-FFE7-A45D-912D71B8055D}"/>
              </a:ext>
            </a:extLst>
          </p:cNvPr>
          <p:cNvSpPr/>
          <p:nvPr/>
        </p:nvSpPr>
        <p:spPr>
          <a:xfrm>
            <a:off x="1272907" y="2282340"/>
            <a:ext cx="2527965" cy="40740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35EFBB-00D4-09D7-7F44-C3C20E858478}"/>
              </a:ext>
            </a:extLst>
          </p:cNvPr>
          <p:cNvSpPr txBox="1"/>
          <p:nvPr/>
        </p:nvSpPr>
        <p:spPr>
          <a:xfrm>
            <a:off x="2061967" y="3009616"/>
            <a:ext cx="361381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결재한 사용자의 이름과 승인 여부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결재 일시를 표시</a:t>
            </a: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4EA091A7-2A8F-C4D1-59A0-1DA020216B55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16200000" flipH="1">
            <a:off x="3042944" y="2183688"/>
            <a:ext cx="319874" cy="133198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53F1879-EE11-4717-2B65-A219784F7AF6}"/>
              </a:ext>
            </a:extLst>
          </p:cNvPr>
          <p:cNvSpPr/>
          <p:nvPr/>
        </p:nvSpPr>
        <p:spPr>
          <a:xfrm>
            <a:off x="3929481" y="2284021"/>
            <a:ext cx="735487" cy="407402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82B0E9-B66A-E431-2AD3-9F1ED9A04193}"/>
              </a:ext>
            </a:extLst>
          </p:cNvPr>
          <p:cNvSpPr txBox="1"/>
          <p:nvPr/>
        </p:nvSpPr>
        <p:spPr>
          <a:xfrm>
            <a:off x="5601072" y="2356917"/>
            <a:ext cx="197393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87313" marR="0" indent="-87313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미결인 경우 공란으로 표시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5C5E3FD-2A3B-9F0C-5E10-2A15FE161B5E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4664968" y="2487722"/>
            <a:ext cx="9361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525C3B-CCBA-F07E-962D-5FF4EDB20B68}"/>
              </a:ext>
            </a:extLst>
          </p:cNvPr>
          <p:cNvSpPr txBox="1"/>
          <p:nvPr/>
        </p:nvSpPr>
        <p:spPr>
          <a:xfrm>
            <a:off x="446691" y="3553271"/>
            <a:ext cx="893458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특이 유형의 결재선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Box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의 표시 형식</a:t>
            </a:r>
            <a:endParaRPr kumimoji="0" lang="ko-KR" altLang="en-US" sz="10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B82E9CE-8E15-15C6-E758-2CF243559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3875509"/>
            <a:ext cx="2085975" cy="1209675"/>
          </a:xfrm>
          <a:prstGeom prst="rect">
            <a:avLst/>
          </a:prstGeom>
        </p:spPr>
      </p:pic>
      <p:sp>
        <p:nvSpPr>
          <p:cNvPr id="51" name="타원 50">
            <a:extLst>
              <a:ext uri="{FF2B5EF4-FFF2-40B4-BE49-F238E27FC236}">
                <a16:creationId xmlns:a16="http://schemas.microsoft.com/office/drawing/2014/main" id="{ECF85943-B988-3F12-286A-BA78C6571F71}"/>
              </a:ext>
            </a:extLst>
          </p:cNvPr>
          <p:cNvSpPr/>
          <p:nvPr/>
        </p:nvSpPr>
        <p:spPr>
          <a:xfrm>
            <a:off x="2478601" y="4619759"/>
            <a:ext cx="384644" cy="3773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2F4284-E451-7565-5B91-83C524C9BE01}"/>
              </a:ext>
            </a:extLst>
          </p:cNvPr>
          <p:cNvSpPr txBox="1"/>
          <p:nvPr/>
        </p:nvSpPr>
        <p:spPr>
          <a:xfrm>
            <a:off x="560512" y="5373215"/>
            <a:ext cx="2738927" cy="9387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대결자가 승인했을 경우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글자 대신에 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대결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표시함</a:t>
            </a:r>
            <a:endParaRPr lang="en-US" altLang="ko-KR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대결자의 인장이 표시됨 </a:t>
            </a:r>
            <a:endParaRPr lang="en-US" altLang="ko-KR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원결재자를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결재현황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보기에서 확인 가능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E2ADCEF-6A45-89E2-6AF1-6FA7F36E3256}"/>
              </a:ext>
            </a:extLst>
          </p:cNvPr>
          <p:cNvCxnSpPr>
            <a:cxnSpLocks/>
            <a:stCxn id="51" idx="4"/>
            <a:endCxn id="54" idx="0"/>
          </p:cNvCxnSpPr>
          <p:nvPr/>
        </p:nvCxnSpPr>
        <p:spPr>
          <a:xfrm rot="5400000">
            <a:off x="2112411" y="4814703"/>
            <a:ext cx="376078" cy="74094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그림 58">
            <a:extLst>
              <a:ext uri="{FF2B5EF4-FFF2-40B4-BE49-F238E27FC236}">
                <a16:creationId xmlns:a16="http://schemas.microsoft.com/office/drawing/2014/main" id="{92786176-9180-ECD4-D9F5-ECC97E765A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534" t="17370" r="5501" b="71340"/>
          <a:stretch/>
        </p:blipFill>
        <p:spPr>
          <a:xfrm>
            <a:off x="3368824" y="3879953"/>
            <a:ext cx="2945220" cy="1231510"/>
          </a:xfrm>
          <a:prstGeom prst="rect">
            <a:avLst/>
          </a:prstGeom>
        </p:spPr>
      </p:pic>
      <p:sp>
        <p:nvSpPr>
          <p:cNvPr id="60" name="타원 59">
            <a:extLst>
              <a:ext uri="{FF2B5EF4-FFF2-40B4-BE49-F238E27FC236}">
                <a16:creationId xmlns:a16="http://schemas.microsoft.com/office/drawing/2014/main" id="{C021E136-3DE6-E9D0-C23B-6E93C961712A}"/>
              </a:ext>
            </a:extLst>
          </p:cNvPr>
          <p:cNvSpPr/>
          <p:nvPr/>
        </p:nvSpPr>
        <p:spPr>
          <a:xfrm>
            <a:off x="5036841" y="4609506"/>
            <a:ext cx="384644" cy="3773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2B6D19E-0321-D882-9E68-3A916EEBF262}"/>
              </a:ext>
            </a:extLst>
          </p:cNvPr>
          <p:cNvSpPr/>
          <p:nvPr/>
        </p:nvSpPr>
        <p:spPr>
          <a:xfrm>
            <a:off x="5881996" y="4609506"/>
            <a:ext cx="384644" cy="3773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1FF435-0DDE-035A-F32F-BC43F9C67855}"/>
              </a:ext>
            </a:extLst>
          </p:cNvPr>
          <p:cNvSpPr txBox="1"/>
          <p:nvPr/>
        </p:nvSpPr>
        <p:spPr>
          <a:xfrm>
            <a:off x="3584848" y="5373215"/>
            <a:ext cx="2691289" cy="4308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후결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전결 등의 특이유형 결재 시</a:t>
            </a:r>
            <a:b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글자 대신에 결재유형을 표시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129C81D9-5DC8-9BBF-DCD1-12C1AB1DE745}"/>
              </a:ext>
            </a:extLst>
          </p:cNvPr>
          <p:cNvCxnSpPr>
            <a:cxnSpLocks/>
            <a:stCxn id="60" idx="4"/>
            <a:endCxn id="63" idx="0"/>
          </p:cNvCxnSpPr>
          <p:nvPr/>
        </p:nvCxnSpPr>
        <p:spPr>
          <a:xfrm rot="5400000">
            <a:off x="4886663" y="5030714"/>
            <a:ext cx="386331" cy="29867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1AC3634C-2181-F373-715C-D1E758028CA1}"/>
              </a:ext>
            </a:extLst>
          </p:cNvPr>
          <p:cNvCxnSpPr>
            <a:cxnSpLocks/>
            <a:stCxn id="61" idx="4"/>
            <a:endCxn id="63" idx="0"/>
          </p:cNvCxnSpPr>
          <p:nvPr/>
        </p:nvCxnSpPr>
        <p:spPr>
          <a:xfrm rot="5400000">
            <a:off x="5309241" y="4608137"/>
            <a:ext cx="386331" cy="11438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림 70">
            <a:extLst>
              <a:ext uri="{FF2B5EF4-FFF2-40B4-BE49-F238E27FC236}">
                <a16:creationId xmlns:a16="http://schemas.microsoft.com/office/drawing/2014/main" id="{D2A2DDD2-DDF3-7E08-809B-E8352E2946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474" t="17543" r="5562" b="71624"/>
          <a:stretch/>
        </p:blipFill>
        <p:spPr>
          <a:xfrm>
            <a:off x="6727151" y="3895895"/>
            <a:ext cx="2922260" cy="1172494"/>
          </a:xfrm>
          <a:prstGeom prst="rect">
            <a:avLst/>
          </a:prstGeom>
        </p:spPr>
      </p:pic>
      <p:sp>
        <p:nvSpPr>
          <p:cNvPr id="73" name="타원 72">
            <a:extLst>
              <a:ext uri="{FF2B5EF4-FFF2-40B4-BE49-F238E27FC236}">
                <a16:creationId xmlns:a16="http://schemas.microsoft.com/office/drawing/2014/main" id="{5DD0045E-296B-5792-E302-5F4D2DF56773}"/>
              </a:ext>
            </a:extLst>
          </p:cNvPr>
          <p:cNvSpPr/>
          <p:nvPr/>
        </p:nvSpPr>
        <p:spPr>
          <a:xfrm>
            <a:off x="8038870" y="4097127"/>
            <a:ext cx="643884" cy="63172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2A2041-4652-A265-1642-68F9883E1EFC}"/>
              </a:ext>
            </a:extLst>
          </p:cNvPr>
          <p:cNvSpPr/>
          <p:nvPr/>
        </p:nvSpPr>
        <p:spPr>
          <a:xfrm>
            <a:off x="8105088" y="4319126"/>
            <a:ext cx="520320" cy="19714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0000"/>
                </a:solidFill>
              </a:rPr>
              <a:t>반려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16CC18-8B6F-BFCF-54E9-348C1EEE5156}"/>
              </a:ext>
            </a:extLst>
          </p:cNvPr>
          <p:cNvSpPr txBox="1"/>
          <p:nvPr/>
        </p:nvSpPr>
        <p:spPr>
          <a:xfrm>
            <a:off x="7017530" y="5373215"/>
            <a:ext cx="2691289" cy="4308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반려시에는 결재자 인장이나 이름</a:t>
            </a:r>
            <a:b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대신에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표시함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C697EBF5-7B67-BE5D-2BF4-66F688BB5343}"/>
              </a:ext>
            </a:extLst>
          </p:cNvPr>
          <p:cNvCxnSpPr>
            <a:cxnSpLocks/>
            <a:stCxn id="73" idx="4"/>
            <a:endCxn id="75" idx="0"/>
          </p:cNvCxnSpPr>
          <p:nvPr/>
        </p:nvCxnSpPr>
        <p:spPr>
          <a:xfrm rot="16200000" flipH="1">
            <a:off x="8039810" y="5049849"/>
            <a:ext cx="644367" cy="23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5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/>
      </a:spPr>
      <a:bodyPr rtlCol="0" anchor="ctr"/>
      <a:lstStyle>
        <a:defPPr>
          <a:defRPr sz="12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Arial" charset="0"/>
          <a:buNone/>
          <a:tabLst/>
          <a:defRPr kumimoji="0" sz="1100" b="0" i="0" u="none" strike="noStrike" kern="1200" cap="none" spc="0" normalizeH="0" baseline="0" noProof="0" dirty="0" smtClean="0">
            <a:ln>
              <a:noFill/>
            </a:ln>
            <a:solidFill>
              <a:schemeClr val="tx1">
                <a:tint val="75000"/>
              </a:schemeClr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_xbb38__xc11c__xc124__xba85_ xmlns="2aae6fcb-43e3-4396-89be-baa0995eb0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38AFDB-D937-4E2F-869E-33AF166856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A12422-B6D8-4975-AF14-CC4423DEB0F4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aae6fcb-43e3-4396-89be-baa0995eb0b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057FCF9-6722-4DB2-B863-9FFC91F3C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20294</TotalTime>
  <Words>2231</Words>
  <Application>Microsoft Office PowerPoint</Application>
  <PresentationFormat>A4 용지(210x297mm)</PresentationFormat>
  <Paragraphs>561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1. 결재 프로세스 유형 – 보고/품의 유형</vt:lpstr>
      <vt:lpstr>1. 결재 프로세스 유형 – 보고/품의 유형</vt:lpstr>
      <vt:lpstr>1. 결재 프로세스 유형 – 보고/품의 유형</vt:lpstr>
      <vt:lpstr>1. 결재 프로세스 유형 – 보고/품의 유형</vt:lpstr>
      <vt:lpstr>1. 결재 프로세스 유형 – 보고/품의 유형</vt:lpstr>
      <vt:lpstr>1. 결재 프로세스 유형 – 신청 유형</vt:lpstr>
      <vt:lpstr>1. 결재 프로세스 유형 – 신청 유형</vt:lpstr>
      <vt:lpstr>1. 결재 프로세스 유형 – 신청 유형</vt:lpstr>
      <vt:lpstr>1. 결재 프로세스 유형 – 배포 유형</vt:lpstr>
      <vt:lpstr>1. 결재 프로세스 유형 – 배포 유형</vt:lpstr>
      <vt:lpstr>1. 결재 프로세스 유형 – 배포 유형</vt:lpstr>
      <vt:lpstr>2. 결재 종류</vt:lpstr>
      <vt:lpstr>3. 결재 사용 기능</vt:lpstr>
      <vt:lpstr>3. 결재 사용 기능</vt:lpstr>
      <vt:lpstr>4. 결재 양식 표준 및 결재 공통 영역</vt:lpstr>
      <vt:lpstr>4. 결재 양식 표준 및 결재 공통 영역</vt:lpstr>
      <vt:lpstr>4. 결재 양식 표준 및 결재 공통 영역</vt:lpstr>
      <vt:lpstr>4. 결재 양식 표준 및 결재 공통 영역</vt:lpstr>
      <vt:lpstr>5. 결재선 Box 표시 형식</vt:lpstr>
      <vt:lpstr>5. 결재선 Box 표시 형식</vt:lpstr>
      <vt:lpstr>5. 결재선 Box 표시 형식</vt:lpstr>
    </vt:vector>
  </TitlesOfParts>
  <Company>Covision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양식프로세스 설계서</dc:title>
  <dc:creator>김정욱</dc:creator>
  <cp:lastModifiedBy>강민석</cp:lastModifiedBy>
  <cp:revision>1324</cp:revision>
  <dcterms:created xsi:type="dcterms:W3CDTF">2007-08-29T01:51:39Z</dcterms:created>
  <dcterms:modified xsi:type="dcterms:W3CDTF">2026-03-17T02:29:21Z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