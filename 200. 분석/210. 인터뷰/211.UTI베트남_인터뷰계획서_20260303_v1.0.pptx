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9" r:id="rId4"/>
  </p:sldMasterIdLst>
  <p:notesMasterIdLst>
    <p:notesMasterId r:id="rId8"/>
  </p:notesMasterIdLst>
  <p:handoutMasterIdLst>
    <p:handoutMasterId r:id="rId9"/>
  </p:handoutMasterIdLst>
  <p:sldIdLst>
    <p:sldId id="1025" r:id="rId5"/>
    <p:sldId id="1026" r:id="rId6"/>
    <p:sldId id="1030" r:id="rId7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2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842" userDrawn="1">
          <p15:clr>
            <a:srgbClr val="A4A3A4"/>
          </p15:clr>
        </p15:guide>
        <p15:guide id="4" orient="horz" pos="2840" userDrawn="1">
          <p15:clr>
            <a:srgbClr val="A4A3A4"/>
          </p15:clr>
        </p15:guide>
        <p15:guide id="6" pos="204">
          <p15:clr>
            <a:srgbClr val="A4A3A4"/>
          </p15:clr>
        </p15:guide>
        <p15:guide id="7" pos="5556">
          <p15:clr>
            <a:srgbClr val="A4A3A4"/>
          </p15:clr>
        </p15:guide>
        <p15:guide id="8" orient="horz" pos="4156">
          <p15:clr>
            <a:srgbClr val="A4A3A4"/>
          </p15:clr>
        </p15:guide>
        <p15:guide id="9" orient="horz" pos="1480">
          <p15:clr>
            <a:srgbClr val="A4A3A4"/>
          </p15:clr>
        </p15:guide>
        <p15:guide id="10" orient="horz" pos="391" userDrawn="1">
          <p15:clr>
            <a:srgbClr val="A4A3A4"/>
          </p15:clr>
        </p15:guide>
        <p15:guide id="11" pos="249">
          <p15:clr>
            <a:srgbClr val="A4A3A4"/>
          </p15:clr>
        </p15:guide>
        <p15:guide id="12" pos="5647">
          <p15:clr>
            <a:srgbClr val="A4A3A4"/>
          </p15:clr>
        </p15:guide>
        <p15:guide id="13" pos="158">
          <p15:clr>
            <a:srgbClr val="A4A3A4"/>
          </p15:clr>
        </p15:guide>
        <p15:guide id="14" orient="horz" pos="1888">
          <p15:clr>
            <a:srgbClr val="A4A3A4"/>
          </p15:clr>
        </p15:guide>
        <p15:guide id="15" orient="horz" pos="3929">
          <p15:clr>
            <a:srgbClr val="A4A3A4"/>
          </p15:clr>
        </p15:guide>
        <p15:guide id="16" orient="horz" pos="2523">
          <p15:clr>
            <a:srgbClr val="A4A3A4"/>
          </p15:clr>
        </p15:guide>
        <p15:guide id="17" pos="3121">
          <p15:clr>
            <a:srgbClr val="A4A3A4"/>
          </p15:clr>
        </p15:guide>
        <p15:guide id="18" pos="221">
          <p15:clr>
            <a:srgbClr val="A4A3A4"/>
          </p15:clr>
        </p15:guide>
        <p15:guide id="19" pos="6019">
          <p15:clr>
            <a:srgbClr val="A4A3A4"/>
          </p15:clr>
        </p15:guide>
        <p15:guide id="20" pos="270">
          <p15:clr>
            <a:srgbClr val="A4A3A4"/>
          </p15:clr>
        </p15:guide>
        <p15:guide id="21" pos="5676">
          <p15:clr>
            <a:srgbClr val="A4A3A4"/>
          </p15:clr>
        </p15:guide>
        <p15:guide id="22" pos="1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1E2"/>
    <a:srgbClr val="1D69A7"/>
    <a:srgbClr val="2069BA"/>
    <a:srgbClr val="3D7FCF"/>
    <a:srgbClr val="2588D9"/>
    <a:srgbClr val="E7E7E7"/>
    <a:srgbClr val="1A5E96"/>
    <a:srgbClr val="C9E8FF"/>
    <a:srgbClr val="F2F2F2"/>
    <a:srgbClr val="C0D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4953" autoAdjust="0"/>
  </p:normalViewPr>
  <p:slideViewPr>
    <p:cSldViewPr>
      <p:cViewPr varScale="1">
        <p:scale>
          <a:sx n="95" d="100"/>
          <a:sy n="95" d="100"/>
        </p:scale>
        <p:origin x="1284" y="90"/>
      </p:cViewPr>
      <p:guideLst>
        <p:guide orient="horz" pos="4292"/>
        <p:guide pos="2880"/>
        <p:guide orient="horz" pos="1842"/>
        <p:guide orient="horz" pos="2840"/>
        <p:guide pos="204"/>
        <p:guide pos="5556"/>
        <p:guide orient="horz" pos="4156"/>
        <p:guide orient="horz" pos="1480"/>
        <p:guide orient="horz" pos="391"/>
        <p:guide pos="249"/>
        <p:guide pos="5647"/>
        <p:guide pos="158"/>
        <p:guide orient="horz" pos="1888"/>
        <p:guide orient="horz" pos="3929"/>
        <p:guide orient="horz" pos="2523"/>
        <p:guide pos="3121"/>
        <p:guide pos="221"/>
        <p:guide pos="6019"/>
        <p:guide pos="270"/>
        <p:guide pos="5676"/>
        <p:guide pos="171"/>
      </p:guideLst>
    </p:cSldViewPr>
  </p:slideViewPr>
  <p:outlineViewPr>
    <p:cViewPr>
      <p:scale>
        <a:sx n="33" d="100"/>
        <a:sy n="33" d="100"/>
      </p:scale>
      <p:origin x="18" y="415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2196" y="6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35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955" y="0"/>
            <a:ext cx="2946135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DCE8DAC-A2B6-4292-9F5B-A4CA7FE0BF99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6135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955" y="9428801"/>
            <a:ext cx="2946135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735A60D-814D-4287-881B-077213EAB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51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35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955" y="0"/>
            <a:ext cx="2946135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5608C8B-8066-49A5-A56D-E711F19F9BB1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368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810177" y="4819487"/>
            <a:ext cx="5437187" cy="4466274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6135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063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312" tIns="45656" rIns="91312" bIns="45656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117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lIns="91312" tIns="45656" rIns="91312" bIns="45656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533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509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051" y="0"/>
            <a:ext cx="6923380" cy="2492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/>
          <p:cNvSpPr/>
          <p:nvPr userDrawn="1"/>
        </p:nvSpPr>
        <p:spPr>
          <a:xfrm>
            <a:off x="0" y="6443397"/>
            <a:ext cx="9903431" cy="414603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Box 2"/>
          <p:cNvSpPr txBox="1">
            <a:spLocks noChangeArrowheads="1"/>
          </p:cNvSpPr>
          <p:nvPr userDrawn="1"/>
        </p:nvSpPr>
        <p:spPr bwMode="auto">
          <a:xfrm>
            <a:off x="4381526" y="6548835"/>
            <a:ext cx="1143000" cy="277813"/>
          </a:xfrm>
          <a:prstGeom prst="rect">
            <a:avLst/>
          </a:prstGeom>
        </p:spPr>
        <p:txBody>
          <a:bodyPr/>
          <a:lstStyle/>
          <a:p>
            <a:pPr algn="ctr" latinLnBrk="0">
              <a:buClr>
                <a:srgbClr val="FFFFFF"/>
              </a:buClr>
              <a:buSzPct val="80000"/>
              <a:buFont typeface="Wingdings" pitchFamily="2" charset="2"/>
              <a:buNone/>
              <a:defRPr/>
            </a:pPr>
            <a:fld id="{9AC2D801-B651-4EDD-B524-3ECE3C16DC89}" type="slidenum">
              <a:rPr kumimoji="0" lang="en-US" altLang="ko-KR" sz="1000" smtClean="0">
                <a:solidFill>
                  <a:srgbClr val="000000">
                    <a:lumMod val="65000"/>
                    <a:lumOff val="35000"/>
                  </a:srgbClr>
                </a:solidFill>
                <a:latin typeface="나눔고딕 Bold" pitchFamily="50" charset="-127"/>
                <a:ea typeface="나눔고딕 Bold" pitchFamily="50" charset="-127"/>
              </a:rPr>
              <a:pPr algn="ctr" latinLnBrk="0"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en-US" altLang="ko-KR" sz="1000" dirty="0">
              <a:solidFill>
                <a:srgbClr val="000000">
                  <a:lumMod val="65000"/>
                  <a:lumOff val="35000"/>
                </a:srgb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16" name="직사각형 15"/>
          <p:cNvSpPr/>
          <p:nvPr userDrawn="1"/>
        </p:nvSpPr>
        <p:spPr>
          <a:xfrm>
            <a:off x="128464" y="0"/>
            <a:ext cx="9649071" cy="116632"/>
          </a:xfrm>
          <a:prstGeom prst="rect">
            <a:avLst/>
          </a:prstGeom>
          <a:solidFill>
            <a:srgbClr val="3D7F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4B23EE-24DF-47CB-A4E0-825052033D0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416" y="6550402"/>
            <a:ext cx="106416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5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나눔고딕" pitchFamily="50" charset="-127"/>
          <a:ea typeface="나눔고딕" pitchFamily="50" charset="-127"/>
          <a:cs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나눔고딕" pitchFamily="50" charset="-127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704528" y="1747642"/>
            <a:ext cx="8784976" cy="706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18000" bIns="18000" anchor="ctr"/>
          <a:lstStyle/>
          <a:p>
            <a:pPr algn="ctr" latinLnBrk="0">
              <a:defRPr/>
            </a:pPr>
            <a:r>
              <a:rPr kumimoji="0" lang="en-US" altLang="ko-KR" sz="2400" b="1" kern="0" dirty="0">
                <a:solidFill>
                  <a:prstClr val="black"/>
                </a:solidFill>
                <a:ea typeface="맑은 고딕" pitchFamily="50" charset="-127"/>
              </a:rPr>
              <a:t>UTI </a:t>
            </a:r>
            <a:r>
              <a:rPr kumimoji="0" lang="ko-KR" altLang="en-US" sz="2400" b="1" kern="0" dirty="0">
                <a:solidFill>
                  <a:prstClr val="black"/>
                </a:solidFill>
                <a:ea typeface="맑은 고딕" pitchFamily="50" charset="-127"/>
              </a:rPr>
              <a:t>베트남 그룹웨어 시스템 </a:t>
            </a:r>
            <a:r>
              <a:rPr kumimoji="0" lang="ko-KR" altLang="en-US" sz="24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프로젝트 </a:t>
            </a:r>
            <a:endParaRPr kumimoji="0" lang="en-US" altLang="ko-KR" sz="24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defRPr/>
            </a:pPr>
            <a:r>
              <a:rPr kumimoji="0" lang="ko-KR" altLang="en-US" sz="2400" b="1" kern="0" dirty="0">
                <a:solidFill>
                  <a:prstClr val="black"/>
                </a:solidFill>
                <a:ea typeface="맑은 고딕" pitchFamily="50" charset="-127"/>
              </a:rPr>
              <a:t>인터뷰 계획</a:t>
            </a:r>
            <a:r>
              <a:rPr kumimoji="0" lang="ko-KR" altLang="en-US" sz="24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서</a:t>
            </a:r>
            <a:endParaRPr kumimoji="0" lang="en-US" altLang="ko-KR" sz="24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Line 23"/>
          <p:cNvSpPr>
            <a:spLocks noChangeShapeType="1"/>
          </p:cNvSpPr>
          <p:nvPr/>
        </p:nvSpPr>
        <p:spPr bwMode="auto">
          <a:xfrm flipV="1">
            <a:off x="924404" y="2604898"/>
            <a:ext cx="8172000" cy="9525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1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70471" y="4047550"/>
            <a:ext cx="3086935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latin typeface="+mn-ea"/>
                <a:ea typeface="+mn-ea"/>
              </a:rPr>
              <a:t>2026.03.03</a:t>
            </a:r>
          </a:p>
          <a:p>
            <a:pPr algn="ctr"/>
            <a:endParaRPr lang="en-US" altLang="ko-KR" sz="2400" dirty="0">
              <a:latin typeface="+mn-ea"/>
              <a:ea typeface="+mn-ea"/>
            </a:endParaRPr>
          </a:p>
          <a:p>
            <a:pPr algn="ctr"/>
            <a:r>
              <a:rPr lang="ko-KR" altLang="en-US" sz="2800" dirty="0">
                <a:latin typeface="+mn-ea"/>
                <a:ea typeface="+mn-ea"/>
              </a:rPr>
              <a:t>그룹웨어 구축 </a:t>
            </a:r>
            <a:r>
              <a:rPr lang="en-US" altLang="ko-KR" sz="2800" dirty="0">
                <a:latin typeface="+mn-ea"/>
                <a:ea typeface="+mn-ea"/>
              </a:rPr>
              <a:t>TFT</a:t>
            </a:r>
            <a:endParaRPr lang="ko-KR" altLang="en-US" sz="2800" dirty="0">
              <a:latin typeface="+mn-ea"/>
              <a:ea typeface="+mn-ea"/>
            </a:endParaRPr>
          </a:p>
        </p:txBody>
      </p:sp>
      <p:pic>
        <p:nvPicPr>
          <p:cNvPr id="10" name="그림 9" descr="바닥라인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309320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154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940787"/>
              </p:ext>
            </p:extLst>
          </p:nvPr>
        </p:nvGraphicFramePr>
        <p:xfrm>
          <a:off x="388785" y="871138"/>
          <a:ext cx="9126001" cy="4312025"/>
        </p:xfrm>
        <a:graphic>
          <a:graphicData uri="http://schemas.openxmlformats.org/drawingml/2006/table">
            <a:tbl>
              <a:tblPr/>
              <a:tblGrid>
                <a:gridCol w="102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개정 페이지 및 내용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 작성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PM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2026.03.03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1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4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4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4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4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88784" y="5478323"/>
            <a:ext cx="91260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[ </a:t>
            </a:r>
            <a:r>
              <a:rPr lang="ko-KR" altLang="en-US" sz="1200" b="1" dirty="0">
                <a:latin typeface="+mn-ea"/>
                <a:ea typeface="+mn-ea"/>
              </a:rPr>
              <a:t>소유권 정보 </a:t>
            </a:r>
            <a:r>
              <a:rPr lang="en-US" altLang="ko-KR" sz="1200" b="1" dirty="0">
                <a:latin typeface="+mn-ea"/>
                <a:ea typeface="+mn-ea"/>
              </a:rPr>
              <a:t>]</a:t>
            </a:r>
            <a:endParaRPr lang="ko-KR" altLang="en-US" sz="1200" b="1" dirty="0">
              <a:latin typeface="+mn-ea"/>
              <a:ea typeface="+mn-ea"/>
            </a:endParaRPr>
          </a:p>
          <a:p>
            <a:r>
              <a:rPr lang="ko-KR" altLang="en-US" sz="1200" i="1" dirty="0">
                <a:latin typeface="+mn-ea"/>
                <a:ea typeface="+mn-ea"/>
              </a:rPr>
              <a:t>본 문서는 코비젼이 [고객사]에 제출하는 프로젝트 산출물의 하나이므로, 이 문서의 소유권은 원칙적으로 </a:t>
            </a:r>
            <a:r>
              <a:rPr lang="en-US" altLang="ko-KR" sz="1200" i="1" dirty="0">
                <a:latin typeface="+mn-ea"/>
                <a:ea typeface="+mn-ea"/>
              </a:rPr>
              <a:t>NH</a:t>
            </a:r>
            <a:r>
              <a:rPr lang="ko-KR" altLang="en-US" sz="1200" i="1" dirty="0" err="1">
                <a:latin typeface="+mn-ea"/>
                <a:ea typeface="+mn-ea"/>
              </a:rPr>
              <a:t>아문디자산운용에</a:t>
            </a:r>
            <a:r>
              <a:rPr lang="ko-KR" altLang="en-US" sz="1200" i="1" dirty="0">
                <a:latin typeface="+mn-ea"/>
                <a:ea typeface="+mn-ea"/>
              </a:rPr>
              <a:t> 있습니다. 그러나 문서의 형태 및 내용구성은 코비젼의 지적 자산이므로 </a:t>
            </a:r>
            <a:r>
              <a:rPr lang="en-US" altLang="ko-KR" sz="1200" i="1" dirty="0">
                <a:latin typeface="+mn-ea"/>
              </a:rPr>
              <a:t>NH</a:t>
            </a:r>
            <a:r>
              <a:rPr lang="ko-KR" altLang="en-US" sz="1200" i="1" dirty="0" err="1">
                <a:latin typeface="+mn-ea"/>
              </a:rPr>
              <a:t>아문디자산운용</a:t>
            </a:r>
            <a:r>
              <a:rPr lang="ko-KR" altLang="en-US" sz="1200" i="1" dirty="0">
                <a:latin typeface="+mn-ea"/>
              </a:rPr>
              <a:t> </a:t>
            </a:r>
            <a:r>
              <a:rPr lang="ko-KR" altLang="en-US" sz="1200" i="1" dirty="0">
                <a:latin typeface="+mn-ea"/>
                <a:ea typeface="+mn-ea"/>
              </a:rPr>
              <a:t>가 이 문서를 다른 용도로 임의로 변경하여 사용할 수 없음을 주지하시기 바랍니다.</a:t>
            </a:r>
          </a:p>
        </p:txBody>
      </p:sp>
      <p:sp>
        <p:nvSpPr>
          <p:cNvPr id="9" name="제목 3"/>
          <p:cNvSpPr txBox="1">
            <a:spLocks/>
          </p:cNvSpPr>
          <p:nvPr/>
        </p:nvSpPr>
        <p:spPr>
          <a:xfrm>
            <a:off x="144016" y="190185"/>
            <a:ext cx="6537176" cy="428604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문서 버전 이력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618810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27772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80E0DE-F8EC-455F-AE34-2CE453D48364}"/>
              </a:ext>
            </a:extLst>
          </p:cNvPr>
          <p:cNvSpPr txBox="1"/>
          <p:nvPr/>
        </p:nvSpPr>
        <p:spPr>
          <a:xfrm>
            <a:off x="200472" y="260648"/>
            <a:ext cx="2856872" cy="6001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/>
            </a:pPr>
            <a:r>
              <a:rPr lang="ko-KR" altLang="en-US" sz="3300" dirty="0">
                <a:ln w="6350" cmpd="sng">
                  <a:solidFill>
                    <a:schemeClr val="tx1">
                      <a:lumMod val="75000"/>
                      <a:lumOff val="25000"/>
                      <a:alpha val="22000"/>
                    </a:schemeClr>
                  </a:solidFill>
                  <a:prstDash val="solid"/>
                </a:ln>
                <a:solidFill>
                  <a:srgbClr val="3D7FC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인터뷰 계획서</a:t>
            </a:r>
            <a:endParaRPr lang="ko-KR" altLang="en-US" sz="3300" b="1" dirty="0">
              <a:ln w="6350" cmpd="sng">
                <a:solidFill>
                  <a:schemeClr val="tx1">
                    <a:lumMod val="75000"/>
                    <a:lumOff val="25000"/>
                    <a:alpha val="22000"/>
                  </a:scheme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Yoon 윤고딕 540_TT" pitchFamily="18" charset="-127"/>
              <a:cs typeface="Segoe UI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874DAD6-3242-46A5-9497-2DACF33AB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1323975"/>
            <a:ext cx="889635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9939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배경">
  <a:themeElements>
    <a:clrScheme name="디자인 사용자 지정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디자인 사용자 지정">
      <a:majorFont>
        <a:latin typeface="나눔고딕"/>
        <a:ea typeface="나눔고딕"/>
        <a:cs typeface="굴림"/>
      </a:majorFont>
      <a:minorFont>
        <a:latin typeface="나눔고딕"/>
        <a:ea typeface="나눔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C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나눔고딕" pitchFamily="50" charset="-127"/>
            <a:ea typeface="나눔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나눔고딕" pitchFamily="50" charset="-127"/>
            <a:ea typeface="나눔고딕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B7EE8C989F4014D8F473F11EA235336" ma:contentTypeVersion="1" ma:contentTypeDescription="새 문서를 만듭니다." ma:contentTypeScope="" ma:versionID="da507e76d2c73bb96d59657c92b25dbb">
  <xsd:schema xmlns:xsd="http://www.w3.org/2001/XMLSchema" xmlns:xs="http://www.w3.org/2001/XMLSchema" xmlns:p="http://schemas.microsoft.com/office/2006/metadata/properties" xmlns:ns2="2aae6fcb-43e3-4396-89be-baa0995eb0b9" targetNamespace="http://schemas.microsoft.com/office/2006/metadata/properties" ma:root="true" ma:fieldsID="aa1e80f6703332eeed5d82846e061462" ns2:_="">
    <xsd:import namespace="2aae6fcb-43e3-4396-89be-baa0995eb0b9"/>
    <xsd:element name="properties">
      <xsd:complexType>
        <xsd:sequence>
          <xsd:element name="documentManagement">
            <xsd:complexType>
              <xsd:all>
                <xsd:element ref="ns2:_xbb38__xc11c__xc124__xba8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e6fcb-43e3-4396-89be-baa0995eb0b9" elementFormDefault="qualified">
    <xsd:import namespace="http://schemas.microsoft.com/office/2006/documentManagement/types"/>
    <xsd:import namespace="http://schemas.microsoft.com/office/infopath/2007/PartnerControls"/>
    <xsd:element name="_xbb38__xc11c__xc124__xba85_" ma:index="8" nillable="true" ma:displayName="문서설명" ma:internalName="_xbb38__xc11c__xc124__xba85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>
    <_xbb38__xc11c__xc124__xba85_ xmlns="2aae6fcb-43e3-4396-89be-baa0995eb0b9" xsi:nil="true"/>
  </documentManagement>
</p:properties>
</file>

<file path=customXml/itemProps1.xml><?xml version="1.0" encoding="utf-8"?>
<ds:datastoreItem xmlns:ds="http://schemas.openxmlformats.org/officeDocument/2006/customXml" ds:itemID="{C9A953BB-DA1D-4820-9803-BA078D4239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7C3045-5C09-4F17-8687-34E639955B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e6fcb-43e3-4396-89be-baa0995eb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C0F584-A722-4840-A616-9AC05F1E7CDF}">
  <ds:schemaRefs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2aae6fcb-43e3-4396-89be-baa0995eb0b9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15509</TotalTime>
  <Words>81</Words>
  <Application>Microsoft Office PowerPoint</Application>
  <PresentationFormat>A4 용지(210x297mm)</PresentationFormat>
  <Paragraphs>19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4" baseType="lpstr">
      <vt:lpstr>Yoon 윤고딕 540_TT</vt:lpstr>
      <vt:lpstr>굴림</vt:lpstr>
      <vt:lpstr>나눔고딕</vt:lpstr>
      <vt:lpstr>나눔고딕 Bold</vt:lpstr>
      <vt:lpstr>맑은 고딕</vt:lpstr>
      <vt:lpstr>Arial</vt:lpstr>
      <vt:lpstr>Calibri</vt:lpstr>
      <vt:lpstr>Segoe UI</vt:lpstr>
      <vt:lpstr>Tahoma</vt:lpstr>
      <vt:lpstr>Wingdings</vt:lpstr>
      <vt:lpstr>기본배경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Heebum Shin</dc:creator>
  <cp:lastModifiedBy>강민석</cp:lastModifiedBy>
  <cp:revision>817</cp:revision>
  <cp:lastPrinted>2023-09-25T00:34:22Z</cp:lastPrinted>
  <dcterms:created xsi:type="dcterms:W3CDTF">2011-03-14T11:54:00Z</dcterms:created>
  <dcterms:modified xsi:type="dcterms:W3CDTF">2026-03-10T04:22:11Z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0x0101003B7EE8C989F4014D8F473F11EA235336</vt:lpwstr>
  </property>
</Properties>
</file>