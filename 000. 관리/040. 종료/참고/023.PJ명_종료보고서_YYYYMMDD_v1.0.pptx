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975" r:id="rId4"/>
    <p:sldMasterId id="2147483659" r:id="rId5"/>
    <p:sldMasterId id="2147483963" r:id="rId6"/>
  </p:sldMasterIdLst>
  <p:notesMasterIdLst>
    <p:notesMasterId r:id="rId19"/>
  </p:notesMasterIdLst>
  <p:handoutMasterIdLst>
    <p:handoutMasterId r:id="rId20"/>
  </p:handoutMasterIdLst>
  <p:sldIdLst>
    <p:sldId id="808" r:id="rId7"/>
    <p:sldId id="809" r:id="rId8"/>
    <p:sldId id="770" r:id="rId9"/>
    <p:sldId id="772" r:id="rId10"/>
    <p:sldId id="778" r:id="rId11"/>
    <p:sldId id="773" r:id="rId12"/>
    <p:sldId id="775" r:id="rId13"/>
    <p:sldId id="780" r:id="rId14"/>
    <p:sldId id="798" r:id="rId15"/>
    <p:sldId id="797" r:id="rId16"/>
    <p:sldId id="806" r:id="rId17"/>
    <p:sldId id="807" r:id="rId18"/>
  </p:sldIdLst>
  <p:sldSz cx="9906000" cy="6858000" type="A4"/>
  <p:notesSz cx="6797675" cy="9926638"/>
  <p:embeddedFontLst>
    <p:embeddedFont>
      <p:font typeface="Futura Bk" panose="020B0600000101010101" charset="-127"/>
      <p:regular r:id="rId21"/>
      <p:bold r:id="rId22"/>
      <p:italic r:id="rId23"/>
    </p:embeddedFont>
    <p:embeddedFont>
      <p:font typeface="Futura Hv" panose="020B0600000101010101" charset="-127"/>
      <p:regular r:id="rId24"/>
    </p:embeddedFont>
    <p:embeddedFont>
      <p:font typeface="Optima" panose="020B0600000101010101" charset="-127"/>
      <p:regular r:id="rId25"/>
    </p:embeddedFont>
    <p:embeddedFont>
      <p:font typeface="가는각진제목체" panose="020B0600000101010101" charset="-127"/>
      <p:regular r:id="rId26"/>
    </p:embeddedFont>
    <p:embeddedFont>
      <p:font typeface="Candara" panose="020E0502030303020204" pitchFamily="34" charset="0"/>
      <p:regular r:id="rId27"/>
      <p:bold r:id="rId28"/>
      <p:italic r:id="rId29"/>
      <p:boldItalic r:id="rId30"/>
    </p:embeddedFont>
    <p:embeddedFont>
      <p:font typeface="HY견고딕" panose="02030600000101010101" pitchFamily="18" charset="-127"/>
      <p:regular r:id="rId31"/>
    </p:embeddedFont>
    <p:embeddedFont>
      <p:font typeface="HY헤드라인M" panose="02030600000101010101" pitchFamily="18" charset="-127"/>
      <p:regular r:id="rId32"/>
    </p:embeddedFont>
    <p:embeddedFont>
      <p:font typeface="SimSun" panose="02010600030101010101" pitchFamily="2" charset="-122"/>
      <p:regular r:id="rId33"/>
    </p:embeddedFont>
    <p:embeddedFont>
      <p:font typeface="맑은 고딕" panose="020B0503020000020004" pitchFamily="50" charset="-127"/>
      <p:regular r:id="rId34"/>
      <p:bold r:id="rId35"/>
    </p:embeddedFont>
  </p:embeddedFontLst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Optima" pitchFamily="2" charset="2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Optima" pitchFamily="2" charset="2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Optima" pitchFamily="2" charset="2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Optima" pitchFamily="2" charset="2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Optima" pitchFamily="2" charset="2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1200" kern="1200">
        <a:solidFill>
          <a:schemeClr val="tx1"/>
        </a:solidFill>
        <a:latin typeface="Optima" pitchFamily="2" charset="2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1200" kern="1200">
        <a:solidFill>
          <a:schemeClr val="tx1"/>
        </a:solidFill>
        <a:latin typeface="Optima" pitchFamily="2" charset="2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1200" kern="1200">
        <a:solidFill>
          <a:schemeClr val="tx1"/>
        </a:solidFill>
        <a:latin typeface="Optima" pitchFamily="2" charset="2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1200" kern="1200">
        <a:solidFill>
          <a:schemeClr val="tx1"/>
        </a:solidFill>
        <a:latin typeface="Optima" pitchFamily="2" charset="2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19">
          <p15:clr>
            <a:srgbClr val="A4A3A4"/>
          </p15:clr>
        </p15:guide>
        <p15:guide id="2" orient="horz" pos="4063">
          <p15:clr>
            <a:srgbClr val="A4A3A4"/>
          </p15:clr>
        </p15:guide>
        <p15:guide id="3" orient="horz" pos="3036">
          <p15:clr>
            <a:srgbClr val="A4A3A4"/>
          </p15:clr>
        </p15:guide>
        <p15:guide id="4" orient="horz" pos="27">
          <p15:clr>
            <a:srgbClr val="A4A3A4"/>
          </p15:clr>
        </p15:guide>
        <p15:guide id="5" pos="3112">
          <p15:clr>
            <a:srgbClr val="A4A3A4"/>
          </p15:clr>
        </p15:guide>
        <p15:guide id="6" pos="427">
          <p15:clr>
            <a:srgbClr val="A4A3A4"/>
          </p15:clr>
        </p15:guide>
        <p15:guide id="7" pos="5826">
          <p15:clr>
            <a:srgbClr val="A4A3A4"/>
          </p15:clr>
        </p15:guide>
        <p15:guide id="8" pos="3377">
          <p15:clr>
            <a:srgbClr val="A4A3A4"/>
          </p15:clr>
        </p15:guide>
        <p15:guide id="9" pos="4642">
          <p15:clr>
            <a:srgbClr val="A4A3A4"/>
          </p15:clr>
        </p15:guide>
        <p15:guide id="10" pos="284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BF3"/>
    <a:srgbClr val="FF6600"/>
    <a:srgbClr val="0033CC"/>
    <a:srgbClr val="CBD5E5"/>
    <a:srgbClr val="FFCCCC"/>
    <a:srgbClr val="009900"/>
    <a:srgbClr val="677E96"/>
    <a:srgbClr val="79889B"/>
    <a:srgbClr val="9EB0CE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84" autoAdjust="0"/>
    <p:restoredTop sz="94660" autoAdjust="0"/>
  </p:normalViewPr>
  <p:slideViewPr>
    <p:cSldViewPr snapToGrid="0">
      <p:cViewPr varScale="1">
        <p:scale>
          <a:sx n="113" d="100"/>
          <a:sy n="113" d="100"/>
        </p:scale>
        <p:origin x="1650" y="108"/>
      </p:cViewPr>
      <p:guideLst>
        <p:guide orient="horz" pos="1219"/>
        <p:guide orient="horz" pos="4063"/>
        <p:guide orient="horz" pos="3036"/>
        <p:guide orient="horz" pos="27"/>
        <p:guide pos="3112"/>
        <p:guide pos="427"/>
        <p:guide pos="5826"/>
        <p:guide pos="3377"/>
        <p:guide pos="4642"/>
        <p:guide pos="284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-2940" y="-108"/>
      </p:cViewPr>
      <p:guideLst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font" Target="fonts/font6.fntdata"/><Relationship Id="rId39" Type="http://schemas.openxmlformats.org/officeDocument/2006/relationships/tableStyles" Target="tableStyles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handoutMaster" Target="handoutMasters/handoutMaster1.xml"/><Relationship Id="rId29" Type="http://schemas.openxmlformats.org/officeDocument/2006/relationships/font" Target="fonts/font9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1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8" Type="http://schemas.openxmlformats.org/officeDocument/2006/relationships/slide" Target="slides/slide2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8" name="Rectangle 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79400" y="47625"/>
            <a:ext cx="453072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l" defTabSz="923925" latinLnBrk="0">
              <a:buFontTx/>
              <a:buNone/>
              <a:defRPr kumimoji="0" sz="1000">
                <a:latin typeface="Futura Hv" pitchFamily="34" charset="0"/>
                <a:ea typeface="굴림" pitchFamily="50" charset="-127"/>
              </a:defRPr>
            </a:lvl1pPr>
          </a:lstStyle>
          <a:p>
            <a:pPr>
              <a:defRPr/>
            </a:pPr>
            <a:r>
              <a:rPr lang="ko-KR" altLang="en-US"/>
              <a:t>Presentation Title</a:t>
            </a:r>
            <a:endParaRPr lang="en-US" altLang="ko-KR"/>
          </a:p>
        </p:txBody>
      </p:sp>
      <p:sp>
        <p:nvSpPr>
          <p:cNvPr id="14339" name="Line 7"/>
          <p:cNvSpPr>
            <a:spLocks noChangeShapeType="1"/>
          </p:cNvSpPr>
          <p:nvPr/>
        </p:nvSpPr>
        <p:spPr bwMode="auto">
          <a:xfrm>
            <a:off x="360363" y="9725025"/>
            <a:ext cx="609917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9880" name="Rectangle 8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6161088" y="9704388"/>
            <a:ext cx="379412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 defTabSz="923925" latinLnBrk="0">
              <a:buFontTx/>
              <a:buNone/>
              <a:defRPr kumimoji="0" sz="800">
                <a:latin typeface="Futura Bk" pitchFamily="34" charset="0"/>
                <a:ea typeface="굴림" pitchFamily="50" charset="-127"/>
              </a:defRPr>
            </a:lvl1pPr>
          </a:lstStyle>
          <a:p>
            <a:pPr>
              <a:defRPr/>
            </a:pPr>
            <a:fld id="{13AEEECC-FB72-4D77-82A9-2B6CB9828F8E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79881" name="Rectangle 9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69875" y="9704388"/>
            <a:ext cx="57531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l" defTabSz="923925" latinLnBrk="0">
              <a:buFontTx/>
              <a:buNone/>
              <a:defRPr kumimoji="0" sz="800">
                <a:latin typeface="Futura Hv" pitchFamily="34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543126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546350" y="244475"/>
            <a:ext cx="4284663" cy="2967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72" name="Rectangle 8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80988" y="246063"/>
            <a:ext cx="2513012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l" defTabSz="923925" latinLnBrk="0">
              <a:buFontTx/>
              <a:buNone/>
              <a:defRPr kumimoji="0" sz="1000">
                <a:latin typeface="Futura Hv" pitchFamily="34" charset="0"/>
                <a:ea typeface="굴림" pitchFamily="50" charset="-127"/>
              </a:defRPr>
            </a:lvl1pPr>
          </a:lstStyle>
          <a:p>
            <a:pPr>
              <a:defRPr/>
            </a:pPr>
            <a:r>
              <a:rPr lang="ko-KR" altLang="en-US"/>
              <a:t>Presentation Title</a:t>
            </a:r>
            <a:endParaRPr lang="en-US" altLang="ko-KR"/>
          </a:p>
        </p:txBody>
      </p:sp>
      <p:sp>
        <p:nvSpPr>
          <p:cNvPr id="11273" name="Rectangle 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49238" y="3475038"/>
            <a:ext cx="6235700" cy="6103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11274" name="Rectangle 1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73050" y="9682163"/>
            <a:ext cx="57562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l" defTabSz="923925" latinLnBrk="0">
              <a:buFontTx/>
              <a:buNone/>
              <a:defRPr kumimoji="0" sz="800">
                <a:latin typeface="Futura Hv" pitchFamily="34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1275" name="Rectangle 1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153150" y="9694863"/>
            <a:ext cx="37782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 defTabSz="923925" latinLnBrk="0">
              <a:buFontTx/>
              <a:buNone/>
              <a:defRPr kumimoji="0" sz="800">
                <a:latin typeface="Futura Bk" pitchFamily="34" charset="0"/>
                <a:ea typeface="굴림" pitchFamily="50" charset="-127"/>
              </a:defRPr>
            </a:lvl1pPr>
          </a:lstStyle>
          <a:p>
            <a:pPr>
              <a:defRPr/>
            </a:pPr>
            <a:fld id="{FDF6565E-D0EB-49B7-8AC5-C493F83D00F2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23564494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119063" indent="-119063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Futura Bk" pitchFamily="34" charset="0"/>
        <a:ea typeface="+mn-ea"/>
        <a:cs typeface="+mn-cs"/>
      </a:defRPr>
    </a:lvl1pPr>
    <a:lvl2pPr marL="344488" indent="-111125" algn="l" rtl="0" eaLnBrk="0" fontAlgn="base" hangingPunct="0">
      <a:spcBef>
        <a:spcPct val="30000"/>
      </a:spcBef>
      <a:spcAft>
        <a:spcPct val="0"/>
      </a:spcAft>
      <a:buChar char="•"/>
      <a:defRPr sz="1000" kern="1200">
        <a:solidFill>
          <a:schemeClr val="tx1"/>
        </a:solidFill>
        <a:latin typeface="Futura Bk" pitchFamily="34" charset="0"/>
        <a:ea typeface="+mn-ea"/>
        <a:cs typeface="+mn-cs"/>
      </a:defRPr>
    </a:lvl2pPr>
    <a:lvl3pPr marL="569913" indent="-106363" algn="l" rtl="0" eaLnBrk="0" fontAlgn="base" hangingPunct="0">
      <a:spcBef>
        <a:spcPct val="30000"/>
      </a:spcBef>
      <a:spcAft>
        <a:spcPct val="0"/>
      </a:spcAft>
      <a:buChar char="•"/>
      <a:defRPr sz="900" kern="1200">
        <a:solidFill>
          <a:schemeClr val="tx1"/>
        </a:solidFill>
        <a:latin typeface="Futura Bk" pitchFamily="34" charset="0"/>
        <a:ea typeface="+mn-ea"/>
        <a:cs typeface="+mn-cs"/>
      </a:defRPr>
    </a:lvl3pPr>
    <a:lvl4pPr marL="795338" indent="-106363" algn="l" rtl="0" eaLnBrk="0" fontAlgn="base" hangingPunct="0">
      <a:spcBef>
        <a:spcPct val="30000"/>
      </a:spcBef>
      <a:spcAft>
        <a:spcPct val="0"/>
      </a:spcAft>
      <a:buChar char="•"/>
      <a:defRPr sz="900" kern="1200">
        <a:solidFill>
          <a:schemeClr val="tx1"/>
        </a:solidFill>
        <a:latin typeface="Futura Bk" pitchFamily="34" charset="0"/>
        <a:ea typeface="+mn-ea"/>
        <a:cs typeface="+mn-cs"/>
      </a:defRPr>
    </a:lvl4pPr>
    <a:lvl5pPr marL="1033463" indent="-119063" algn="l" rtl="0" eaLnBrk="0" fontAlgn="base" hangingPunct="0">
      <a:spcBef>
        <a:spcPct val="30000"/>
      </a:spcBef>
      <a:spcAft>
        <a:spcPct val="0"/>
      </a:spcAft>
      <a:buChar char="•"/>
      <a:defRPr sz="900" kern="1200">
        <a:solidFill>
          <a:schemeClr val="tx1"/>
        </a:solidFill>
        <a:latin typeface="Futura Bk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72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1674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020B619-623E-40C4-A9B0-53227236F526}" type="slidenum">
              <a:rPr lang="ko-KR" altLang="en-US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6657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72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1674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020B619-623E-40C4-A9B0-53227236F526}" type="slidenum">
              <a:rPr lang="ko-KR" altLang="en-US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73543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altLang="ko-KR">
                <a:ea typeface="굴림" pitchFamily="50" charset="-127"/>
              </a:rPr>
              <a:t>We have included several divider slides that describe the content that follows. You can select the slides most relevant for your audience and omit the others.</a:t>
            </a:r>
          </a:p>
          <a:p>
            <a:pPr eaLnBrk="1" hangingPunct="1"/>
            <a:endParaRPr lang="en-US" altLang="ko-KR">
              <a:ea typeface="굴림" pitchFamily="50" charset="-127"/>
            </a:endParaRPr>
          </a:p>
          <a:p>
            <a:pPr eaLnBrk="1" hangingPunct="1"/>
            <a:r>
              <a:rPr lang="en-US" altLang="ko-KR">
                <a:ea typeface="굴림" pitchFamily="50" charset="-127"/>
              </a:rPr>
              <a:t>We have also added related links to the note pages for the ability to access more detailed information on key messages.</a:t>
            </a:r>
          </a:p>
        </p:txBody>
      </p:sp>
    </p:spTree>
    <p:extLst>
      <p:ext uri="{BB962C8B-B14F-4D97-AF65-F5344CB8AC3E}">
        <p14:creationId xmlns:p14="http://schemas.microsoft.com/office/powerpoint/2010/main" val="1496372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5pPr>
            <a:lvl6pPr marL="2514600" indent="-228600" algn="ctr" eaLnBrk="0" fontAlgn="t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6pPr>
            <a:lvl7pPr marL="2971800" indent="-228600" algn="ctr" eaLnBrk="0" fontAlgn="t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7pPr>
            <a:lvl8pPr marL="3429000" indent="-228600" algn="ctr" eaLnBrk="0" fontAlgn="t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8pPr>
            <a:lvl9pPr marL="3886200" indent="-228600" algn="ctr" eaLnBrk="0" fontAlgn="t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9pPr>
          </a:lstStyle>
          <a:p>
            <a:pPr eaLnBrk="1" hangingPunct="1"/>
            <a:fld id="{FC715CCC-6F4C-445A-8B1A-C4A8A1F3812C}" type="slidenum">
              <a:rPr lang="en-US" altLang="ko-KR" b="0">
                <a:latin typeface="굴림" pitchFamily="50" charset="-127"/>
                <a:ea typeface="굴림" pitchFamily="50" charset="-127"/>
              </a:rPr>
              <a:pPr eaLnBrk="1" hangingPunct="1"/>
              <a:t>4</a:t>
            </a:fld>
            <a:endParaRPr lang="en-US" altLang="ko-KR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9698197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/>
              <a:t>1</a:t>
            </a:r>
          </a:p>
          <a:p>
            <a:r>
              <a:rPr lang="ko-KR" altLang="en-US"/>
              <a:t>우선 추진경과 입니다</a:t>
            </a:r>
            <a:r>
              <a:rPr lang="en-US" altLang="ko-KR"/>
              <a:t>.</a:t>
            </a:r>
          </a:p>
          <a:p>
            <a:r>
              <a:rPr lang="ko-KR" altLang="en-US"/>
              <a:t>현 프로젝트의 전체 기간은 </a:t>
            </a:r>
            <a:r>
              <a:rPr lang="en-US" altLang="ko-KR"/>
              <a:t>1</a:t>
            </a:r>
            <a:r>
              <a:rPr lang="ko-KR" altLang="en-US"/>
              <a:t>월</a:t>
            </a:r>
            <a:r>
              <a:rPr lang="en-US" altLang="ko-KR"/>
              <a:t>26</a:t>
            </a:r>
            <a:r>
              <a:rPr lang="ko-KR" altLang="en-US"/>
              <a:t>일부터 </a:t>
            </a:r>
            <a:r>
              <a:rPr lang="en-US" altLang="ko-KR"/>
              <a:t>7</a:t>
            </a:r>
            <a:r>
              <a:rPr lang="ko-KR" altLang="en-US"/>
              <a:t>월</a:t>
            </a:r>
            <a:r>
              <a:rPr lang="en-US" altLang="ko-KR"/>
              <a:t>25</a:t>
            </a:r>
            <a:r>
              <a:rPr lang="ko-KR" altLang="en-US"/>
              <a:t>일까지 총</a:t>
            </a:r>
            <a:r>
              <a:rPr lang="en-US" altLang="ko-KR"/>
              <a:t>6</a:t>
            </a:r>
            <a:r>
              <a:rPr lang="ko-KR" altLang="en-US"/>
              <a:t>개월입니다</a:t>
            </a:r>
            <a:r>
              <a:rPr lang="en-US" altLang="ko-KR"/>
              <a:t>. </a:t>
            </a:r>
          </a:p>
          <a:p>
            <a:r>
              <a:rPr lang="ko-KR" altLang="en-US"/>
              <a:t>시작부터 약 </a:t>
            </a:r>
            <a:r>
              <a:rPr lang="en-US" altLang="ko-KR"/>
              <a:t>1</a:t>
            </a:r>
            <a:r>
              <a:rPr lang="ko-KR" altLang="en-US"/>
              <a:t>달반동안 분석</a:t>
            </a:r>
            <a:r>
              <a:rPr lang="en-US" altLang="ko-KR"/>
              <a:t>/</a:t>
            </a:r>
            <a:r>
              <a:rPr lang="ko-KR" altLang="en-US"/>
              <a:t>설계 기간에는 </a:t>
            </a:r>
            <a:r>
              <a:rPr lang="en-US" altLang="ko-KR"/>
              <a:t>RFP</a:t>
            </a:r>
            <a:r>
              <a:rPr lang="ko-KR" altLang="en-US"/>
              <a:t>의 내용과 관계사별 사전 인터뷰 그리고 각사별로 추가 요구사항을 받았습니다</a:t>
            </a:r>
            <a:r>
              <a:rPr lang="en-US" altLang="ko-KR"/>
              <a:t>.</a:t>
            </a:r>
          </a:p>
          <a:p>
            <a:r>
              <a:rPr lang="ko-KR" altLang="en-US"/>
              <a:t>그리고 도입되는 시스템과 기존시스템과의 </a:t>
            </a:r>
            <a:r>
              <a:rPr lang="en-US" altLang="ko-KR"/>
              <a:t>GAP</a:t>
            </a:r>
            <a:r>
              <a:rPr lang="ko-KR" altLang="en-US"/>
              <a:t>을 분석해서 추가로 필요한 기능을 더해서 총 </a:t>
            </a:r>
            <a:r>
              <a:rPr lang="en-US" altLang="ko-KR"/>
              <a:t>362</a:t>
            </a:r>
            <a:r>
              <a:rPr lang="ko-KR" altLang="en-US"/>
              <a:t>건의 요구사항을 수렴하여 설계에 반영하였습니다</a:t>
            </a:r>
            <a:r>
              <a:rPr lang="en-US" altLang="ko-KR"/>
              <a:t>.</a:t>
            </a:r>
          </a:p>
          <a:p>
            <a:r>
              <a:rPr lang="ko-KR" altLang="en-US"/>
              <a:t>또한 화면시안과 각 사별 사용중인 메뉴를 기본으로 그룹웨어의 표준을 수립하였습니다</a:t>
            </a:r>
            <a:r>
              <a:rPr lang="en-US" altLang="ko-KR"/>
              <a:t>.</a:t>
            </a:r>
          </a:p>
          <a:p>
            <a:r>
              <a:rPr lang="ko-KR" altLang="en-US"/>
              <a:t>현재 단계는 개발 단계로서 </a:t>
            </a:r>
            <a:r>
              <a:rPr lang="en-US" altLang="ko-KR"/>
              <a:t>6</a:t>
            </a:r>
            <a:r>
              <a:rPr lang="ko-KR" altLang="en-US"/>
              <a:t>월중순까지 개발 과 단위 테스트를 마치고</a:t>
            </a:r>
            <a:endParaRPr lang="en-US" altLang="ko-KR"/>
          </a:p>
          <a:p>
            <a:r>
              <a:rPr lang="ko-KR" altLang="en-US"/>
              <a:t>통합테스트와 동시에 시험운영을 </a:t>
            </a:r>
            <a:r>
              <a:rPr lang="en-US" altLang="ko-KR"/>
              <a:t>6</a:t>
            </a:r>
            <a:r>
              <a:rPr lang="ko-KR" altLang="en-US"/>
              <a:t>월말에 시행 하도록 하겠습니다</a:t>
            </a:r>
            <a:r>
              <a:rPr lang="en-US" altLang="ko-KR"/>
              <a:t>.</a:t>
            </a:r>
          </a:p>
          <a:p>
            <a:r>
              <a:rPr lang="ko-KR" altLang="en-US"/>
              <a:t>그리고 </a:t>
            </a:r>
            <a:r>
              <a:rPr lang="en-US" altLang="ko-KR"/>
              <a:t>7</a:t>
            </a:r>
            <a:r>
              <a:rPr lang="ko-KR" altLang="en-US"/>
              <a:t>월</a:t>
            </a:r>
            <a:r>
              <a:rPr lang="en-US" altLang="ko-KR"/>
              <a:t>2</a:t>
            </a:r>
            <a:r>
              <a:rPr lang="ko-KR" altLang="en-US"/>
              <a:t>일부터 </a:t>
            </a:r>
            <a:r>
              <a:rPr lang="en-US" altLang="ko-KR"/>
              <a:t>LIG</a:t>
            </a:r>
            <a:r>
              <a:rPr lang="ko-KR" altLang="en-US"/>
              <a:t>시스템에서 먼저 서비스 전환을 하고 이상이 없으면 나머지 관계사도 단계적으로 </a:t>
            </a:r>
            <a:r>
              <a:rPr lang="en-US" altLang="ko-KR"/>
              <a:t>7</a:t>
            </a:r>
            <a:r>
              <a:rPr lang="ko-KR" altLang="en-US"/>
              <a:t>월내에 모두 오픈하도록 하겠습니다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ko-KR" altLang="en-US"/>
          </a:p>
        </p:txBody>
      </p:sp>
      <p:sp>
        <p:nvSpPr>
          <p:cNvPr id="29700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fld id="{99161BB3-7396-4C99-9E29-BB9D0135B39B}" type="slidenum">
              <a:rPr kumimoji="0" lang="ko-KR" altLang="en-US" smtClean="0">
                <a:latin typeface="Candara" pitchFamily="34" charset="0"/>
              </a:rPr>
              <a:pPr eaLnBrk="1" hangingPunct="1"/>
              <a:t>5</a:t>
            </a:fld>
            <a:endParaRPr kumimoji="0" lang="en-US" altLang="ko-KR"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6874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5pPr>
            <a:lvl6pPr marL="2514600" indent="-228600" algn="ctr" eaLnBrk="0" fontAlgn="t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6pPr>
            <a:lvl7pPr marL="2971800" indent="-228600" algn="ctr" eaLnBrk="0" fontAlgn="t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7pPr>
            <a:lvl8pPr marL="3429000" indent="-228600" algn="ctr" eaLnBrk="0" fontAlgn="t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8pPr>
            <a:lvl9pPr marL="3886200" indent="-228600" algn="ctr" eaLnBrk="0" fontAlgn="t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9pPr>
          </a:lstStyle>
          <a:p>
            <a:pPr eaLnBrk="1" hangingPunct="1"/>
            <a:fld id="{FC715CCC-6F4C-445A-8B1A-C4A8A1F3812C}" type="slidenum">
              <a:rPr lang="en-US" altLang="ko-KR" b="0">
                <a:latin typeface="굴림" pitchFamily="50" charset="-127"/>
                <a:ea typeface="굴림" pitchFamily="50" charset="-127"/>
              </a:rPr>
              <a:pPr eaLnBrk="1" hangingPunct="1"/>
              <a:t>6</a:t>
            </a:fld>
            <a:endParaRPr lang="en-US" altLang="ko-KR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4596969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5pPr>
            <a:lvl6pPr marL="2514600" indent="-228600" algn="ctr" eaLnBrk="0" fontAlgn="t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6pPr>
            <a:lvl7pPr marL="2971800" indent="-228600" algn="ctr" eaLnBrk="0" fontAlgn="t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7pPr>
            <a:lvl8pPr marL="3429000" indent="-228600" algn="ctr" eaLnBrk="0" fontAlgn="t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8pPr>
            <a:lvl9pPr marL="3886200" indent="-228600" algn="ctr" eaLnBrk="0" fontAlgn="t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9pPr>
          </a:lstStyle>
          <a:p>
            <a:pPr eaLnBrk="1" hangingPunct="1"/>
            <a:fld id="{FC715CCC-6F4C-445A-8B1A-C4A8A1F3812C}" type="slidenum">
              <a:rPr lang="en-US" altLang="ko-KR" b="0">
                <a:latin typeface="굴림" pitchFamily="50" charset="-127"/>
                <a:ea typeface="굴림" pitchFamily="50" charset="-127"/>
              </a:rPr>
              <a:pPr eaLnBrk="1" hangingPunct="1"/>
              <a:t>7</a:t>
            </a:fld>
            <a:endParaRPr lang="en-US" altLang="ko-KR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3690235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5pPr>
            <a:lvl6pPr marL="2514600" indent="-228600" algn="ctr" eaLnBrk="0" fontAlgn="t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6pPr>
            <a:lvl7pPr marL="2971800" indent="-228600" algn="ctr" eaLnBrk="0" fontAlgn="t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7pPr>
            <a:lvl8pPr marL="3429000" indent="-228600" algn="ctr" eaLnBrk="0" fontAlgn="t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8pPr>
            <a:lvl9pPr marL="3886200" indent="-228600" algn="ctr" eaLnBrk="0" fontAlgn="t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9pPr>
          </a:lstStyle>
          <a:p>
            <a:pPr eaLnBrk="1" hangingPunct="1"/>
            <a:fld id="{FC715CCC-6F4C-445A-8B1A-C4A8A1F3812C}" type="slidenum">
              <a:rPr lang="en-US" altLang="ko-KR" b="0">
                <a:latin typeface="굴림" pitchFamily="50" charset="-127"/>
                <a:ea typeface="굴림" pitchFamily="50" charset="-127"/>
              </a:rPr>
              <a:pPr eaLnBrk="1" hangingPunct="1"/>
              <a:t>8</a:t>
            </a:fld>
            <a:endParaRPr lang="en-US" altLang="ko-KR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40696161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5pPr>
            <a:lvl6pPr marL="2514600" indent="-228600" algn="ctr" eaLnBrk="0" fontAlgn="t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6pPr>
            <a:lvl7pPr marL="2971800" indent="-228600" algn="ctr" eaLnBrk="0" fontAlgn="t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7pPr>
            <a:lvl8pPr marL="3429000" indent="-228600" algn="ctr" eaLnBrk="0" fontAlgn="t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8pPr>
            <a:lvl9pPr marL="3886200" indent="-228600" algn="ctr" eaLnBrk="0" fontAlgn="t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9pPr>
          </a:lstStyle>
          <a:p>
            <a:pPr eaLnBrk="1" hangingPunct="1"/>
            <a:fld id="{FC715CCC-6F4C-445A-8B1A-C4A8A1F3812C}" type="slidenum">
              <a:rPr lang="en-US" altLang="ko-KR" b="0">
                <a:latin typeface="굴림" pitchFamily="50" charset="-127"/>
                <a:ea typeface="굴림" pitchFamily="50" charset="-127"/>
              </a:rPr>
              <a:pPr eaLnBrk="1" hangingPunct="1"/>
              <a:t>9</a:t>
            </a:fld>
            <a:endParaRPr lang="en-US" altLang="ko-KR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9534979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5pPr>
            <a:lvl6pPr marL="2514600" indent="-228600" algn="ctr" eaLnBrk="0" fontAlgn="t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6pPr>
            <a:lvl7pPr marL="2971800" indent="-228600" algn="ctr" eaLnBrk="0" fontAlgn="t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7pPr>
            <a:lvl8pPr marL="3429000" indent="-228600" algn="ctr" eaLnBrk="0" fontAlgn="t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8pPr>
            <a:lvl9pPr marL="3886200" indent="-228600" algn="ctr" eaLnBrk="0" fontAlgn="t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9pPr>
          </a:lstStyle>
          <a:p>
            <a:pPr eaLnBrk="1" hangingPunct="1"/>
            <a:fld id="{FC715CCC-6F4C-445A-8B1A-C4A8A1F3812C}" type="slidenum">
              <a:rPr lang="en-US" altLang="ko-KR" b="0">
                <a:latin typeface="굴림" pitchFamily="50" charset="-127"/>
                <a:ea typeface="굴림" pitchFamily="50" charset="-127"/>
              </a:rPr>
              <a:pPr eaLnBrk="1" hangingPunct="1"/>
              <a:t>10</a:t>
            </a:fld>
            <a:endParaRPr lang="en-US" altLang="ko-KR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9368159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5pPr>
            <a:lvl6pPr marL="2514600" indent="-228600" algn="ctr" eaLnBrk="0" fontAlgn="t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6pPr>
            <a:lvl7pPr marL="2971800" indent="-228600" algn="ctr" eaLnBrk="0" fontAlgn="t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7pPr>
            <a:lvl8pPr marL="3429000" indent="-228600" algn="ctr" eaLnBrk="0" fontAlgn="t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8pPr>
            <a:lvl9pPr marL="3886200" indent="-228600" algn="ctr" eaLnBrk="0" fontAlgn="t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9pPr>
          </a:lstStyle>
          <a:p>
            <a:pPr eaLnBrk="1" hangingPunct="1"/>
            <a:fld id="{FC715CCC-6F4C-445A-8B1A-C4A8A1F3812C}" type="slidenum">
              <a:rPr lang="en-US" altLang="ko-KR" b="0">
                <a:latin typeface="굴림" pitchFamily="50" charset="-127"/>
                <a:ea typeface="굴림" pitchFamily="50" charset="-127"/>
              </a:rPr>
              <a:pPr eaLnBrk="1" hangingPunct="1"/>
              <a:t>11</a:t>
            </a:fld>
            <a:endParaRPr lang="en-US" altLang="ko-KR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40526209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5pPr>
            <a:lvl6pPr marL="2514600" indent="-228600" algn="ctr" eaLnBrk="0" fontAlgn="t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6pPr>
            <a:lvl7pPr marL="2971800" indent="-228600" algn="ctr" eaLnBrk="0" fontAlgn="t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7pPr>
            <a:lvl8pPr marL="3429000" indent="-228600" algn="ctr" eaLnBrk="0" fontAlgn="t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8pPr>
            <a:lvl9pPr marL="3886200" indent="-228600" algn="ctr" eaLnBrk="0" fontAlgn="t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9pPr>
          </a:lstStyle>
          <a:p>
            <a:pPr eaLnBrk="1" hangingPunct="1"/>
            <a:fld id="{FC715CCC-6F4C-445A-8B1A-C4A8A1F3812C}" type="slidenum">
              <a:rPr lang="en-US" altLang="ko-KR" b="0">
                <a:latin typeface="굴림" pitchFamily="50" charset="-127"/>
                <a:ea typeface="굴림" pitchFamily="50" charset="-127"/>
              </a:rPr>
              <a:pPr eaLnBrk="1" hangingPunct="1"/>
              <a:t>12</a:t>
            </a:fld>
            <a:endParaRPr lang="en-US" altLang="ko-KR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4089957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메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69"/>
          <p:cNvSpPr>
            <a:spLocks noChangeShapeType="1"/>
          </p:cNvSpPr>
          <p:nvPr/>
        </p:nvSpPr>
        <p:spPr bwMode="black">
          <a:xfrm flipV="1">
            <a:off x="2019300" y="4217988"/>
            <a:ext cx="0" cy="941387"/>
          </a:xfrm>
          <a:prstGeom prst="line">
            <a:avLst/>
          </a:prstGeom>
          <a:noFill/>
          <a:ln w="12700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7938" name="Rectangle 66"/>
          <p:cNvSpPr>
            <a:spLocks noGrp="1" noChangeArrowheads="1"/>
          </p:cNvSpPr>
          <p:nvPr>
            <p:ph type="ctrTitle"/>
          </p:nvPr>
        </p:nvSpPr>
        <p:spPr>
          <a:xfrm>
            <a:off x="990600" y="2819400"/>
            <a:ext cx="7924800" cy="1144588"/>
          </a:xfrm>
          <a:ln algn="ctr"/>
        </p:spPr>
        <p:txBody>
          <a:bodyPr lIns="91440" rIns="91440" anchor="t"/>
          <a:lstStyle>
            <a:lvl1pPr>
              <a:defRPr sz="3200" b="0">
                <a:solidFill>
                  <a:schemeClr val="tx1"/>
                </a:solidFill>
                <a:latin typeface="굴림체" pitchFamily="49" charset="-127"/>
                <a:ea typeface="굴림체" pitchFamily="49" charset="-127"/>
              </a:defRPr>
            </a:lvl1pPr>
          </a:lstStyle>
          <a:p>
            <a:r>
              <a:rPr lang="en-US" altLang="en-US"/>
              <a:t>Presentation Title</a:t>
            </a:r>
          </a:p>
        </p:txBody>
      </p:sp>
      <p:sp>
        <p:nvSpPr>
          <p:cNvPr id="207939" name="Rectangle 67"/>
          <p:cNvSpPr>
            <a:spLocks noGrp="1" noChangeArrowheads="1"/>
          </p:cNvSpPr>
          <p:nvPr>
            <p:ph type="subTitle" idx="1"/>
          </p:nvPr>
        </p:nvSpPr>
        <p:spPr bwMode="black">
          <a:xfrm>
            <a:off x="2111375" y="4267200"/>
            <a:ext cx="6727825" cy="838200"/>
          </a:xfrm>
        </p:spPr>
        <p:txBody>
          <a:bodyPr lIns="91440" rIns="91440"/>
          <a:lstStyle>
            <a:lvl1pPr marL="0" indent="0">
              <a:buFont typeface="Wingdings" pitchFamily="2" charset="2"/>
              <a:buNone/>
              <a:defRPr sz="2400">
                <a:solidFill>
                  <a:schemeClr val="tx1"/>
                </a:solidFill>
                <a:latin typeface="굴림체" pitchFamily="49" charset="-127"/>
                <a:ea typeface="굴림체" pitchFamily="49" charset="-127"/>
              </a:defRPr>
            </a:lvl1pPr>
          </a:lstStyle>
          <a:p>
            <a:r>
              <a:rPr lang="en-US" altLang="en-US"/>
              <a:t>Presentation Subtitle</a:t>
            </a:r>
            <a:br>
              <a:rPr lang="en-US" altLang="en-US"/>
            </a:br>
            <a:r>
              <a:rPr lang="en-US" altLang="en-US"/>
              <a:t>Subtitle Second Line</a:t>
            </a:r>
          </a:p>
        </p:txBody>
      </p:sp>
    </p:spTree>
    <p:extLst>
      <p:ext uri="{BB962C8B-B14F-4D97-AF65-F5344CB8AC3E}">
        <p14:creationId xmlns:p14="http://schemas.microsoft.com/office/powerpoint/2010/main" val="371610884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9"/>
          <p:cNvSpPr>
            <a:spLocks noChangeArrowheads="1"/>
          </p:cNvSpPr>
          <p:nvPr userDrawn="1"/>
        </p:nvSpPr>
        <p:spPr bwMode="auto">
          <a:xfrm>
            <a:off x="0" y="-1588"/>
            <a:ext cx="9906000" cy="381001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anchor="ctr"/>
          <a:lstStyle>
            <a:lvl1pPr eaLnBrk="0" hangingPunct="0">
              <a:defRPr kumimoji="1" sz="1400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ctr" eaLnBrk="1" latinLnBrk="0" hangingPunct="1">
              <a:buFont typeface="Wingdings" pitchFamily="2" charset="2"/>
              <a:buNone/>
              <a:defRPr/>
            </a:pPr>
            <a:endParaRPr kumimoji="0" lang="ko-KR" altLang="en-US" sz="1200">
              <a:ea typeface="굴림" pitchFamily="50" charset="-127"/>
              <a:cs typeface="Arial" charset="0"/>
            </a:endParaRPr>
          </a:p>
        </p:txBody>
      </p:sp>
      <p:cxnSp>
        <p:nvCxnSpPr>
          <p:cNvPr id="5" name="직선 연결선 4"/>
          <p:cNvCxnSpPr/>
          <p:nvPr userDrawn="1"/>
        </p:nvCxnSpPr>
        <p:spPr bwMode="auto">
          <a:xfrm rot="16200000" flipH="1">
            <a:off x="2251869" y="3461544"/>
            <a:ext cx="4040187" cy="9525"/>
          </a:xfrm>
          <a:prstGeom prst="line">
            <a:avLst/>
          </a:prstGeom>
          <a:ln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Rectangle 68"/>
          <p:cNvSpPr>
            <a:spLocks noChangeArrowheads="1"/>
          </p:cNvSpPr>
          <p:nvPr userDrawn="1"/>
        </p:nvSpPr>
        <p:spPr bwMode="black">
          <a:xfrm>
            <a:off x="-534988" y="6507163"/>
            <a:ext cx="16779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r" latinLnBrk="0">
              <a:defRPr/>
            </a:pPr>
            <a:r>
              <a:rPr kumimoji="0" lang="ko-KR" altLang="en-US" b="1">
                <a:solidFill>
                  <a:srgbClr val="FFFFFF"/>
                </a:solidFill>
                <a:latin typeface="HY헤드라인M" pitchFamily="18" charset="-127"/>
                <a:ea typeface="HY헤드라인M" pitchFamily="18" charset="-127"/>
                <a:cs typeface="Arial" charset="0"/>
              </a:rPr>
              <a:t>㈜</a:t>
            </a:r>
            <a:r>
              <a:rPr kumimoji="0" lang="en-US" altLang="ko-KR" b="1">
                <a:solidFill>
                  <a:srgbClr val="FFFFFF"/>
                </a:solidFill>
                <a:latin typeface="HY헤드라인M" pitchFamily="18" charset="-127"/>
                <a:ea typeface="HY헤드라인M" pitchFamily="18" charset="-127"/>
                <a:cs typeface="Arial" charset="0"/>
              </a:rPr>
              <a:t>NS</a:t>
            </a:r>
            <a:r>
              <a:rPr kumimoji="0" lang="ko-KR" altLang="en-US" b="1">
                <a:solidFill>
                  <a:srgbClr val="FFFFFF"/>
                </a:solidFill>
                <a:latin typeface="HY헤드라인M" pitchFamily="18" charset="-127"/>
                <a:ea typeface="HY헤드라인M" pitchFamily="18" charset="-127"/>
                <a:cs typeface="Arial" charset="0"/>
              </a:rPr>
              <a:t>홈쇼핑</a:t>
            </a:r>
            <a:endParaRPr kumimoji="0" lang="en-US" altLang="en-US" b="1">
              <a:solidFill>
                <a:srgbClr val="FFFFFF"/>
              </a:solidFill>
              <a:latin typeface="HY헤드라인M" pitchFamily="18" charset="-127"/>
              <a:ea typeface="HY헤드라인M" pitchFamily="18" charset="-127"/>
              <a:cs typeface="Arial" charset="0"/>
            </a:endParaRPr>
          </a:p>
        </p:txBody>
      </p:sp>
      <p:pic>
        <p:nvPicPr>
          <p:cNvPr id="8" name="직사각형 1033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lum bright="-12000" contrast="-1000"/>
          </a:blip>
          <a:srcRect/>
          <a:stretch>
            <a:fillRect/>
          </a:stretch>
        </p:blipFill>
        <p:spPr bwMode="auto">
          <a:xfrm>
            <a:off x="8486775" y="6477000"/>
            <a:ext cx="13430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81200" y="3048000"/>
            <a:ext cx="2057400" cy="457200"/>
          </a:xfrm>
        </p:spPr>
        <p:txBody>
          <a:bodyPr/>
          <a:lstStyle>
            <a:lvl1pPr algn="ctr"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4610100" y="1447800"/>
            <a:ext cx="4076700" cy="40386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b="1">
                <a:latin typeface="굴림체" pitchFamily="49" charset="-127"/>
                <a:ea typeface="굴림체" pitchFamily="49" charset="-127"/>
              </a:defRPr>
            </a:lvl1pPr>
            <a:lvl2pPr>
              <a:defRPr>
                <a:latin typeface="굴림체" pitchFamily="49" charset="-127"/>
                <a:ea typeface="굴림체" pitchFamily="49" charset="-127"/>
              </a:defRPr>
            </a:lvl2pPr>
            <a:lvl3pPr>
              <a:defRPr>
                <a:latin typeface="굴림체" pitchFamily="49" charset="-127"/>
                <a:ea typeface="굴림체" pitchFamily="49" charset="-127"/>
              </a:defRPr>
            </a:lvl3pPr>
            <a:lvl4pPr>
              <a:defRPr>
                <a:latin typeface="굴림체" pitchFamily="49" charset="-127"/>
                <a:ea typeface="굴림체" pitchFamily="49" charset="-127"/>
              </a:defRPr>
            </a:lvl4pPr>
            <a:lvl5pPr>
              <a:defRPr>
                <a:latin typeface="굴림체" pitchFamily="49" charset="-127"/>
                <a:ea typeface="굴림체" pitchFamily="49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  <a:endParaRPr lang="en-US" altLang="ko-KR"/>
          </a:p>
          <a:p>
            <a:pPr lvl="0"/>
            <a:endParaRPr lang="ko-KR" altLang="en-US"/>
          </a:p>
        </p:txBody>
      </p:sp>
      <p:sp>
        <p:nvSpPr>
          <p:cNvPr id="9" name="슬라이드 번호 개체 틀 2"/>
          <p:cNvSpPr>
            <a:spLocks noGrp="1"/>
          </p:cNvSpPr>
          <p:nvPr>
            <p:ph type="sldNum" sz="quarter" idx="10"/>
          </p:nvPr>
        </p:nvSpPr>
        <p:spPr>
          <a:xfrm>
            <a:off x="228600" y="5791200"/>
            <a:ext cx="1090613" cy="320675"/>
          </a:xfrm>
        </p:spPr>
        <p:txBody>
          <a:bodyPr/>
          <a:lstStyle>
            <a:lvl1pPr>
              <a:defRPr/>
            </a:lvl1pPr>
          </a:lstStyle>
          <a:p>
            <a:fld id="{32E3F103-9E55-4765-BCFB-468F19EE7E4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063000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 라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 userDrawn="1"/>
        </p:nvCxnSpPr>
        <p:spPr bwMode="auto">
          <a:xfrm>
            <a:off x="447675" y="960438"/>
            <a:ext cx="8999538" cy="1587"/>
          </a:xfrm>
          <a:prstGeom prst="line">
            <a:avLst/>
          </a:prstGeom>
          <a:ln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4" name="Picture 160" descr="s-food(ci)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473825"/>
            <a:ext cx="1371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285460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8886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1-</a:t>
            </a:r>
            <a:fld id="{130A0D7F-EC79-4B91-93EA-444BF24CDC2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직사각형 4"/>
          <p:cNvSpPr/>
          <p:nvPr userDrawn="1"/>
        </p:nvSpPr>
        <p:spPr>
          <a:xfrm>
            <a:off x="194338" y="590550"/>
            <a:ext cx="9439936" cy="36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 sz="1800" b="0">
                <a:solidFill>
                  <a:prstClr val="black"/>
                </a:solidFill>
                <a:latin typeface="맑은 고딕"/>
                <a:ea typeface="맑은 고딕"/>
              </a:defRPr>
            </a:lvl1pPr>
          </a:lstStyle>
          <a:p>
            <a:pPr>
              <a:defRPr/>
            </a:pPr>
            <a:fld id="{13BF0850-5FB8-43A0-AFCC-25CFF7A2C9C1}" type="datetimeFigureOut">
              <a:rPr lang="ko-KR" altLang="en-US"/>
              <a:pPr>
                <a:defRPr/>
              </a:pPr>
              <a:t>2026-02-27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 sz="1800" b="0">
                <a:solidFill>
                  <a:prstClr val="black"/>
                </a:solidFill>
                <a:latin typeface="맑은 고딕"/>
                <a:ea typeface="맑은 고딕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8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369A9D7-EFB7-4EBE-9496-21C9F84C9F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358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 sz="1800" b="0">
                <a:solidFill>
                  <a:prstClr val="black"/>
                </a:solidFill>
                <a:latin typeface="맑은 고딕"/>
                <a:ea typeface="맑은 고딕"/>
              </a:defRPr>
            </a:lvl1pPr>
          </a:lstStyle>
          <a:p>
            <a:pPr>
              <a:defRPr/>
            </a:pPr>
            <a:fld id="{13BF0850-5FB8-43A0-AFCC-25CFF7A2C9C1}" type="datetimeFigureOut">
              <a:rPr lang="ko-KR" altLang="en-US"/>
              <a:pPr>
                <a:defRPr/>
              </a:pPr>
              <a:t>2026-02-27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 sz="1800" b="0">
                <a:solidFill>
                  <a:prstClr val="black"/>
                </a:solidFill>
                <a:latin typeface="맑은 고딕"/>
                <a:ea typeface="맑은 고딕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8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369A9D7-EFB7-4EBE-9496-21C9F84C9F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7415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 sz="1800" b="0">
                <a:solidFill>
                  <a:prstClr val="black"/>
                </a:solidFill>
                <a:latin typeface="맑은 고딕"/>
                <a:ea typeface="맑은 고딕"/>
              </a:defRPr>
            </a:lvl1pPr>
          </a:lstStyle>
          <a:p>
            <a:pPr>
              <a:defRPr/>
            </a:pPr>
            <a:fld id="{0B794B94-5CF3-44B9-AB0F-13AFCFBAA72A}" type="datetimeFigureOut">
              <a:rPr lang="ko-KR" altLang="en-US"/>
              <a:pPr>
                <a:defRPr/>
              </a:pPr>
              <a:t>2026-02-27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 sz="1800" b="0">
                <a:solidFill>
                  <a:prstClr val="black"/>
                </a:solidFill>
                <a:latin typeface="맑은 고딕"/>
                <a:ea typeface="맑은 고딕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8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3C00D507-7551-4A69-9EFC-0C043B20F6B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0016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 sz="1800" b="0">
                <a:solidFill>
                  <a:prstClr val="black"/>
                </a:solidFill>
                <a:latin typeface="맑은 고딕"/>
                <a:ea typeface="맑은 고딕"/>
              </a:defRPr>
            </a:lvl1pPr>
          </a:lstStyle>
          <a:p>
            <a:pPr>
              <a:defRPr/>
            </a:pPr>
            <a:fld id="{16C57CF1-97CA-44B0-8A47-2FF3FAC90881}" type="datetimeFigureOut">
              <a:rPr lang="ko-KR" altLang="en-US"/>
              <a:pPr>
                <a:defRPr/>
              </a:pPr>
              <a:t>2026-02-27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 sz="1800" b="0">
                <a:solidFill>
                  <a:prstClr val="black"/>
                </a:solidFill>
                <a:latin typeface="맑은 고딕"/>
                <a:ea typeface="맑은 고딕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8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C8EE924-56EB-4EBF-A88F-1540D715981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1442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 sz="1800" b="0">
                <a:solidFill>
                  <a:prstClr val="black"/>
                </a:solidFill>
                <a:latin typeface="맑은 고딕"/>
                <a:ea typeface="맑은 고딕"/>
              </a:defRPr>
            </a:lvl1pPr>
          </a:lstStyle>
          <a:p>
            <a:pPr>
              <a:defRPr/>
            </a:pPr>
            <a:fld id="{355FFFC7-1AB2-4623-A3F0-EC87A8938749}" type="datetimeFigureOut">
              <a:rPr lang="ko-KR" altLang="en-US"/>
              <a:pPr>
                <a:defRPr/>
              </a:pPr>
              <a:t>2026-02-27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 sz="1800" b="0">
                <a:solidFill>
                  <a:prstClr val="black"/>
                </a:solidFill>
                <a:latin typeface="맑은 고딕"/>
                <a:ea typeface="맑은 고딕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8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5121B54-10F1-46D1-A974-7E899E3BB4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6084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 sz="1800" b="0">
                <a:solidFill>
                  <a:prstClr val="black"/>
                </a:solidFill>
                <a:latin typeface="맑은 고딕"/>
                <a:ea typeface="맑은 고딕"/>
              </a:defRPr>
            </a:lvl1pPr>
          </a:lstStyle>
          <a:p>
            <a:pPr>
              <a:defRPr/>
            </a:pPr>
            <a:fld id="{ED24D2DB-8D25-4C60-9746-72E4B00F8DD3}" type="datetimeFigureOut">
              <a:rPr lang="ko-KR" altLang="en-US"/>
              <a:pPr>
                <a:defRPr/>
              </a:pPr>
              <a:t>2026-02-27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 sz="1800" b="0">
                <a:solidFill>
                  <a:prstClr val="black"/>
                </a:solidFill>
                <a:latin typeface="맑은 고딕"/>
                <a:ea typeface="맑은 고딕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8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BECFEA0-477E-4212-87B8-D7532D868F6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946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 sz="1800" b="0">
                <a:solidFill>
                  <a:prstClr val="black"/>
                </a:solidFill>
                <a:latin typeface="맑은 고딕"/>
                <a:ea typeface="맑은 고딕"/>
              </a:defRPr>
            </a:lvl1pPr>
          </a:lstStyle>
          <a:p>
            <a:pPr>
              <a:defRPr/>
            </a:pPr>
            <a:fld id="{4B7D8E4E-5DD6-443C-BE08-E188035C5684}" type="datetimeFigureOut">
              <a:rPr lang="ko-KR" altLang="en-US"/>
              <a:pPr>
                <a:defRPr/>
              </a:pPr>
              <a:t>2026-02-27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 sz="1800" b="0">
                <a:solidFill>
                  <a:prstClr val="black"/>
                </a:solidFill>
                <a:latin typeface="맑은 고딕"/>
                <a:ea typeface="맑은 고딕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8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2C328EC-4334-42C7-B9B6-0CB6494BC6F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7846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 sz="1800" b="0">
                <a:solidFill>
                  <a:prstClr val="black"/>
                </a:solidFill>
                <a:latin typeface="맑은 고딕"/>
                <a:ea typeface="맑은 고딕"/>
              </a:defRPr>
            </a:lvl1pPr>
          </a:lstStyle>
          <a:p>
            <a:pPr>
              <a:defRPr/>
            </a:pPr>
            <a:fld id="{9E81D7B6-030E-486A-8055-0C43DF7022C7}" type="datetimeFigureOut">
              <a:rPr lang="ko-KR" altLang="en-US"/>
              <a:pPr>
                <a:defRPr/>
              </a:pPr>
              <a:t>2026-02-27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 sz="1800" b="0">
                <a:solidFill>
                  <a:prstClr val="black"/>
                </a:solidFill>
                <a:latin typeface="맑은 고딕"/>
                <a:ea typeface="맑은 고딕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8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21291260-E8D9-46F9-BCD4-32D530B802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39419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 sz="1800" b="0">
                <a:solidFill>
                  <a:prstClr val="black"/>
                </a:solidFill>
                <a:latin typeface="맑은 고딕"/>
                <a:ea typeface="맑은 고딕"/>
              </a:defRPr>
            </a:lvl1pPr>
          </a:lstStyle>
          <a:p>
            <a:pPr>
              <a:defRPr/>
            </a:pPr>
            <a:fld id="{2DA87E7A-044C-436B-993D-DED64BBD49DC}" type="datetimeFigureOut">
              <a:rPr lang="ko-KR" altLang="en-US"/>
              <a:pPr>
                <a:defRPr/>
              </a:pPr>
              <a:t>2026-02-27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 sz="1800" b="0">
                <a:solidFill>
                  <a:prstClr val="black"/>
                </a:solidFill>
                <a:latin typeface="맑은 고딕"/>
                <a:ea typeface="맑은 고딕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8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134F435-FAD2-4FE7-8410-0C4A437F743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52408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 sz="1800" b="0">
                <a:solidFill>
                  <a:prstClr val="black"/>
                </a:solidFill>
                <a:latin typeface="맑은 고딕"/>
                <a:ea typeface="맑은 고딕"/>
              </a:defRPr>
            </a:lvl1pPr>
          </a:lstStyle>
          <a:p>
            <a:pPr>
              <a:defRPr/>
            </a:pPr>
            <a:fld id="{2B049753-FF6C-4082-BE99-0B58A5F9AC1B}" type="datetimeFigureOut">
              <a:rPr lang="ko-KR" altLang="en-US"/>
              <a:pPr>
                <a:defRPr/>
              </a:pPr>
              <a:t>2026-02-27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 sz="1800" b="0">
                <a:solidFill>
                  <a:prstClr val="black"/>
                </a:solidFill>
                <a:latin typeface="맑은 고딕"/>
                <a:ea typeface="맑은 고딕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8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2C7045D-9219-4E32-A0ED-CB7C5D37AF3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9013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 sz="1800" b="0">
                <a:solidFill>
                  <a:prstClr val="black"/>
                </a:solidFill>
                <a:latin typeface="맑은 고딕"/>
                <a:ea typeface="맑은 고딕"/>
              </a:defRPr>
            </a:lvl1pPr>
          </a:lstStyle>
          <a:p>
            <a:pPr>
              <a:defRPr/>
            </a:pPr>
            <a:fld id="{5796AEA2-49CB-4FF4-A2B6-CD863DD4AA68}" type="datetimeFigureOut">
              <a:rPr lang="ko-KR" altLang="en-US"/>
              <a:pPr>
                <a:defRPr/>
              </a:pPr>
              <a:t>2026-02-27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 sz="1800" b="0">
                <a:solidFill>
                  <a:prstClr val="black"/>
                </a:solidFill>
                <a:latin typeface="맑은 고딕"/>
                <a:ea typeface="맑은 고딕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8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3FD26EF-79BD-4A07-9019-F1AF900E22D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4900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 sz="1800" b="0">
                <a:solidFill>
                  <a:prstClr val="black"/>
                </a:solidFill>
                <a:latin typeface="맑은 고딕"/>
                <a:ea typeface="맑은 고딕"/>
              </a:defRPr>
            </a:lvl1pPr>
          </a:lstStyle>
          <a:p>
            <a:pPr>
              <a:defRPr/>
            </a:pPr>
            <a:fld id="{09E1BF88-5BE0-4006-A2EC-7DBFB66E69C7}" type="datetimeFigureOut">
              <a:rPr lang="ko-KR" altLang="en-US"/>
              <a:pPr>
                <a:defRPr/>
              </a:pPr>
              <a:t>2026-02-27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 sz="1800" b="0">
                <a:solidFill>
                  <a:prstClr val="black"/>
                </a:solidFill>
                <a:latin typeface="맑은 고딕"/>
                <a:ea typeface="맑은 고딕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8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AB0E817-E470-4871-924B-48CD2596A78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3256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522288"/>
            <a:ext cx="8915400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143000"/>
            <a:ext cx="89154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/>
              <a:t>Level One Text</a:t>
            </a:r>
          </a:p>
          <a:p>
            <a:pPr lvl="1"/>
            <a:r>
              <a:rPr lang="en-GB" altLang="ko-KR"/>
              <a:t>Level Two Text</a:t>
            </a:r>
          </a:p>
          <a:p>
            <a:pPr lvl="2"/>
            <a:r>
              <a:rPr lang="en-GB" altLang="ko-KR"/>
              <a:t>Level Three Text</a:t>
            </a:r>
          </a:p>
          <a:p>
            <a:pPr lvl="3"/>
            <a:r>
              <a:rPr lang="en-GB" altLang="ko-KR"/>
              <a:t>Level Four Text</a:t>
            </a:r>
          </a:p>
          <a:p>
            <a:pPr lvl="4"/>
            <a:r>
              <a:rPr lang="en-GB" altLang="ko-KR"/>
              <a:t>Level Five Text</a:t>
            </a:r>
          </a:p>
        </p:txBody>
      </p:sp>
      <p:sp>
        <p:nvSpPr>
          <p:cNvPr id="18" name="Rectangle 30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349568" y="6505973"/>
            <a:ext cx="1090612" cy="320675"/>
          </a:xfrm>
          <a:prstGeom prst="rect">
            <a:avLst/>
          </a:prstGeom>
          <a:ln algn="ctr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latinLnBrk="0">
              <a:spcBef>
                <a:spcPct val="50000"/>
              </a:spcBef>
              <a:defRPr kumimoji="0" sz="1200" b="1">
                <a:solidFill>
                  <a:srgbClr val="FFFFFF"/>
                </a:solidFill>
                <a:ea typeface="굴림체" panose="020B0609000101010101" pitchFamily="49" charset="-127"/>
              </a:defRPr>
            </a:lvl1pPr>
          </a:lstStyle>
          <a:p>
            <a:fld id="{E475FF29-D6F8-4627-B43D-E26CC6AC6180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5" name="그림 4" descr="바닥라인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6" y="6309320"/>
            <a:ext cx="9883028" cy="6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2"/>
          <p:cNvSpPr txBox="1">
            <a:spLocks noChangeArrowheads="1"/>
          </p:cNvSpPr>
          <p:nvPr userDrawn="1"/>
        </p:nvSpPr>
        <p:spPr bwMode="auto">
          <a:xfrm>
            <a:off x="4381526" y="6548835"/>
            <a:ext cx="1143000" cy="277813"/>
          </a:xfrm>
          <a:prstGeom prst="rect">
            <a:avLst/>
          </a:prstGeom>
        </p:spPr>
        <p:txBody>
          <a:bodyPr/>
          <a:lstStyle/>
          <a:p>
            <a:pPr algn="ctr" latinLnBrk="0">
              <a:buClr>
                <a:srgbClr val="FFFFFF"/>
              </a:buClr>
              <a:buSzPct val="80000"/>
              <a:buFont typeface="Wingdings" pitchFamily="2" charset="2"/>
              <a:buNone/>
              <a:defRPr/>
            </a:pPr>
            <a:fld id="{9AC2D801-B651-4EDD-B524-3ECE3C16DC89}" type="slidenum">
              <a:rPr kumimoji="0" lang="en-US" altLang="ko-KR" sz="1000" smtClean="0">
                <a:solidFill>
                  <a:srgbClr val="000000">
                    <a:lumMod val="65000"/>
                    <a:lumOff val="35000"/>
                  </a:srgbClr>
                </a:solidFill>
                <a:latin typeface="나눔고딕 Bold" pitchFamily="50" charset="-127"/>
                <a:ea typeface="나눔고딕 Bold" pitchFamily="50" charset="-127"/>
              </a:rPr>
              <a:pPr algn="ctr" latinLnBrk="0">
                <a:buClr>
                  <a:srgbClr val="FFFFFF"/>
                </a:buClr>
                <a:buSzPct val="80000"/>
                <a:buFont typeface="Wingdings" pitchFamily="2" charset="2"/>
                <a:buNone/>
                <a:defRPr/>
              </a:pPr>
              <a:t>‹#›</a:t>
            </a:fld>
            <a:endParaRPr kumimoji="0" lang="en-US" altLang="ko-KR" sz="1000" dirty="0">
              <a:solidFill>
                <a:srgbClr val="000000">
                  <a:lumMod val="65000"/>
                  <a:lumOff val="35000"/>
                </a:srgb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pic>
        <p:nvPicPr>
          <p:cNvPr id="8" name="Picture 2" descr="C:\Users\jang\Desktop\코비젼로고.png"/>
          <p:cNvPicPr>
            <a:picLocks noChangeAspect="1" noChangeArrowheads="1"/>
          </p:cNvPicPr>
          <p:nvPr userDrawn="1"/>
        </p:nvPicPr>
        <p:blipFill>
          <a:blip r:embed="rId7" cstate="print"/>
          <a:stretch>
            <a:fillRect/>
          </a:stretch>
        </p:blipFill>
        <p:spPr bwMode="auto">
          <a:xfrm>
            <a:off x="49368" y="6525344"/>
            <a:ext cx="1015200" cy="26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A2AD42A-CE62-48D6-9626-DD5092F9910F}"/>
              </a:ext>
            </a:extLst>
          </p:cNvPr>
          <p:cNvPicPr/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3834" y="6581474"/>
            <a:ext cx="949325" cy="153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863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6" r:id="rId1"/>
    <p:sldLayoutId id="2147483977" r:id="rId2"/>
    <p:sldLayoutId id="2147483978" r:id="rId3"/>
    <p:sldLayoutId id="2147483979" r:id="rId4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굴림체" pitchFamily="49" charset="-127"/>
          <a:ea typeface="굴림체" pitchFamily="49" charset="-127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굴림체" pitchFamily="49" charset="-127"/>
          <a:ea typeface="굴림체" pitchFamily="49" charset="-127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굴림체" pitchFamily="49" charset="-127"/>
          <a:ea typeface="굴림체" pitchFamily="49" charset="-127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굴림체" pitchFamily="49" charset="-127"/>
          <a:ea typeface="굴림체" pitchFamily="49" charset="-127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200" b="1">
          <a:solidFill>
            <a:schemeClr val="accent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200" b="1">
          <a:solidFill>
            <a:schemeClr val="accent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200" b="1">
          <a:solidFill>
            <a:schemeClr val="accent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200" b="1">
          <a:solidFill>
            <a:schemeClr val="accent1"/>
          </a:solidFill>
          <a:latin typeface="Arial" charset="0"/>
          <a:cs typeface="Arial" charset="0"/>
        </a:defRPr>
      </a:lvl9pPr>
    </p:titleStyle>
    <p:bodyStyle>
      <a:lvl1pPr marL="192088" indent="-192088" algn="l" rtl="0" eaLnBrk="0" fontAlgn="base" hangingPunct="0">
        <a:lnSpc>
          <a:spcPct val="104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185738" algn="l" rtl="0" eaLnBrk="0" fontAlgn="base" hangingPunct="0">
        <a:lnSpc>
          <a:spcPct val="104000"/>
        </a:lnSpc>
        <a:spcBef>
          <a:spcPct val="20000"/>
        </a:spcBef>
        <a:spcAft>
          <a:spcPct val="0"/>
        </a:spcAft>
        <a:buClr>
          <a:schemeClr val="tx1"/>
        </a:buClr>
        <a:buSzPct val="70000"/>
        <a:buFont typeface="SimSun" panose="02010600030101010101" pitchFamily="2" charset="-122"/>
        <a:buChar char="-"/>
        <a:defRPr sz="1600">
          <a:solidFill>
            <a:schemeClr val="tx1"/>
          </a:solidFill>
          <a:latin typeface="+mn-lt"/>
          <a:ea typeface="+mn-ea"/>
          <a:cs typeface="+mn-cs"/>
        </a:defRPr>
      </a:lvl2pPr>
      <a:lvl3pPr marL="768350" indent="-193675" algn="l" rtl="0" eaLnBrk="0" fontAlgn="base" hangingPunct="0">
        <a:lnSpc>
          <a:spcPct val="104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 sz="1400">
          <a:solidFill>
            <a:schemeClr val="tx1"/>
          </a:solidFill>
          <a:latin typeface="+mn-lt"/>
          <a:ea typeface="+mn-ea"/>
          <a:cs typeface="+mn-cs"/>
        </a:defRPr>
      </a:lvl3pPr>
      <a:lvl4pPr marL="1052513" indent="-180975" algn="l" rtl="0" eaLnBrk="0" fontAlgn="base" hangingPunct="0">
        <a:lnSpc>
          <a:spcPct val="104000"/>
        </a:lnSpc>
        <a:spcBef>
          <a:spcPct val="20000"/>
        </a:spcBef>
        <a:spcAft>
          <a:spcPct val="0"/>
        </a:spcAft>
        <a:buClr>
          <a:schemeClr val="tx1"/>
        </a:buClr>
        <a:buFont typeface="SimSun" panose="02010600030101010101" pitchFamily="2" charset="-122"/>
        <a:buChar char="-"/>
        <a:defRPr sz="1200">
          <a:solidFill>
            <a:schemeClr val="tx1"/>
          </a:solidFill>
          <a:latin typeface="+mn-lt"/>
          <a:ea typeface="+mn-ea"/>
          <a:cs typeface="+mn-cs"/>
        </a:defRPr>
      </a:lvl4pPr>
      <a:lvl5pPr marL="1381125" indent="-146050" algn="l" rtl="0" eaLnBrk="0" fontAlgn="base" hangingPunct="0">
        <a:lnSpc>
          <a:spcPct val="104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 sz="1000">
          <a:solidFill>
            <a:schemeClr val="tx1"/>
          </a:solidFill>
          <a:latin typeface="+mn-lt"/>
          <a:ea typeface="+mn-ea"/>
          <a:cs typeface="+mn-cs"/>
        </a:defRPr>
      </a:lvl5pPr>
      <a:lvl6pPr marL="1838325" indent="-146050" algn="l" rtl="0" fontAlgn="base">
        <a:lnSpc>
          <a:spcPct val="104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000">
          <a:solidFill>
            <a:schemeClr val="tx1"/>
          </a:solidFill>
          <a:latin typeface="+mn-lt"/>
          <a:cs typeface="+mn-cs"/>
        </a:defRPr>
      </a:lvl6pPr>
      <a:lvl7pPr marL="2295525" indent="-146050" algn="l" rtl="0" fontAlgn="base">
        <a:lnSpc>
          <a:spcPct val="104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000">
          <a:solidFill>
            <a:schemeClr val="tx1"/>
          </a:solidFill>
          <a:latin typeface="+mn-lt"/>
          <a:cs typeface="+mn-cs"/>
        </a:defRPr>
      </a:lvl7pPr>
      <a:lvl8pPr marL="2752725" indent="-146050" algn="l" rtl="0" fontAlgn="base">
        <a:lnSpc>
          <a:spcPct val="104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000">
          <a:solidFill>
            <a:schemeClr val="tx1"/>
          </a:solidFill>
          <a:latin typeface="+mn-lt"/>
          <a:cs typeface="+mn-cs"/>
        </a:defRPr>
      </a:lvl8pPr>
      <a:lvl9pPr marL="3209925" indent="-146050" algn="l" rtl="0" fontAlgn="base">
        <a:lnSpc>
          <a:spcPct val="104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4"/>
          <p:cNvSpPr>
            <a:spLocks noChangeArrowheads="1"/>
          </p:cNvSpPr>
          <p:nvPr userDrawn="1"/>
        </p:nvSpPr>
        <p:spPr bwMode="auto">
          <a:xfrm>
            <a:off x="403225" y="76200"/>
            <a:ext cx="8264525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latinLnBrk="0">
              <a:lnSpc>
                <a:spcPct val="90000"/>
              </a:lnSpc>
              <a:defRPr/>
            </a:pPr>
            <a:endParaRPr kumimoji="0" lang="ko-KR" altLang="en-US" sz="2800">
              <a:solidFill>
                <a:schemeClr val="bg1"/>
              </a:solidFill>
              <a:ea typeface="가는각진제목체" pitchFamily="18" charset="-127"/>
            </a:endParaRPr>
          </a:p>
        </p:txBody>
      </p:sp>
      <p:sp>
        <p:nvSpPr>
          <p:cNvPr id="1031" name="Rectangle 24" descr="좁은 수평선"/>
          <p:cNvSpPr>
            <a:spLocks noChangeArrowheads="1"/>
          </p:cNvSpPr>
          <p:nvPr userDrawn="1"/>
        </p:nvSpPr>
        <p:spPr bwMode="auto">
          <a:xfrm>
            <a:off x="0" y="6381750"/>
            <a:ext cx="9906000" cy="53975"/>
          </a:xfrm>
          <a:prstGeom prst="rect">
            <a:avLst/>
          </a:prstGeom>
          <a:pattFill prst="narHorz">
            <a:fgClr>
              <a:srgbClr val="C0C0C0"/>
            </a:fgClr>
            <a:bgClr>
              <a:schemeClr val="bg1"/>
            </a:bgClr>
          </a:patt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latinLnBrk="0">
              <a:buFontTx/>
              <a:buChar char="•"/>
              <a:defRPr/>
            </a:pPr>
            <a:endParaRPr kumimoji="0" lang="en-IE" altLang="ko-KR">
              <a:ea typeface="가는각진제목체" pitchFamily="18" charset="-127"/>
            </a:endParaRPr>
          </a:p>
        </p:txBody>
      </p:sp>
      <p:sp>
        <p:nvSpPr>
          <p:cNvPr id="207899" name="Rectangle 2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089400" y="6524625"/>
            <a:ext cx="1685925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0" latinLnBrk="0" hangingPunct="0">
              <a:buFontTx/>
              <a:buNone/>
              <a:defRPr kumimoji="0">
                <a:ea typeface="가는각진제목체" pitchFamily="18" charset="-127"/>
              </a:defRPr>
            </a:lvl1pPr>
          </a:lstStyle>
          <a:p>
            <a:pPr>
              <a:defRPr/>
            </a:pPr>
            <a:r>
              <a:rPr lang="en-US" altLang="ko-KR"/>
              <a:t>2-</a:t>
            </a:r>
            <a:fld id="{B3B0342A-3E13-4AE1-B618-AAA614C9D66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pic>
        <p:nvPicPr>
          <p:cNvPr id="7" name="Picture 2" descr="C:\Users\jang\Desktop\코비젼로고.png"/>
          <p:cNvPicPr>
            <a:picLocks noChangeAspect="1" noChangeArrowheads="1"/>
          </p:cNvPicPr>
          <p:nvPr userDrawn="1"/>
        </p:nvPicPr>
        <p:blipFill>
          <a:blip r:embed="rId5" cstate="print"/>
          <a:stretch>
            <a:fillRect/>
          </a:stretch>
        </p:blipFill>
        <p:spPr bwMode="auto">
          <a:xfrm>
            <a:off x="127745" y="6524625"/>
            <a:ext cx="1015200" cy="26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A2AD42A-CE62-48D6-9626-DD5092F9910F}"/>
              </a:ext>
            </a:extLst>
          </p:cNvPr>
          <p:cNvPicPr/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8930" y="6562766"/>
            <a:ext cx="949325" cy="15367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59" r:id="rId1"/>
    <p:sldLayoutId id="2147483961" r:id="rId2"/>
    <p:sldLayoutId id="2147483962" r:id="rId3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Optima" pitchFamily="2" charset="2"/>
          <a:ea typeface="가는각진제목체" pitchFamily="18" charset="-127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Optima" pitchFamily="2" charset="2"/>
          <a:ea typeface="가는각진제목체" pitchFamily="18" charset="-127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Optima" pitchFamily="2" charset="2"/>
          <a:ea typeface="가는각진제목체" pitchFamily="18" charset="-127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Optima" pitchFamily="2" charset="2"/>
          <a:ea typeface="가는각진제목체" pitchFamily="18" charset="-127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Optima" pitchFamily="2" charset="2"/>
          <a:ea typeface="가는각진제목체" pitchFamily="18" charset="-127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Optima" pitchFamily="2" charset="2"/>
          <a:ea typeface="가는각진제목체" pitchFamily="18" charset="-127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Optima" pitchFamily="2" charset="2"/>
          <a:ea typeface="가는각진제목체" pitchFamily="18" charset="-127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Optima" pitchFamily="2" charset="2"/>
          <a:ea typeface="가는각진제목체" pitchFamily="18" charset="-127"/>
        </a:defRPr>
      </a:lvl9pPr>
    </p:titleStyle>
    <p:bodyStyle>
      <a:lvl1pPr marL="342900" indent="-342900" algn="l" rtl="0" eaLnBrk="0" fontAlgn="base" hangingPunct="0">
        <a:spcBef>
          <a:spcPct val="30000"/>
        </a:spcBef>
        <a:spcAft>
          <a:spcPct val="10000"/>
        </a:spcAft>
        <a:buClr>
          <a:srgbClr val="B2B3B5"/>
        </a:buClr>
        <a:buSzPct val="75000"/>
        <a:defRPr sz="14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28600" algn="l" rtl="0" eaLnBrk="0" fontAlgn="base" hangingPunct="0">
        <a:lnSpc>
          <a:spcPct val="90000"/>
        </a:lnSpc>
        <a:spcBef>
          <a:spcPct val="10000"/>
        </a:spcBef>
        <a:spcAft>
          <a:spcPct val="10000"/>
        </a:spcAft>
        <a:buClr>
          <a:srgbClr val="B2B3B5"/>
        </a:buClr>
        <a:buFont typeface="Arial" pitchFamily="34" charset="0"/>
        <a:buChar char="−"/>
        <a:defRPr sz="1600">
          <a:solidFill>
            <a:schemeClr val="tx1"/>
          </a:solidFill>
          <a:latin typeface="+mn-lt"/>
          <a:ea typeface="+mn-ea"/>
        </a:defRPr>
      </a:lvl2pPr>
      <a:lvl3pPr marL="914400" indent="-228600" algn="l" rtl="0" eaLnBrk="0" fontAlgn="base" hangingPunct="0">
        <a:lnSpc>
          <a:spcPct val="90000"/>
        </a:lnSpc>
        <a:spcBef>
          <a:spcPct val="10000"/>
        </a:spcBef>
        <a:spcAft>
          <a:spcPct val="10000"/>
        </a:spcAft>
        <a:buClr>
          <a:srgbClr val="B2B3B5"/>
        </a:buClr>
        <a:buChar char="•"/>
        <a:defRPr sz="1400">
          <a:solidFill>
            <a:schemeClr val="tx1"/>
          </a:solidFill>
          <a:latin typeface="+mn-lt"/>
          <a:ea typeface="+mn-ea"/>
        </a:defRPr>
      </a:lvl3pPr>
      <a:lvl4pPr marL="1257300" indent="-228600" algn="l" rtl="0" eaLnBrk="0" fontAlgn="base" hangingPunct="0">
        <a:lnSpc>
          <a:spcPct val="90000"/>
        </a:lnSpc>
        <a:spcBef>
          <a:spcPct val="10000"/>
        </a:spcBef>
        <a:spcAft>
          <a:spcPct val="10000"/>
        </a:spcAft>
        <a:buClr>
          <a:srgbClr val="B2B3B5"/>
        </a:buClr>
        <a:buFont typeface="Arial" pitchFamily="34" charset="0"/>
        <a:buChar char="−"/>
        <a:defRPr sz="1400">
          <a:solidFill>
            <a:schemeClr val="tx1"/>
          </a:solidFill>
          <a:latin typeface="+mn-lt"/>
          <a:ea typeface="+mn-ea"/>
        </a:defRPr>
      </a:lvl4pPr>
      <a:lvl5pPr marL="1600200" indent="-228600" algn="l" rtl="0" eaLnBrk="0" fontAlgn="base" hangingPunct="0">
        <a:lnSpc>
          <a:spcPct val="90000"/>
        </a:lnSpc>
        <a:spcBef>
          <a:spcPct val="10000"/>
        </a:spcBef>
        <a:spcAft>
          <a:spcPct val="10000"/>
        </a:spcAft>
        <a:buClr>
          <a:srgbClr val="B2B3B5"/>
        </a:buClr>
        <a:buChar char="•"/>
        <a:defRPr sz="1400">
          <a:solidFill>
            <a:schemeClr val="tx1"/>
          </a:solidFill>
          <a:latin typeface="+mn-lt"/>
          <a:ea typeface="+mn-ea"/>
        </a:defRPr>
      </a:lvl5pPr>
      <a:lvl6pPr marL="2057400" indent="-228600" algn="l" rtl="0" fontAlgn="base">
        <a:lnSpc>
          <a:spcPct val="90000"/>
        </a:lnSpc>
        <a:spcBef>
          <a:spcPct val="10000"/>
        </a:spcBef>
        <a:spcAft>
          <a:spcPct val="10000"/>
        </a:spcAft>
        <a:buClr>
          <a:srgbClr val="B2B3B5"/>
        </a:buClr>
        <a:buChar char="•"/>
        <a:defRPr sz="1400">
          <a:solidFill>
            <a:schemeClr val="tx1"/>
          </a:solidFill>
          <a:latin typeface="+mn-lt"/>
          <a:ea typeface="+mn-ea"/>
        </a:defRPr>
      </a:lvl6pPr>
      <a:lvl7pPr marL="2514600" indent="-228600" algn="l" rtl="0" fontAlgn="base">
        <a:lnSpc>
          <a:spcPct val="90000"/>
        </a:lnSpc>
        <a:spcBef>
          <a:spcPct val="10000"/>
        </a:spcBef>
        <a:spcAft>
          <a:spcPct val="10000"/>
        </a:spcAft>
        <a:buClr>
          <a:srgbClr val="B2B3B5"/>
        </a:buClr>
        <a:buChar char="•"/>
        <a:defRPr sz="1400">
          <a:solidFill>
            <a:schemeClr val="tx1"/>
          </a:solidFill>
          <a:latin typeface="+mn-lt"/>
          <a:ea typeface="+mn-ea"/>
        </a:defRPr>
      </a:lvl7pPr>
      <a:lvl8pPr marL="2971800" indent="-228600" algn="l" rtl="0" fontAlgn="base">
        <a:lnSpc>
          <a:spcPct val="90000"/>
        </a:lnSpc>
        <a:spcBef>
          <a:spcPct val="10000"/>
        </a:spcBef>
        <a:spcAft>
          <a:spcPct val="10000"/>
        </a:spcAft>
        <a:buClr>
          <a:srgbClr val="B2B3B5"/>
        </a:buClr>
        <a:buChar char="•"/>
        <a:defRPr sz="1400">
          <a:solidFill>
            <a:schemeClr val="tx1"/>
          </a:solidFill>
          <a:latin typeface="+mn-lt"/>
          <a:ea typeface="+mn-ea"/>
        </a:defRPr>
      </a:lvl8pPr>
      <a:lvl9pPr marL="3429000" indent="-228600" algn="l" rtl="0" fontAlgn="base">
        <a:lnSpc>
          <a:spcPct val="90000"/>
        </a:lnSpc>
        <a:spcBef>
          <a:spcPct val="10000"/>
        </a:spcBef>
        <a:spcAft>
          <a:spcPct val="10000"/>
        </a:spcAft>
        <a:buClr>
          <a:srgbClr val="B2B3B5"/>
        </a:buClr>
        <a:buChar char="•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그림 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175"/>
            <a:ext cx="9906000" cy="688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1328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4" r:id="rId1"/>
    <p:sldLayoutId id="2147483965" r:id="rId2"/>
    <p:sldLayoutId id="2147483966" r:id="rId3"/>
    <p:sldLayoutId id="2147483967" r:id="rId4"/>
    <p:sldLayoutId id="2147483968" r:id="rId5"/>
    <p:sldLayoutId id="2147483969" r:id="rId6"/>
    <p:sldLayoutId id="2147483970" r:id="rId7"/>
    <p:sldLayoutId id="2147483971" r:id="rId8"/>
    <p:sldLayoutId id="2147483972" r:id="rId9"/>
    <p:sldLayoutId id="2147483973" r:id="rId10"/>
    <p:sldLayoutId id="2147483974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8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jpeg"/><Relationship Id="rId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4"/>
          <p:cNvSpPr txBox="1">
            <a:spLocks noChangeArrowheads="1"/>
          </p:cNvSpPr>
          <p:nvPr/>
        </p:nvSpPr>
        <p:spPr bwMode="auto">
          <a:xfrm>
            <a:off x="908050" y="1747642"/>
            <a:ext cx="8148638" cy="706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tIns="18000" bIns="18000" anchor="ctr"/>
          <a:lstStyle/>
          <a:p>
            <a:pPr algn="ctr" latinLnBrk="0">
              <a:defRPr/>
            </a:pPr>
            <a:r>
              <a:rPr kumimoji="0" lang="en-US" altLang="ko-KR" sz="28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[</a:t>
            </a:r>
            <a:r>
              <a:rPr kumimoji="0" lang="ko-KR" altLang="en-US" sz="2800" b="1" kern="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고객사</a:t>
            </a:r>
            <a:r>
              <a:rPr kumimoji="0" lang="en-US" altLang="ko-KR" sz="28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] </a:t>
            </a:r>
            <a:r>
              <a:rPr kumimoji="0" lang="ko-KR" altLang="en-US" sz="28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그룹웨어 구축 프로젝트 </a:t>
            </a:r>
            <a:endParaRPr kumimoji="0" lang="en-US" altLang="ko-KR" sz="2800" b="1" kern="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defRPr/>
            </a:pPr>
            <a:r>
              <a:rPr kumimoji="0" lang="ko-KR" altLang="en-US" sz="2800" b="1" kern="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완료보고</a:t>
            </a:r>
            <a:endParaRPr kumimoji="0" lang="en-US" altLang="ko-KR" sz="2800" b="1" kern="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Line 23"/>
          <p:cNvSpPr>
            <a:spLocks noChangeShapeType="1"/>
          </p:cNvSpPr>
          <p:nvPr/>
        </p:nvSpPr>
        <p:spPr bwMode="auto">
          <a:xfrm flipV="1">
            <a:off x="924404" y="2604898"/>
            <a:ext cx="8172000" cy="9525"/>
          </a:xfrm>
          <a:prstGeom prst="line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269" y="260648"/>
            <a:ext cx="1230269" cy="70819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11941" y="5467871"/>
            <a:ext cx="188211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+mn-ea"/>
                <a:ea typeface="+mn-ea"/>
              </a:rPr>
              <a:t>YYYY.MM.DD</a:t>
            </a:r>
          </a:p>
          <a:p>
            <a:pPr algn="ctr"/>
            <a:endParaRPr lang="en-US" altLang="ko-KR" sz="1400" dirty="0">
              <a:latin typeface="+mn-ea"/>
              <a:ea typeface="+mn-ea"/>
            </a:endParaRPr>
          </a:p>
          <a:p>
            <a:pPr algn="ctr"/>
            <a:r>
              <a:rPr lang="ko-KR" altLang="en-US" sz="1600" dirty="0">
                <a:latin typeface="+mn-ea"/>
                <a:ea typeface="+mn-ea"/>
              </a:rPr>
              <a:t>그룹웨어 구축 </a:t>
            </a:r>
            <a:r>
              <a:rPr lang="en-US" altLang="ko-KR" sz="1600" dirty="0">
                <a:latin typeface="+mn-ea"/>
                <a:ea typeface="+mn-ea"/>
              </a:rPr>
              <a:t>TFT</a:t>
            </a:r>
            <a:endParaRPr lang="ko-KR" altLang="en-US" sz="1600" dirty="0">
              <a:latin typeface="+mn-ea"/>
              <a:ea typeface="+mn-ea"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/>
          </p:nvPr>
        </p:nvGraphicFramePr>
        <p:xfrm>
          <a:off x="2972780" y="3048298"/>
          <a:ext cx="4140000" cy="1676846"/>
        </p:xfrm>
        <a:graphic>
          <a:graphicData uri="http://schemas.openxmlformats.org/drawingml/2006/table">
            <a:tbl>
              <a:tblPr/>
              <a:tblGrid>
                <a:gridCol w="82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6865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수행사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고객사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46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</a:rPr>
                        <a:t>작성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검토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승인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검토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승인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성명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직급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성명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직급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성명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직급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성명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직급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성명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직급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840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71907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roup 304"/>
          <p:cNvGraphicFramePr>
            <a:graphicFrameLocks noGrp="1"/>
          </p:cNvGraphicFramePr>
          <p:nvPr>
            <p:extLst/>
          </p:nvPr>
        </p:nvGraphicFramePr>
        <p:xfrm>
          <a:off x="388785" y="680953"/>
          <a:ext cx="9126001" cy="3709990"/>
        </p:xfrm>
        <a:graphic>
          <a:graphicData uri="http://schemas.openxmlformats.org/drawingml/2006/table">
            <a:tbl>
              <a:tblPr/>
              <a:tblGrid>
                <a:gridCol w="1021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2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16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제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개정 페이지 및 내용</a:t>
                      </a: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개정일자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1.0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초안 작성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PM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YYYY.MM.DD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388784" y="5478323"/>
            <a:ext cx="912600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+mn-ea"/>
                <a:ea typeface="+mn-ea"/>
              </a:rPr>
              <a:t>[ </a:t>
            </a:r>
            <a:r>
              <a:rPr lang="ko-KR" altLang="en-US" sz="1200" b="1" dirty="0">
                <a:latin typeface="+mn-ea"/>
                <a:ea typeface="+mn-ea"/>
              </a:rPr>
              <a:t>소유권 정보 </a:t>
            </a:r>
            <a:r>
              <a:rPr lang="en-US" altLang="ko-KR" sz="1200" b="1" dirty="0">
                <a:latin typeface="+mn-ea"/>
                <a:ea typeface="+mn-ea"/>
              </a:rPr>
              <a:t>]</a:t>
            </a:r>
            <a:endParaRPr lang="ko-KR" altLang="en-US" sz="1200" b="1" dirty="0">
              <a:latin typeface="+mn-ea"/>
              <a:ea typeface="+mn-ea"/>
            </a:endParaRPr>
          </a:p>
          <a:p>
            <a:r>
              <a:rPr lang="ko-KR" altLang="en-US" sz="1200" i="1" dirty="0">
                <a:latin typeface="+mn-ea"/>
                <a:ea typeface="+mn-ea"/>
              </a:rPr>
              <a:t>본 문서는 </a:t>
            </a:r>
            <a:r>
              <a:rPr lang="ko-KR" altLang="en-US" sz="1200" i="1" dirty="0" err="1">
                <a:latin typeface="+mn-ea"/>
                <a:ea typeface="+mn-ea"/>
              </a:rPr>
              <a:t>코비젼이</a:t>
            </a:r>
            <a:r>
              <a:rPr lang="ko-KR" altLang="en-US" sz="1200" i="1" dirty="0">
                <a:latin typeface="+mn-ea"/>
                <a:ea typeface="+mn-ea"/>
              </a:rPr>
              <a:t> [</a:t>
            </a:r>
            <a:r>
              <a:rPr lang="ko-KR" altLang="en-US" sz="1200" i="1" dirty="0" err="1">
                <a:latin typeface="+mn-ea"/>
                <a:ea typeface="+mn-ea"/>
              </a:rPr>
              <a:t>고객사</a:t>
            </a:r>
            <a:r>
              <a:rPr lang="ko-KR" altLang="en-US" sz="1200" i="1" dirty="0">
                <a:latin typeface="+mn-ea"/>
                <a:ea typeface="+mn-ea"/>
              </a:rPr>
              <a:t>]에 제출하는 프로젝트 산출물의 하나이므로, 이 문서의 소유권은 원칙적으로 [</a:t>
            </a:r>
            <a:r>
              <a:rPr lang="ko-KR" altLang="en-US" sz="1200" i="1" dirty="0" err="1">
                <a:latin typeface="+mn-ea"/>
                <a:ea typeface="+mn-ea"/>
              </a:rPr>
              <a:t>고객사</a:t>
            </a:r>
            <a:r>
              <a:rPr lang="ko-KR" altLang="en-US" sz="1200" i="1" dirty="0">
                <a:latin typeface="+mn-ea"/>
                <a:ea typeface="+mn-ea"/>
              </a:rPr>
              <a:t>]에 있습니다. 그러나 문서의 형태 및 </a:t>
            </a:r>
            <a:r>
              <a:rPr lang="ko-KR" altLang="en-US" sz="1200" i="1" dirty="0" err="1">
                <a:latin typeface="+mn-ea"/>
                <a:ea typeface="+mn-ea"/>
              </a:rPr>
              <a:t>내용구성은</a:t>
            </a:r>
            <a:r>
              <a:rPr lang="ko-KR" altLang="en-US" sz="1200" i="1" dirty="0">
                <a:latin typeface="+mn-ea"/>
                <a:ea typeface="+mn-ea"/>
              </a:rPr>
              <a:t> </a:t>
            </a:r>
            <a:r>
              <a:rPr lang="ko-KR" altLang="en-US" sz="1200" i="1" dirty="0" err="1">
                <a:latin typeface="+mn-ea"/>
                <a:ea typeface="+mn-ea"/>
              </a:rPr>
              <a:t>코비젼의</a:t>
            </a:r>
            <a:r>
              <a:rPr lang="ko-KR" altLang="en-US" sz="1200" i="1" dirty="0">
                <a:latin typeface="+mn-ea"/>
                <a:ea typeface="+mn-ea"/>
              </a:rPr>
              <a:t> 지적 자산이므로 [</a:t>
            </a:r>
            <a:r>
              <a:rPr lang="ko-KR" altLang="en-US" sz="1200" i="1" dirty="0" err="1">
                <a:latin typeface="+mn-ea"/>
                <a:ea typeface="+mn-ea"/>
              </a:rPr>
              <a:t>고객사</a:t>
            </a:r>
            <a:r>
              <a:rPr lang="ko-KR" altLang="en-US" sz="1200" i="1" dirty="0">
                <a:latin typeface="+mn-ea"/>
                <a:ea typeface="+mn-ea"/>
              </a:rPr>
              <a:t>]가 이 문서를 다른 용도로 임의로 변경하여 사용할 수 없음을 주지하시기 바랍니다.</a:t>
            </a:r>
          </a:p>
        </p:txBody>
      </p:sp>
      <p:sp>
        <p:nvSpPr>
          <p:cNvPr id="9" name="제목 3"/>
          <p:cNvSpPr txBox="1">
            <a:spLocks/>
          </p:cNvSpPr>
          <p:nvPr/>
        </p:nvSpPr>
        <p:spPr>
          <a:xfrm>
            <a:off x="0" y="0"/>
            <a:ext cx="6537176" cy="428604"/>
          </a:xfrm>
          <a:prstGeom prst="rect">
            <a:avLst/>
          </a:prstGeom>
        </p:spPr>
        <p:txBody>
          <a:bodyPr anchor="ctr"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문서 버전 이력</a:t>
            </a:r>
          </a:p>
        </p:txBody>
      </p:sp>
      <p:sp>
        <p:nvSpPr>
          <p:cNvPr id="10" name="직사각형 9"/>
          <p:cNvSpPr/>
          <p:nvPr/>
        </p:nvSpPr>
        <p:spPr>
          <a:xfrm flipV="1">
            <a:off x="0" y="428625"/>
            <a:ext cx="9906000" cy="46038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0800000" scaled="1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 dirty="0"/>
          </a:p>
        </p:txBody>
      </p:sp>
      <p:sp>
        <p:nvSpPr>
          <p:cNvPr id="12" name="제목 3"/>
          <p:cNvSpPr txBox="1">
            <a:spLocks/>
          </p:cNvSpPr>
          <p:nvPr/>
        </p:nvSpPr>
        <p:spPr>
          <a:xfrm>
            <a:off x="4088904" y="46059"/>
            <a:ext cx="5817096" cy="428604"/>
          </a:xfrm>
          <a:prstGeom prst="rect">
            <a:avLst/>
          </a:prstGeom>
        </p:spPr>
        <p:txBody>
          <a:bodyPr anchor="ctr"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lvl="0" algn="r"/>
            <a:r>
              <a:rPr kumimoji="0" lang="en-US" altLang="ko-KR" sz="1100" b="0" dirty="0">
                <a:solidFill>
                  <a:sysClr val="windowText" lastClr="000000"/>
                </a:solidFill>
                <a:latin typeface="맑은 고딕"/>
                <a:ea typeface="맑은 고딕" panose="020B0503020000020004" pitchFamily="50" charset="-127"/>
              </a:rPr>
              <a:t>PJ_PM33_</a:t>
            </a:r>
            <a:r>
              <a:rPr kumimoji="0" lang="ko-KR" altLang="en-US" sz="1100" b="0" dirty="0" err="1">
                <a:solidFill>
                  <a:sysClr val="windowText" lastClr="000000"/>
                </a:solidFill>
                <a:latin typeface="맑은 고딕"/>
                <a:ea typeface="맑은 고딕" panose="020B0503020000020004" pitchFamily="50" charset="-127"/>
              </a:rPr>
              <a:t>종료보고서</a:t>
            </a:r>
            <a:r>
              <a:rPr kumimoji="0" lang="en-US" altLang="ko-KR" sz="1100" b="0" dirty="0">
                <a:solidFill>
                  <a:sysClr val="windowText" lastClr="000000"/>
                </a:solidFill>
                <a:latin typeface="맑은 고딕"/>
                <a:ea typeface="맑은 고딕" panose="020B0503020000020004" pitchFamily="50" charset="-127"/>
              </a:rPr>
              <a:t>.</a:t>
            </a:r>
            <a:r>
              <a:rPr kumimoji="0" lang="en-US" altLang="ko-KR" sz="1100" b="0" dirty="0" err="1">
                <a:solidFill>
                  <a:sysClr val="windowText" lastClr="000000"/>
                </a:solidFill>
                <a:latin typeface="맑은 고딕"/>
                <a:ea typeface="맑은 고딕" panose="020B0503020000020004" pitchFamily="50" charset="-127"/>
              </a:rPr>
              <a:t>pptx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677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/>
          <p:cNvSpPr>
            <a:spLocks noChangeArrowheads="1"/>
          </p:cNvSpPr>
          <p:nvPr/>
        </p:nvSpPr>
        <p:spPr bwMode="auto">
          <a:xfrm>
            <a:off x="823616" y="1188245"/>
            <a:ext cx="5372476" cy="36009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108000" rIns="108000">
            <a:spAutoFit/>
          </a:bodyPr>
          <a:lstStyle/>
          <a:p>
            <a:pPr marL="514350" indent="-514350" defTabSz="534988">
              <a:lnSpc>
                <a:spcPct val="150000"/>
              </a:lnSpc>
              <a:spcBef>
                <a:spcPct val="10000"/>
              </a:spcBef>
              <a:buFont typeface="+mj-lt"/>
              <a:buAutoNum type="arabicPeriod"/>
              <a:defRPr/>
            </a:pPr>
            <a:r>
              <a:rPr kumimoji="0" lang="ko-KR" altLang="en-US" sz="2400" b="1" dirty="0">
                <a:latin typeface="맑은 고딕" pitchFamily="50" charset="-127"/>
                <a:ea typeface="맑은 고딕" pitchFamily="50" charset="-127"/>
              </a:rPr>
              <a:t>프로젝트 개요</a:t>
            </a:r>
            <a:endParaRPr kumimoji="0" lang="en-US" altLang="ko-KR" sz="1600" dirty="0">
              <a:latin typeface="맑은 고딕" pitchFamily="50" charset="-127"/>
              <a:ea typeface="맑은 고딕" pitchFamily="50" charset="-127"/>
            </a:endParaRPr>
          </a:p>
          <a:p>
            <a:pPr marL="514350" indent="-514350" defTabSz="534988">
              <a:lnSpc>
                <a:spcPct val="150000"/>
              </a:lnSpc>
              <a:spcBef>
                <a:spcPct val="10000"/>
              </a:spcBef>
              <a:buFont typeface="+mj-lt"/>
              <a:buAutoNum type="arabicPeriod"/>
              <a:defRPr/>
            </a:pPr>
            <a:r>
              <a:rPr kumimoji="0" lang="ko-KR" altLang="en-US" sz="2400" b="1" dirty="0">
                <a:latin typeface="맑은 고딕" pitchFamily="50" charset="-127"/>
                <a:ea typeface="맑은 고딕" pitchFamily="50" charset="-127"/>
              </a:rPr>
              <a:t>프로젝트 추진 경과</a:t>
            </a:r>
            <a:endParaRPr kumimoji="0" lang="en-US" altLang="ko-KR" sz="2400" b="1" dirty="0">
              <a:latin typeface="맑은 고딕" pitchFamily="50" charset="-127"/>
              <a:ea typeface="맑은 고딕" pitchFamily="50" charset="-127"/>
            </a:endParaRPr>
          </a:p>
          <a:p>
            <a:pPr marL="514350" indent="-514350" defTabSz="534988" eaLnBrk="1" hangingPunct="1">
              <a:lnSpc>
                <a:spcPct val="150000"/>
              </a:lnSpc>
              <a:spcBef>
                <a:spcPct val="10000"/>
              </a:spcBef>
              <a:buFont typeface="+mj-lt"/>
              <a:buAutoNum type="arabicPeriod"/>
              <a:defRPr/>
            </a:pPr>
            <a:r>
              <a:rPr kumimoji="0" lang="ko-KR" altLang="en-US" sz="2400" b="1" dirty="0">
                <a:latin typeface="맑은 고딕" pitchFamily="50" charset="-127"/>
                <a:ea typeface="맑은 고딕" pitchFamily="50" charset="-127"/>
              </a:rPr>
              <a:t>프로젝트 구축 사항</a:t>
            </a:r>
            <a:endParaRPr kumimoji="0" lang="en-US" altLang="ko-KR" sz="2400" b="1" dirty="0">
              <a:latin typeface="맑은 고딕" pitchFamily="50" charset="-127"/>
              <a:ea typeface="맑은 고딕" pitchFamily="50" charset="-127"/>
            </a:endParaRPr>
          </a:p>
          <a:p>
            <a:pPr marL="514350" indent="-514350" defTabSz="534988" eaLnBrk="1" hangingPunct="1">
              <a:lnSpc>
                <a:spcPct val="150000"/>
              </a:lnSpc>
              <a:spcBef>
                <a:spcPct val="10000"/>
              </a:spcBef>
              <a:buFont typeface="+mj-lt"/>
              <a:buAutoNum type="arabicPeriod"/>
              <a:defRPr/>
            </a:pPr>
            <a:r>
              <a:rPr kumimoji="0" lang="ko-KR" altLang="en-US" sz="2400" b="1" dirty="0">
                <a:latin typeface="맑은 고딕" pitchFamily="50" charset="-127"/>
                <a:ea typeface="맑은 고딕" pitchFamily="50" charset="-127"/>
              </a:rPr>
              <a:t>시스템 구성도</a:t>
            </a:r>
            <a:endParaRPr kumimoji="0" lang="en-US" altLang="ko-KR" sz="2400" b="1" dirty="0">
              <a:latin typeface="맑은 고딕" pitchFamily="50" charset="-127"/>
              <a:ea typeface="맑은 고딕" pitchFamily="50" charset="-127"/>
            </a:endParaRPr>
          </a:p>
          <a:p>
            <a:pPr marL="514350" indent="-514350" defTabSz="534988" eaLnBrk="1" hangingPunct="1">
              <a:lnSpc>
                <a:spcPct val="150000"/>
              </a:lnSpc>
              <a:spcBef>
                <a:spcPct val="10000"/>
              </a:spcBef>
              <a:buFont typeface="+mj-lt"/>
              <a:buAutoNum type="arabicPeriod"/>
              <a:defRPr/>
            </a:pPr>
            <a:r>
              <a:rPr kumimoji="0" lang="ko-KR" altLang="en-US" sz="2400" b="1" dirty="0">
                <a:latin typeface="맑은 고딕" pitchFamily="50" charset="-127"/>
                <a:ea typeface="맑은 고딕" pitchFamily="50" charset="-127"/>
              </a:rPr>
              <a:t>유지보수 및 지원체계</a:t>
            </a:r>
            <a:endParaRPr kumimoji="0" lang="en-US" altLang="ko-KR" sz="2400" b="1" dirty="0">
              <a:latin typeface="맑은 고딕" pitchFamily="50" charset="-127"/>
              <a:ea typeface="맑은 고딕" pitchFamily="50" charset="-127"/>
            </a:endParaRPr>
          </a:p>
          <a:p>
            <a:pPr marL="514350" indent="-514350" defTabSz="534988" eaLnBrk="1" hangingPunct="1">
              <a:lnSpc>
                <a:spcPct val="150000"/>
              </a:lnSpc>
              <a:spcBef>
                <a:spcPct val="10000"/>
              </a:spcBef>
              <a:buFont typeface="+mj-lt"/>
              <a:buAutoNum type="arabicPeriod"/>
              <a:defRPr/>
            </a:pPr>
            <a:r>
              <a:rPr kumimoji="0" lang="ko-KR" altLang="en-US" sz="2400" b="1" dirty="0">
                <a:latin typeface="맑은 고딕" pitchFamily="50" charset="-127"/>
                <a:ea typeface="맑은 고딕" pitchFamily="50" charset="-127"/>
              </a:rPr>
              <a:t>주요 화면 별첨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53351" y="254617"/>
            <a:ext cx="7910512" cy="47625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Optima" pitchFamily="2" charset="2"/>
                <a:ea typeface="가는각진제목체" pitchFamily="18" charset="-127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Optima" pitchFamily="2" charset="2"/>
                <a:ea typeface="가는각진제목체" pitchFamily="18" charset="-127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Optima" pitchFamily="2" charset="2"/>
                <a:ea typeface="가는각진제목체" pitchFamily="18" charset="-127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Optima" pitchFamily="2" charset="2"/>
                <a:ea typeface="가는각진제목체" pitchFamily="18" charset="-127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Optima" pitchFamily="2" charset="2"/>
                <a:ea typeface="가는각진제목체" pitchFamily="18" charset="-127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Optima" pitchFamily="2" charset="2"/>
                <a:ea typeface="가는각진제목체" pitchFamily="18" charset="-127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Optima" pitchFamily="2" charset="2"/>
                <a:ea typeface="가는각진제목체" pitchFamily="18" charset="-127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Optima" pitchFamily="2" charset="2"/>
                <a:ea typeface="가는각진제목체" pitchFamily="18" charset="-127"/>
              </a:defRPr>
            </a:lvl9pPr>
          </a:lstStyle>
          <a:p>
            <a:pPr eaLnBrk="1" hangingPunct="1"/>
            <a:r>
              <a:rPr lang="ko-KR" altLang="en-US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목 차</a:t>
            </a:r>
          </a:p>
        </p:txBody>
      </p:sp>
      <p:grpSp>
        <p:nvGrpSpPr>
          <p:cNvPr id="12" name="Group 15"/>
          <p:cNvGrpSpPr>
            <a:grpSpLocks/>
          </p:cNvGrpSpPr>
          <p:nvPr/>
        </p:nvGrpSpPr>
        <p:grpSpPr bwMode="auto">
          <a:xfrm>
            <a:off x="203485" y="879874"/>
            <a:ext cx="9468000" cy="71437"/>
            <a:chOff x="158" y="368"/>
            <a:chExt cx="5920" cy="68"/>
          </a:xfrm>
        </p:grpSpPr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158" y="368"/>
              <a:ext cx="1044" cy="68"/>
            </a:xfrm>
            <a:prstGeom prst="rect">
              <a:avLst/>
            </a:prstGeom>
            <a:solidFill>
              <a:srgbClr val="C1C2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1201" y="368"/>
              <a:ext cx="1044" cy="68"/>
            </a:xfrm>
            <a:prstGeom prst="rect">
              <a:avLst/>
            </a:prstGeom>
            <a:solidFill>
              <a:srgbClr val="686A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5" name="Rectangle 13"/>
            <p:cNvSpPr>
              <a:spLocks noChangeArrowheads="1"/>
            </p:cNvSpPr>
            <p:nvPr/>
          </p:nvSpPr>
          <p:spPr bwMode="auto">
            <a:xfrm>
              <a:off x="2223" y="368"/>
              <a:ext cx="3855" cy="68"/>
            </a:xfrm>
            <a:prstGeom prst="rect">
              <a:avLst/>
            </a:prstGeom>
            <a:solidFill>
              <a:srgbClr val="424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Text Box 57"/>
          <p:cNvSpPr txBox="1">
            <a:spLocks noChangeArrowheads="1"/>
          </p:cNvSpPr>
          <p:nvPr/>
        </p:nvSpPr>
        <p:spPr bwMode="auto">
          <a:xfrm>
            <a:off x="461897" y="773129"/>
            <a:ext cx="1872854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anchor="ctr"/>
          <a:lstStyle>
            <a:lvl1pPr marL="185738" indent="-185738" eaLnBrk="0" hangingPunct="0"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1pPr>
            <a:lvl2pPr marL="742950" indent="-285750" eaLnBrk="0" hangingPunct="0"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2pPr>
            <a:lvl3pPr marL="1143000" indent="-228600" eaLnBrk="0" hangingPunct="0"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3pPr>
            <a:lvl4pPr marL="1600200" indent="-228600" eaLnBrk="0" hangingPunct="0"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4pPr>
            <a:lvl5pPr marL="2057400" indent="-228600" eaLnBrk="0" hangingPunct="0"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5pPr>
            <a:lvl6pPr marL="2514600" indent="-228600" algn="ctr" eaLnBrk="0" fontAlgn="t" hangingPunct="0">
              <a:spcBef>
                <a:spcPct val="0"/>
              </a:spcBef>
              <a:spcAft>
                <a:spcPct val="0"/>
              </a:spcAft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6pPr>
            <a:lvl7pPr marL="2971800" indent="-228600" algn="ctr" eaLnBrk="0" fontAlgn="t" hangingPunct="0">
              <a:spcBef>
                <a:spcPct val="0"/>
              </a:spcBef>
              <a:spcAft>
                <a:spcPct val="0"/>
              </a:spcAft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7pPr>
            <a:lvl8pPr marL="3429000" indent="-228600" algn="ctr" eaLnBrk="0" fontAlgn="t" hangingPunct="0">
              <a:spcBef>
                <a:spcPct val="0"/>
              </a:spcBef>
              <a:spcAft>
                <a:spcPct val="0"/>
              </a:spcAft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8pPr>
            <a:lvl9pPr marL="3886200" indent="-228600" algn="ctr" eaLnBrk="0" fontAlgn="t" hangingPunct="0">
              <a:spcBef>
                <a:spcPct val="0"/>
              </a:spcBef>
              <a:spcAft>
                <a:spcPct val="0"/>
              </a:spcAft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9pPr>
          </a:lstStyle>
          <a:p>
            <a:pPr algn="ctr" eaLnBrk="1" fontAlgn="base" latinLnBrk="0" hangingPunct="1">
              <a:spcBef>
                <a:spcPct val="50000"/>
              </a:spcBef>
              <a:spcAft>
                <a:spcPct val="30000"/>
              </a:spcAft>
            </a:pP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프로젝트 명</a:t>
            </a:r>
          </a:p>
        </p:txBody>
      </p:sp>
      <p:sp>
        <p:nvSpPr>
          <p:cNvPr id="5125" name="Text Box 58"/>
          <p:cNvSpPr txBox="1">
            <a:spLocks noChangeArrowheads="1"/>
          </p:cNvSpPr>
          <p:nvPr/>
        </p:nvSpPr>
        <p:spPr bwMode="auto">
          <a:xfrm>
            <a:off x="461897" y="1636328"/>
            <a:ext cx="1872854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anchor="ctr"/>
          <a:lstStyle>
            <a:lvl1pPr marL="185738" indent="-185738" eaLnBrk="0" hangingPunct="0"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1pPr>
            <a:lvl2pPr marL="742950" indent="-285750" eaLnBrk="0" hangingPunct="0"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2pPr>
            <a:lvl3pPr marL="1143000" indent="-228600" eaLnBrk="0" hangingPunct="0"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3pPr>
            <a:lvl4pPr marL="1600200" indent="-228600" eaLnBrk="0" hangingPunct="0"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4pPr>
            <a:lvl5pPr marL="2057400" indent="-228600" eaLnBrk="0" hangingPunct="0"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5pPr>
            <a:lvl6pPr marL="2514600" indent="-228600" algn="ctr" eaLnBrk="0" fontAlgn="t" hangingPunct="0">
              <a:spcBef>
                <a:spcPct val="0"/>
              </a:spcBef>
              <a:spcAft>
                <a:spcPct val="0"/>
              </a:spcAft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6pPr>
            <a:lvl7pPr marL="2971800" indent="-228600" algn="ctr" eaLnBrk="0" fontAlgn="t" hangingPunct="0">
              <a:spcBef>
                <a:spcPct val="0"/>
              </a:spcBef>
              <a:spcAft>
                <a:spcPct val="0"/>
              </a:spcAft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7pPr>
            <a:lvl8pPr marL="3429000" indent="-228600" algn="ctr" eaLnBrk="0" fontAlgn="t" hangingPunct="0">
              <a:spcBef>
                <a:spcPct val="0"/>
              </a:spcBef>
              <a:spcAft>
                <a:spcPct val="0"/>
              </a:spcAft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8pPr>
            <a:lvl9pPr marL="3886200" indent="-228600" algn="ctr" eaLnBrk="0" fontAlgn="t" hangingPunct="0">
              <a:spcBef>
                <a:spcPct val="0"/>
              </a:spcBef>
              <a:spcAft>
                <a:spcPct val="0"/>
              </a:spcAft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9pPr>
          </a:lstStyle>
          <a:p>
            <a:pPr algn="ctr" eaLnBrk="1" fontAlgn="base" latinLnBrk="0" hangingPunct="1">
              <a:spcBef>
                <a:spcPct val="50000"/>
              </a:spcBef>
              <a:spcAft>
                <a:spcPct val="30000"/>
              </a:spcAft>
            </a:pP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주요내용</a:t>
            </a:r>
          </a:p>
        </p:txBody>
      </p:sp>
      <p:sp>
        <p:nvSpPr>
          <p:cNvPr id="5126" name="Text Box 59"/>
          <p:cNvSpPr txBox="1">
            <a:spLocks noChangeArrowheads="1"/>
          </p:cNvSpPr>
          <p:nvPr/>
        </p:nvSpPr>
        <p:spPr bwMode="auto">
          <a:xfrm>
            <a:off x="461897" y="3566903"/>
            <a:ext cx="1872854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anchor="ctr"/>
          <a:lstStyle>
            <a:lvl1pPr marL="185738" indent="-185738" eaLnBrk="0" hangingPunct="0"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1pPr>
            <a:lvl2pPr marL="742950" indent="-285750" eaLnBrk="0" hangingPunct="0"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2pPr>
            <a:lvl3pPr marL="1143000" indent="-228600" eaLnBrk="0" hangingPunct="0"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3pPr>
            <a:lvl4pPr marL="1600200" indent="-228600" eaLnBrk="0" hangingPunct="0"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4pPr>
            <a:lvl5pPr marL="2057400" indent="-228600" eaLnBrk="0" hangingPunct="0"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5pPr>
            <a:lvl6pPr marL="2514600" indent="-228600" algn="ctr" eaLnBrk="0" fontAlgn="t" hangingPunct="0">
              <a:spcBef>
                <a:spcPct val="0"/>
              </a:spcBef>
              <a:spcAft>
                <a:spcPct val="0"/>
              </a:spcAft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6pPr>
            <a:lvl7pPr marL="2971800" indent="-228600" algn="ctr" eaLnBrk="0" fontAlgn="t" hangingPunct="0">
              <a:spcBef>
                <a:spcPct val="0"/>
              </a:spcBef>
              <a:spcAft>
                <a:spcPct val="0"/>
              </a:spcAft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7pPr>
            <a:lvl8pPr marL="3429000" indent="-228600" algn="ctr" eaLnBrk="0" fontAlgn="t" hangingPunct="0">
              <a:spcBef>
                <a:spcPct val="0"/>
              </a:spcBef>
              <a:spcAft>
                <a:spcPct val="0"/>
              </a:spcAft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8pPr>
            <a:lvl9pPr marL="3886200" indent="-228600" algn="ctr" eaLnBrk="0" fontAlgn="t" hangingPunct="0">
              <a:spcBef>
                <a:spcPct val="0"/>
              </a:spcBef>
              <a:spcAft>
                <a:spcPct val="0"/>
              </a:spcAft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9pPr>
          </a:lstStyle>
          <a:p>
            <a:pPr algn="ctr" eaLnBrk="1" fontAlgn="base" latinLnBrk="0" hangingPunct="1">
              <a:spcBef>
                <a:spcPct val="50000"/>
              </a:spcBef>
              <a:spcAft>
                <a:spcPct val="30000"/>
              </a:spcAft>
            </a:pPr>
            <a:r>
              <a:rPr lang="ko-KR" altLang="en-US" sz="16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수행기간</a:t>
            </a:r>
          </a:p>
        </p:txBody>
      </p:sp>
      <p:sp>
        <p:nvSpPr>
          <p:cNvPr id="5127" name="Text Box 60"/>
          <p:cNvSpPr txBox="1">
            <a:spLocks noChangeArrowheads="1"/>
          </p:cNvSpPr>
          <p:nvPr/>
        </p:nvSpPr>
        <p:spPr bwMode="auto">
          <a:xfrm>
            <a:off x="461897" y="4430841"/>
            <a:ext cx="1872854" cy="16200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anchor="ctr"/>
          <a:lstStyle>
            <a:lvl1pPr marL="185738" indent="-185738" eaLnBrk="0" hangingPunct="0"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1pPr>
            <a:lvl2pPr marL="742950" indent="-285750" eaLnBrk="0" hangingPunct="0"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2pPr>
            <a:lvl3pPr marL="1143000" indent="-228600" eaLnBrk="0" hangingPunct="0"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3pPr>
            <a:lvl4pPr marL="1600200" indent="-228600" eaLnBrk="0" hangingPunct="0"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4pPr>
            <a:lvl5pPr marL="2057400" indent="-228600" eaLnBrk="0" hangingPunct="0"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5pPr>
            <a:lvl6pPr marL="2514600" indent="-228600" algn="ctr" eaLnBrk="0" fontAlgn="t" hangingPunct="0">
              <a:spcBef>
                <a:spcPct val="0"/>
              </a:spcBef>
              <a:spcAft>
                <a:spcPct val="0"/>
              </a:spcAft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6pPr>
            <a:lvl7pPr marL="2971800" indent="-228600" algn="ctr" eaLnBrk="0" fontAlgn="t" hangingPunct="0">
              <a:spcBef>
                <a:spcPct val="0"/>
              </a:spcBef>
              <a:spcAft>
                <a:spcPct val="0"/>
              </a:spcAft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7pPr>
            <a:lvl8pPr marL="3429000" indent="-228600" algn="ctr" eaLnBrk="0" fontAlgn="t" hangingPunct="0">
              <a:spcBef>
                <a:spcPct val="0"/>
              </a:spcBef>
              <a:spcAft>
                <a:spcPct val="0"/>
              </a:spcAft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8pPr>
            <a:lvl9pPr marL="3886200" indent="-228600" algn="ctr" eaLnBrk="0" fontAlgn="t" hangingPunct="0">
              <a:spcBef>
                <a:spcPct val="0"/>
              </a:spcBef>
              <a:spcAft>
                <a:spcPct val="0"/>
              </a:spcAft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9pPr>
          </a:lstStyle>
          <a:p>
            <a:pPr algn="ctr" eaLnBrk="1" fontAlgn="base" latinLnBrk="0" hangingPunct="1">
              <a:spcBef>
                <a:spcPct val="50000"/>
              </a:spcBef>
              <a:spcAft>
                <a:spcPct val="30000"/>
              </a:spcAft>
            </a:pP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구축 효과</a:t>
            </a:r>
          </a:p>
        </p:txBody>
      </p:sp>
      <p:sp>
        <p:nvSpPr>
          <p:cNvPr id="5128" name="Text Box 61"/>
          <p:cNvSpPr txBox="1">
            <a:spLocks noChangeArrowheads="1"/>
          </p:cNvSpPr>
          <p:nvPr/>
        </p:nvSpPr>
        <p:spPr bwMode="auto">
          <a:xfrm>
            <a:off x="2466116" y="773129"/>
            <a:ext cx="6703748" cy="720000"/>
          </a:xfrm>
          <a:prstGeom prst="rect">
            <a:avLst/>
          </a:prstGeom>
          <a:noFill/>
          <a:ln w="63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marL="185738" indent="-185738" eaLnBrk="0" hangingPunct="0"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1pPr>
            <a:lvl2pPr marL="742950" indent="-285750" eaLnBrk="0" hangingPunct="0"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2pPr>
            <a:lvl3pPr marL="1143000" indent="-228600" eaLnBrk="0" hangingPunct="0"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3pPr>
            <a:lvl4pPr marL="1600200" indent="-228600" eaLnBrk="0" hangingPunct="0"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4pPr>
            <a:lvl5pPr marL="2057400" indent="-228600" eaLnBrk="0" hangingPunct="0"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5pPr>
            <a:lvl6pPr marL="2514600" indent="-228600" algn="ctr" eaLnBrk="0" fontAlgn="t" hangingPunct="0">
              <a:spcBef>
                <a:spcPct val="0"/>
              </a:spcBef>
              <a:spcAft>
                <a:spcPct val="0"/>
              </a:spcAft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6pPr>
            <a:lvl7pPr marL="2971800" indent="-228600" algn="ctr" eaLnBrk="0" fontAlgn="t" hangingPunct="0">
              <a:spcBef>
                <a:spcPct val="0"/>
              </a:spcBef>
              <a:spcAft>
                <a:spcPct val="0"/>
              </a:spcAft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7pPr>
            <a:lvl8pPr marL="3429000" indent="-228600" algn="ctr" eaLnBrk="0" fontAlgn="t" hangingPunct="0">
              <a:spcBef>
                <a:spcPct val="0"/>
              </a:spcBef>
              <a:spcAft>
                <a:spcPct val="0"/>
              </a:spcAft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8pPr>
            <a:lvl9pPr marL="3886200" indent="-228600" algn="ctr" eaLnBrk="0" fontAlgn="t" hangingPunct="0">
              <a:spcBef>
                <a:spcPct val="0"/>
              </a:spcBef>
              <a:spcAft>
                <a:spcPct val="0"/>
              </a:spcAft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9pPr>
          </a:lstStyle>
          <a:p>
            <a:pPr algn="l" eaLnBrk="1" fontAlgn="base" latinLnBrk="0" hangingPunct="1">
              <a:spcBef>
                <a:spcPct val="50000"/>
              </a:spcBef>
              <a:spcAft>
                <a:spcPct val="30000"/>
              </a:spcAft>
            </a:pPr>
            <a:r>
              <a:rPr lang="ko-KR" altLang="en-US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㈜</a:t>
            </a:r>
            <a:r>
              <a:rPr lang="ko-KR" altLang="en-US" b="0" i="1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테크윙</a:t>
            </a:r>
            <a:r>
              <a:rPr lang="ko-KR" altLang="en-US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그룹웨어시스템 구축</a:t>
            </a:r>
          </a:p>
        </p:txBody>
      </p:sp>
      <p:sp>
        <p:nvSpPr>
          <p:cNvPr id="5129" name="Text Box 62"/>
          <p:cNvSpPr txBox="1">
            <a:spLocks noChangeArrowheads="1"/>
          </p:cNvSpPr>
          <p:nvPr/>
        </p:nvSpPr>
        <p:spPr bwMode="auto">
          <a:xfrm>
            <a:off x="2466116" y="1636329"/>
            <a:ext cx="6703748" cy="1800000"/>
          </a:xfrm>
          <a:prstGeom prst="rect">
            <a:avLst/>
          </a:prstGeom>
          <a:noFill/>
          <a:ln w="63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marL="185738" indent="-185738" eaLnBrk="0" hangingPunct="0"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1pPr>
            <a:lvl2pPr marL="742950" indent="-285750" eaLnBrk="0" hangingPunct="0"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2pPr>
            <a:lvl3pPr marL="1143000" indent="-228600" eaLnBrk="0" hangingPunct="0"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3pPr>
            <a:lvl4pPr marL="1600200" indent="-228600" eaLnBrk="0" hangingPunct="0"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4pPr>
            <a:lvl5pPr marL="2057400" indent="-228600" eaLnBrk="0" hangingPunct="0"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5pPr>
            <a:lvl6pPr marL="2514600" indent="-228600" algn="ctr" eaLnBrk="0" fontAlgn="t" hangingPunct="0">
              <a:spcBef>
                <a:spcPct val="0"/>
              </a:spcBef>
              <a:spcAft>
                <a:spcPct val="0"/>
              </a:spcAft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6pPr>
            <a:lvl7pPr marL="2971800" indent="-228600" algn="ctr" eaLnBrk="0" fontAlgn="t" hangingPunct="0">
              <a:spcBef>
                <a:spcPct val="0"/>
              </a:spcBef>
              <a:spcAft>
                <a:spcPct val="0"/>
              </a:spcAft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7pPr>
            <a:lvl8pPr marL="3429000" indent="-228600" algn="ctr" eaLnBrk="0" fontAlgn="t" hangingPunct="0">
              <a:spcBef>
                <a:spcPct val="0"/>
              </a:spcBef>
              <a:spcAft>
                <a:spcPct val="0"/>
              </a:spcAft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8pPr>
            <a:lvl9pPr marL="3886200" indent="-228600" algn="ctr" eaLnBrk="0" fontAlgn="t" hangingPunct="0">
              <a:spcBef>
                <a:spcPct val="0"/>
              </a:spcBef>
              <a:spcAft>
                <a:spcPct val="0"/>
              </a:spcAft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9pPr>
          </a:lstStyle>
          <a:p>
            <a:pPr algn="l" eaLnBrk="1" fontAlgn="base" latinLnBrk="0" hangingPunct="1">
              <a:spcBef>
                <a:spcPct val="20000"/>
              </a:spcBef>
              <a:buFont typeface="Wingdings" pitchFamily="2" charset="2"/>
              <a:buChar char="§"/>
            </a:pPr>
            <a:r>
              <a:rPr lang="ko-KR" altLang="en-US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포탈 시스템 구축</a:t>
            </a:r>
            <a:r>
              <a:rPr lang="en-US" altLang="ko-KR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멀티 </a:t>
            </a:r>
            <a:r>
              <a:rPr lang="ko-KR" altLang="en-US" b="0" i="1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브라우징</a:t>
            </a:r>
            <a:r>
              <a:rPr lang="en-US" altLang="ko-KR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다국어 지원</a:t>
            </a:r>
            <a:r>
              <a:rPr lang="en-US" altLang="ko-KR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b="0" i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l" eaLnBrk="1" fontAlgn="base" latinLnBrk="0" hangingPunct="1">
              <a:spcBef>
                <a:spcPct val="20000"/>
              </a:spcBef>
              <a:buFont typeface="Wingdings" pitchFamily="2" charset="2"/>
              <a:buChar char="§"/>
            </a:pPr>
            <a:r>
              <a:rPr lang="ko-KR" altLang="en-US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전자결재 시스템 구축</a:t>
            </a:r>
            <a:r>
              <a:rPr lang="en-US" altLang="ko-KR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(ERP </a:t>
            </a:r>
            <a:r>
              <a:rPr lang="ko-KR" altLang="en-US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연동</a:t>
            </a:r>
            <a:r>
              <a:rPr lang="en-US" altLang="ko-KR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b="0" i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l" eaLnBrk="1" fontAlgn="base" latinLnBrk="0" hangingPunct="1">
              <a:spcBef>
                <a:spcPct val="20000"/>
              </a:spcBef>
              <a:buFont typeface="Wingdings" pitchFamily="2" charset="2"/>
              <a:buChar char="§"/>
            </a:pPr>
            <a:r>
              <a:rPr lang="ko-KR" altLang="en-US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그룹웨어</a:t>
            </a:r>
            <a:r>
              <a:rPr lang="en-US" altLang="ko-KR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게시판</a:t>
            </a:r>
            <a:r>
              <a:rPr lang="en-US" altLang="ko-KR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문서관리</a:t>
            </a:r>
            <a:r>
              <a:rPr lang="en-US" altLang="ko-KR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설문조사</a:t>
            </a:r>
            <a:r>
              <a:rPr lang="en-US" altLang="ko-KR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자원예약</a:t>
            </a:r>
            <a:r>
              <a:rPr lang="en-US" altLang="ko-KR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일정관리</a:t>
            </a:r>
            <a:r>
              <a:rPr lang="en-US" altLang="ko-KR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algn="l" eaLnBrk="1" fontAlgn="base" latinLnBrk="0" hangingPunct="1">
              <a:spcBef>
                <a:spcPct val="20000"/>
              </a:spcBef>
              <a:buFont typeface="Wingdings" pitchFamily="2" charset="2"/>
              <a:buChar char="§"/>
            </a:pPr>
            <a:r>
              <a:rPr lang="ko-KR" altLang="en-US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웹 메일</a:t>
            </a:r>
            <a:r>
              <a:rPr lang="en-US" altLang="ko-KR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메신저</a:t>
            </a:r>
            <a:r>
              <a:rPr lang="en-US" altLang="ko-KR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b="0" i="1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모바일</a:t>
            </a:r>
            <a:r>
              <a:rPr lang="ko-KR" altLang="en-US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오피스</a:t>
            </a:r>
            <a:endParaRPr lang="en-US" altLang="ko-KR" b="0" i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l" eaLnBrk="1" fontAlgn="base" latinLnBrk="0" hangingPunct="1">
              <a:spcBef>
                <a:spcPct val="20000"/>
              </a:spcBef>
              <a:buFont typeface="Wingdings" pitchFamily="2" charset="2"/>
              <a:buChar char="§"/>
            </a:pPr>
            <a:r>
              <a:rPr lang="ko-KR" altLang="en-US" b="0" i="1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메일마이그레이션</a:t>
            </a:r>
            <a:r>
              <a:rPr lang="en-US" altLang="ko-KR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(Exchange2007 </a:t>
            </a:r>
            <a:r>
              <a:rPr lang="en-US" altLang="ko-KR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 Exchange2013)</a:t>
            </a:r>
            <a:endParaRPr lang="en-US" altLang="ko-KR" b="0" i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130" name="Text Box 63"/>
          <p:cNvSpPr txBox="1">
            <a:spLocks noChangeArrowheads="1"/>
          </p:cNvSpPr>
          <p:nvPr/>
        </p:nvSpPr>
        <p:spPr bwMode="auto">
          <a:xfrm>
            <a:off x="2466116" y="3565315"/>
            <a:ext cx="6703748" cy="720000"/>
          </a:xfrm>
          <a:prstGeom prst="rect">
            <a:avLst/>
          </a:prstGeom>
          <a:noFill/>
          <a:ln w="63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marL="185738" indent="-185738" eaLnBrk="0" hangingPunct="0"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1pPr>
            <a:lvl2pPr marL="742950" indent="-285750" eaLnBrk="0" hangingPunct="0"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2pPr>
            <a:lvl3pPr marL="1143000" indent="-228600" eaLnBrk="0" hangingPunct="0"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3pPr>
            <a:lvl4pPr marL="1600200" indent="-228600" eaLnBrk="0" hangingPunct="0"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4pPr>
            <a:lvl5pPr marL="2057400" indent="-228600" eaLnBrk="0" hangingPunct="0"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5pPr>
            <a:lvl6pPr marL="2514600" indent="-228600" algn="ctr" eaLnBrk="0" fontAlgn="t" hangingPunct="0">
              <a:spcBef>
                <a:spcPct val="0"/>
              </a:spcBef>
              <a:spcAft>
                <a:spcPct val="0"/>
              </a:spcAft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6pPr>
            <a:lvl7pPr marL="2971800" indent="-228600" algn="ctr" eaLnBrk="0" fontAlgn="t" hangingPunct="0">
              <a:spcBef>
                <a:spcPct val="0"/>
              </a:spcBef>
              <a:spcAft>
                <a:spcPct val="0"/>
              </a:spcAft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7pPr>
            <a:lvl8pPr marL="3429000" indent="-228600" algn="ctr" eaLnBrk="0" fontAlgn="t" hangingPunct="0">
              <a:spcBef>
                <a:spcPct val="0"/>
              </a:spcBef>
              <a:spcAft>
                <a:spcPct val="0"/>
              </a:spcAft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8pPr>
            <a:lvl9pPr marL="3886200" indent="-228600" algn="ctr" eaLnBrk="0" fontAlgn="t" hangingPunct="0">
              <a:spcBef>
                <a:spcPct val="0"/>
              </a:spcBef>
              <a:spcAft>
                <a:spcPct val="0"/>
              </a:spcAft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9pPr>
          </a:lstStyle>
          <a:p>
            <a:pPr algn="l" eaLnBrk="1" fontAlgn="base" latinLnBrk="0" hangingPunct="1">
              <a:spcBef>
                <a:spcPct val="50000"/>
              </a:spcBef>
              <a:spcAft>
                <a:spcPct val="30000"/>
              </a:spcAft>
            </a:pPr>
            <a:r>
              <a:rPr lang="ko-KR" altLang="en-US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계약</a:t>
            </a:r>
            <a:r>
              <a:rPr lang="en-US" altLang="ko-KR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)2014</a:t>
            </a:r>
            <a:r>
              <a:rPr lang="ko-KR" altLang="en-US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년 </a:t>
            </a:r>
            <a:r>
              <a:rPr lang="en-US" altLang="ko-KR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5</a:t>
            </a:r>
            <a:r>
              <a:rPr lang="ko-KR" altLang="en-US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26</a:t>
            </a:r>
            <a:r>
              <a:rPr lang="ko-KR" altLang="en-US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일 </a:t>
            </a:r>
            <a:r>
              <a:rPr lang="en-US" altLang="ko-KR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~ 2014</a:t>
            </a:r>
            <a:r>
              <a:rPr lang="ko-KR" altLang="en-US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년 </a:t>
            </a:r>
            <a:r>
              <a:rPr lang="en-US" altLang="ko-KR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8</a:t>
            </a:r>
            <a:r>
              <a:rPr lang="ko-KR" altLang="en-US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31</a:t>
            </a:r>
            <a:r>
              <a:rPr lang="ko-KR" altLang="en-US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일 </a:t>
            </a:r>
            <a:r>
              <a:rPr lang="en-US" altLang="ko-KR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(3</a:t>
            </a:r>
            <a:r>
              <a:rPr lang="ko-KR" altLang="en-US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개월</a:t>
            </a:r>
            <a:r>
              <a:rPr lang="en-US" altLang="ko-KR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eaLnBrk="1" latinLnBrk="0" hangingPunct="1">
              <a:spcBef>
                <a:spcPct val="50000"/>
              </a:spcBef>
              <a:spcAft>
                <a:spcPct val="30000"/>
              </a:spcAft>
            </a:pPr>
            <a:r>
              <a:rPr lang="ko-KR" altLang="en-US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수행</a:t>
            </a:r>
            <a:r>
              <a:rPr lang="en-US" altLang="ko-KR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 2014</a:t>
            </a:r>
            <a:r>
              <a:rPr lang="ko-KR" altLang="en-US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년 </a:t>
            </a:r>
            <a:r>
              <a:rPr lang="en-US" altLang="ko-KR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5</a:t>
            </a:r>
            <a:r>
              <a:rPr lang="ko-KR" altLang="en-US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26</a:t>
            </a:r>
            <a:r>
              <a:rPr lang="ko-KR" altLang="en-US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일 </a:t>
            </a:r>
            <a:r>
              <a:rPr lang="en-US" altLang="ko-KR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~ 2014</a:t>
            </a:r>
            <a:r>
              <a:rPr lang="ko-KR" altLang="en-US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년 </a:t>
            </a:r>
            <a:r>
              <a:rPr lang="en-US" altLang="ko-KR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8</a:t>
            </a:r>
            <a:r>
              <a:rPr lang="ko-KR" altLang="en-US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31</a:t>
            </a:r>
            <a:r>
              <a:rPr lang="ko-KR" altLang="en-US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일 </a:t>
            </a:r>
            <a:r>
              <a:rPr lang="en-US" altLang="ko-KR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(3</a:t>
            </a:r>
            <a:r>
              <a:rPr lang="ko-KR" altLang="en-US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개월</a:t>
            </a:r>
            <a:r>
              <a:rPr lang="en-US" altLang="ko-KR" b="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05272" y="114301"/>
            <a:ext cx="211949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66700" indent="-2667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  <a:buClr>
                <a:schemeClr val="tx1"/>
              </a:buClr>
              <a:buSzPct val="90000"/>
              <a:defRPr/>
            </a:pPr>
            <a:r>
              <a:rPr lang="en-US" altLang="ko-KR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 pitchFamily="50" charset="-127"/>
              </a:rPr>
              <a:t>1. </a:t>
            </a:r>
            <a:r>
              <a:rPr lang="ko-KR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 pitchFamily="50" charset="-127"/>
              </a:rPr>
              <a:t>프로젝트 개요</a:t>
            </a:r>
            <a:endParaRPr lang="en-US" altLang="ko-KR" sz="2000" b="1" dirty="0">
              <a:solidFill>
                <a:schemeClr val="tx1">
                  <a:lumMod val="85000"/>
                  <a:lumOff val="15000"/>
                </a:schemeClr>
              </a:solidFill>
              <a:ea typeface="맑은 고딕" pitchFamily="50" charset="-127"/>
            </a:endParaRPr>
          </a:p>
        </p:txBody>
      </p:sp>
      <p:sp>
        <p:nvSpPr>
          <p:cNvPr id="21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4089400" y="6524625"/>
            <a:ext cx="1685925" cy="21907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hangingPunct="1">
              <a:defRPr/>
            </a:pPr>
            <a:r>
              <a:rPr kumimoji="0"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ea typeface="맑은 고딕" pitchFamily="50" charset="-127"/>
              </a:rPr>
              <a:t>- </a:t>
            </a:r>
            <a:fld id="{439B5B9D-4C6D-4047-9AC7-C209DB283478}" type="slidenum">
              <a:rPr kumimoji="0" lang="en-US" altLang="ko-KR" smtClean="0">
                <a:solidFill>
                  <a:schemeClr val="tx1">
                    <a:lumMod val="65000"/>
                    <a:lumOff val="35000"/>
                  </a:schemeClr>
                </a:solidFill>
                <a:ea typeface="맑은 고딕" pitchFamily="50" charset="-127"/>
              </a:rPr>
              <a:pPr eaLnBrk="1" hangingPunct="1">
                <a:defRPr/>
              </a:pPr>
              <a:t>4</a:t>
            </a:fld>
            <a:r>
              <a:rPr kumimoji="0"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ea typeface="맑은 고딕" pitchFamily="50" charset="-127"/>
              </a:rPr>
              <a:t> -</a:t>
            </a:r>
          </a:p>
        </p:txBody>
      </p:sp>
      <p:sp>
        <p:nvSpPr>
          <p:cNvPr id="22" name="Text Box 62"/>
          <p:cNvSpPr txBox="1">
            <a:spLocks noChangeArrowheads="1"/>
          </p:cNvSpPr>
          <p:nvPr/>
        </p:nvSpPr>
        <p:spPr bwMode="auto">
          <a:xfrm>
            <a:off x="2462986" y="4426631"/>
            <a:ext cx="6703748" cy="1620000"/>
          </a:xfrm>
          <a:prstGeom prst="rect">
            <a:avLst/>
          </a:prstGeom>
          <a:noFill/>
          <a:ln w="63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marL="185738" indent="-185738" eaLnBrk="0" hangingPunct="0"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1pPr>
            <a:lvl2pPr marL="742950" indent="-285750" eaLnBrk="0" hangingPunct="0"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2pPr>
            <a:lvl3pPr marL="1143000" indent="-228600" eaLnBrk="0" hangingPunct="0"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3pPr>
            <a:lvl4pPr marL="1600200" indent="-228600" eaLnBrk="0" hangingPunct="0"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4pPr>
            <a:lvl5pPr marL="2057400" indent="-228600" eaLnBrk="0" hangingPunct="0"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5pPr>
            <a:lvl6pPr marL="2514600" indent="-228600" algn="ctr" eaLnBrk="0" fontAlgn="t" hangingPunct="0">
              <a:spcBef>
                <a:spcPct val="0"/>
              </a:spcBef>
              <a:spcAft>
                <a:spcPct val="0"/>
              </a:spcAft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6pPr>
            <a:lvl7pPr marL="2971800" indent="-228600" algn="ctr" eaLnBrk="0" fontAlgn="t" hangingPunct="0">
              <a:spcBef>
                <a:spcPct val="0"/>
              </a:spcBef>
              <a:spcAft>
                <a:spcPct val="0"/>
              </a:spcAft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7pPr>
            <a:lvl8pPr marL="3429000" indent="-228600" algn="ctr" eaLnBrk="0" fontAlgn="t" hangingPunct="0">
              <a:spcBef>
                <a:spcPct val="0"/>
              </a:spcBef>
              <a:spcAft>
                <a:spcPct val="0"/>
              </a:spcAft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8pPr>
            <a:lvl9pPr marL="3886200" indent="-228600" algn="ctr" eaLnBrk="0" fontAlgn="t" hangingPunct="0">
              <a:spcBef>
                <a:spcPct val="0"/>
              </a:spcBef>
              <a:spcAft>
                <a:spcPct val="0"/>
              </a:spcAft>
              <a:tabLst>
                <a:tab pos="363538" algn="l"/>
              </a:tabLst>
              <a:defRPr kumimoji="1" sz="1200" b="1">
                <a:solidFill>
                  <a:schemeClr val="tx1"/>
                </a:solidFill>
                <a:latin typeface="Tahoma" pitchFamily="34" charset="0"/>
                <a:ea typeface="HY헤드라인M" pitchFamily="18" charset="-127"/>
              </a:defRPr>
            </a:lvl9pPr>
          </a:lstStyle>
          <a:p>
            <a:pPr marL="171450" indent="-171450" eaLnBrk="1" hangingPunct="1">
              <a:spcBef>
                <a:spcPct val="20000"/>
              </a:spcBef>
              <a:buFont typeface="Wingdings" pitchFamily="2" charset="2"/>
              <a:buChar char="§"/>
              <a:tabLst/>
            </a:pPr>
            <a:r>
              <a:rPr lang="ko-KR" altLang="en-US" b="0" i="1" dirty="0">
                <a:latin typeface="맑은 고딕" pitchFamily="50" charset="-127"/>
                <a:ea typeface="맑은 고딕" pitchFamily="50" charset="-127"/>
              </a:rPr>
              <a:t>전자결재 활용을 통한 신속한 의사결정 및 업무 프로세스 개선</a:t>
            </a:r>
            <a:endParaRPr lang="en-US" altLang="ko-KR" b="0" i="1" dirty="0">
              <a:latin typeface="맑은 고딕" pitchFamily="50" charset="-127"/>
              <a:ea typeface="맑은 고딕" pitchFamily="50" charset="-127"/>
            </a:endParaRPr>
          </a:p>
          <a:p>
            <a:pPr marL="171450" lvl="0" indent="-171450" eaLnBrk="1" hangingPunct="1">
              <a:spcBef>
                <a:spcPct val="20000"/>
              </a:spcBef>
              <a:buFont typeface="Wingdings" pitchFamily="2" charset="2"/>
              <a:buChar char="§"/>
              <a:tabLst/>
            </a:pPr>
            <a:r>
              <a:rPr lang="ko-KR" altLang="en-US" b="0" i="1" dirty="0">
                <a:latin typeface="맑은 고딕" pitchFamily="50" charset="-127"/>
                <a:ea typeface="맑은 고딕" pitchFamily="50" charset="-127"/>
              </a:rPr>
              <a:t>최신 제품의 도입으로 안정적인 커뮤니케이션 환경 제공</a:t>
            </a:r>
            <a:endParaRPr lang="en-US" altLang="ko-KR" b="0" i="1" dirty="0">
              <a:latin typeface="맑은 고딕" pitchFamily="50" charset="-127"/>
              <a:ea typeface="맑은 고딕" pitchFamily="50" charset="-127"/>
            </a:endParaRPr>
          </a:p>
          <a:p>
            <a:pPr marL="171450" indent="-171450" eaLnBrk="1" hangingPunct="1">
              <a:spcBef>
                <a:spcPct val="20000"/>
              </a:spcBef>
              <a:buFont typeface="Wingdings" pitchFamily="2" charset="2"/>
              <a:buChar char="§"/>
              <a:tabLst/>
            </a:pPr>
            <a:r>
              <a:rPr lang="ko-KR" altLang="en-US" b="0" i="1" dirty="0" err="1">
                <a:latin typeface="맑은 고딕" pitchFamily="50" charset="-127"/>
                <a:ea typeface="맑은 고딕" pitchFamily="50" charset="-127"/>
              </a:rPr>
              <a:t>모바일</a:t>
            </a:r>
            <a:r>
              <a:rPr lang="ko-KR" altLang="en-US" b="0" i="1" dirty="0">
                <a:latin typeface="맑은 고딕" pitchFamily="50" charset="-127"/>
                <a:ea typeface="맑은 고딕" pitchFamily="50" charset="-127"/>
              </a:rPr>
              <a:t> 환경에서의 사용제약 최소화</a:t>
            </a:r>
            <a:endParaRPr lang="en-US" altLang="ko-KR" b="0" i="1" dirty="0">
              <a:latin typeface="맑은 고딕" pitchFamily="50" charset="-127"/>
              <a:ea typeface="맑은 고딕" pitchFamily="50" charset="-127"/>
            </a:endParaRPr>
          </a:p>
          <a:p>
            <a:pPr marL="171450" lvl="0" indent="-171450" eaLnBrk="1" hangingPunct="1">
              <a:spcBef>
                <a:spcPct val="20000"/>
              </a:spcBef>
              <a:buFont typeface="Wingdings" pitchFamily="2" charset="2"/>
              <a:buChar char="§"/>
              <a:tabLst/>
            </a:pPr>
            <a:r>
              <a:rPr lang="en-US" altLang="ko-KR" b="0" i="1" dirty="0">
                <a:latin typeface="맑은 고딕" pitchFamily="50" charset="-127"/>
                <a:ea typeface="맑은 고딕" pitchFamily="50" charset="-127"/>
              </a:rPr>
              <a:t>IT </a:t>
            </a:r>
            <a:r>
              <a:rPr lang="ko-KR" altLang="en-US" b="0" i="1" dirty="0">
                <a:latin typeface="맑은 고딕" pitchFamily="50" charset="-127"/>
                <a:ea typeface="맑은 고딕" pitchFamily="50" charset="-127"/>
              </a:rPr>
              <a:t>시스템 통합 인프라 구축을 통한 운영 효율성 향상</a:t>
            </a:r>
            <a:endParaRPr lang="en-US" altLang="ko-KR" b="0" i="1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1936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직선 연결선 74"/>
          <p:cNvCxnSpPr/>
          <p:nvPr/>
        </p:nvCxnSpPr>
        <p:spPr bwMode="auto">
          <a:xfrm rot="5400000">
            <a:off x="4259695" y="1523771"/>
            <a:ext cx="900000" cy="0"/>
          </a:xfrm>
          <a:prstGeom prst="line">
            <a:avLst/>
          </a:prstGeom>
          <a:ln w="2222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19" name="TextBox 5"/>
          <p:cNvSpPr txBox="1">
            <a:spLocks noChangeArrowheads="1"/>
          </p:cNvSpPr>
          <p:nvPr/>
        </p:nvSpPr>
        <p:spPr bwMode="auto">
          <a:xfrm>
            <a:off x="205272" y="114301"/>
            <a:ext cx="2632452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66700" indent="-2667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  <a:buClr>
                <a:schemeClr val="tx1"/>
              </a:buClr>
              <a:buSzPct val="90000"/>
              <a:defRPr/>
            </a:pPr>
            <a:r>
              <a:rPr lang="en-US" altLang="ko-KR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 pitchFamily="50" charset="-127"/>
              </a:rPr>
              <a:t>2. </a:t>
            </a:r>
            <a:r>
              <a:rPr lang="ko-KR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 pitchFamily="50" charset="-127"/>
              </a:rPr>
              <a:t>프로젝트 추진경과</a:t>
            </a:r>
            <a:endParaRPr lang="en-US" altLang="ko-KR" sz="2000" b="1" dirty="0">
              <a:solidFill>
                <a:schemeClr val="tx1">
                  <a:lumMod val="85000"/>
                  <a:lumOff val="15000"/>
                </a:schemeClr>
              </a:solidFill>
              <a:ea typeface="맑은 고딕" pitchFamily="50" charset="-127"/>
            </a:endParaRPr>
          </a:p>
        </p:txBody>
      </p:sp>
      <p:cxnSp>
        <p:nvCxnSpPr>
          <p:cNvPr id="4" name="직선 연결선 3"/>
          <p:cNvCxnSpPr/>
          <p:nvPr/>
        </p:nvCxnSpPr>
        <p:spPr bwMode="auto">
          <a:xfrm flipV="1">
            <a:off x="527172" y="1585536"/>
            <a:ext cx="8873208" cy="26421"/>
          </a:xfrm>
          <a:prstGeom prst="line">
            <a:avLst/>
          </a:prstGeom>
          <a:ln w="508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43" name="TextBox 66"/>
          <p:cNvSpPr txBox="1">
            <a:spLocks noChangeArrowheads="1"/>
          </p:cNvSpPr>
          <p:nvPr/>
        </p:nvSpPr>
        <p:spPr bwMode="auto">
          <a:xfrm>
            <a:off x="551250" y="2032227"/>
            <a:ext cx="665807" cy="246221"/>
          </a:xfrm>
          <a:prstGeom prst="rect">
            <a:avLst/>
          </a:prstGeom>
          <a:pattFill prst="pct30">
            <a:fgClr>
              <a:srgbClr val="00B0F0"/>
            </a:fgClr>
            <a:bgClr>
              <a:schemeClr val="bg1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1000" b="1" dirty="0">
                <a:ea typeface="맑은 고딕" pitchFamily="50" charset="-127"/>
              </a:rPr>
              <a:t>Kick-Off</a:t>
            </a:r>
            <a:endParaRPr lang="ko-KR" altLang="en-US" sz="1000" b="1" dirty="0">
              <a:ea typeface="맑은 고딕" pitchFamily="50" charset="-127"/>
            </a:endParaRPr>
          </a:p>
        </p:txBody>
      </p:sp>
      <p:cxnSp>
        <p:nvCxnSpPr>
          <p:cNvPr id="69" name="직선 연결선 68"/>
          <p:cNvCxnSpPr/>
          <p:nvPr/>
        </p:nvCxnSpPr>
        <p:spPr bwMode="auto">
          <a:xfrm>
            <a:off x="505619" y="752258"/>
            <a:ext cx="0" cy="1584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/>
          <p:cNvCxnSpPr/>
          <p:nvPr/>
        </p:nvCxnSpPr>
        <p:spPr bwMode="auto">
          <a:xfrm>
            <a:off x="3328271" y="752258"/>
            <a:ext cx="0" cy="1584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/>
          <p:cNvCxnSpPr/>
          <p:nvPr/>
        </p:nvCxnSpPr>
        <p:spPr bwMode="auto">
          <a:xfrm>
            <a:off x="6372404" y="752258"/>
            <a:ext cx="0" cy="1584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 bwMode="auto">
          <a:xfrm>
            <a:off x="9400381" y="752258"/>
            <a:ext cx="0" cy="1584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/>
          <p:cNvCxnSpPr/>
          <p:nvPr/>
        </p:nvCxnSpPr>
        <p:spPr bwMode="auto">
          <a:xfrm>
            <a:off x="505619" y="752258"/>
            <a:ext cx="889476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/>
          <p:cNvCxnSpPr/>
          <p:nvPr/>
        </p:nvCxnSpPr>
        <p:spPr bwMode="auto">
          <a:xfrm>
            <a:off x="505619" y="984033"/>
            <a:ext cx="889476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 bwMode="auto">
          <a:xfrm>
            <a:off x="505619" y="2353428"/>
            <a:ext cx="88947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55" name="TextBox 79"/>
          <p:cNvSpPr txBox="1">
            <a:spLocks noChangeArrowheads="1"/>
          </p:cNvSpPr>
          <p:nvPr/>
        </p:nvSpPr>
        <p:spPr bwMode="auto">
          <a:xfrm>
            <a:off x="527172" y="749089"/>
            <a:ext cx="2514756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1100" b="1" dirty="0">
                <a:ea typeface="맑은 고딕" pitchFamily="50" charset="-127"/>
              </a:rPr>
              <a:t>6</a:t>
            </a:r>
            <a:r>
              <a:rPr lang="ko-KR" altLang="en-US" sz="1100" b="1" dirty="0">
                <a:ea typeface="맑은 고딕" pitchFamily="50" charset="-127"/>
              </a:rPr>
              <a:t>월</a:t>
            </a:r>
          </a:p>
        </p:txBody>
      </p:sp>
      <p:sp>
        <p:nvSpPr>
          <p:cNvPr id="9257" name="TextBox 105"/>
          <p:cNvSpPr txBox="1">
            <a:spLocks noChangeArrowheads="1"/>
          </p:cNvSpPr>
          <p:nvPr/>
        </p:nvSpPr>
        <p:spPr bwMode="auto">
          <a:xfrm>
            <a:off x="3328271" y="749089"/>
            <a:ext cx="304413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1100" b="1" dirty="0">
                <a:ea typeface="맑은 고딕" pitchFamily="50" charset="-127"/>
              </a:rPr>
              <a:t>7</a:t>
            </a:r>
            <a:r>
              <a:rPr lang="ko-KR" altLang="en-US" sz="1100" b="1" dirty="0">
                <a:ea typeface="맑은 고딕" pitchFamily="50" charset="-127"/>
              </a:rPr>
              <a:t>월</a:t>
            </a:r>
          </a:p>
        </p:txBody>
      </p:sp>
      <p:sp>
        <p:nvSpPr>
          <p:cNvPr id="9261" name="TextBox 109"/>
          <p:cNvSpPr txBox="1">
            <a:spLocks noChangeArrowheads="1"/>
          </p:cNvSpPr>
          <p:nvPr/>
        </p:nvSpPr>
        <p:spPr bwMode="auto">
          <a:xfrm>
            <a:off x="6403689" y="749090"/>
            <a:ext cx="2973278" cy="261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1100" b="1" dirty="0">
                <a:ea typeface="맑은 고딕" pitchFamily="50" charset="-127"/>
              </a:rPr>
              <a:t>8</a:t>
            </a:r>
            <a:r>
              <a:rPr lang="ko-KR" altLang="en-US" sz="1100" b="1" dirty="0">
                <a:ea typeface="맑은 고딕" pitchFamily="50" charset="-127"/>
              </a:rPr>
              <a:t>월</a:t>
            </a:r>
          </a:p>
        </p:txBody>
      </p:sp>
      <p:cxnSp>
        <p:nvCxnSpPr>
          <p:cNvPr id="111" name="직선 연결선 110"/>
          <p:cNvCxnSpPr/>
          <p:nvPr/>
        </p:nvCxnSpPr>
        <p:spPr bwMode="auto">
          <a:xfrm rot="20400000">
            <a:off x="4111221" y="1356159"/>
            <a:ext cx="0" cy="215900"/>
          </a:xfrm>
          <a:prstGeom prst="line">
            <a:avLst/>
          </a:prstGeom>
          <a:ln w="22225">
            <a:solidFill>
              <a:srgbClr val="0033C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/>
          <p:cNvCxnSpPr/>
          <p:nvPr/>
        </p:nvCxnSpPr>
        <p:spPr bwMode="auto">
          <a:xfrm rot="1200000">
            <a:off x="608696" y="1363447"/>
            <a:ext cx="0" cy="215900"/>
          </a:xfrm>
          <a:prstGeom prst="line">
            <a:avLst/>
          </a:prstGeom>
          <a:ln w="22225">
            <a:solidFill>
              <a:srgbClr val="0033C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/>
          <p:cNvCxnSpPr/>
          <p:nvPr/>
        </p:nvCxnSpPr>
        <p:spPr bwMode="auto">
          <a:xfrm flipV="1">
            <a:off x="645618" y="1367652"/>
            <a:ext cx="3406440" cy="15005"/>
          </a:xfrm>
          <a:prstGeom prst="line">
            <a:avLst/>
          </a:prstGeom>
          <a:ln w="22225">
            <a:solidFill>
              <a:srgbClr val="0033C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65" name="TextBox 113"/>
          <p:cNvSpPr txBox="1">
            <a:spLocks noChangeArrowheads="1"/>
          </p:cNvSpPr>
          <p:nvPr/>
        </p:nvSpPr>
        <p:spPr bwMode="auto">
          <a:xfrm>
            <a:off x="1807895" y="1097893"/>
            <a:ext cx="112691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ko-KR" altLang="en-US" sz="1000" b="1" dirty="0">
                <a:solidFill>
                  <a:srgbClr val="0033CC"/>
                </a:solidFill>
                <a:ea typeface="맑은 고딕" pitchFamily="50" charset="-127"/>
              </a:rPr>
              <a:t>요구사항 분석</a:t>
            </a:r>
            <a:r>
              <a:rPr lang="en-US" altLang="ko-KR" sz="1000" b="1" dirty="0">
                <a:solidFill>
                  <a:srgbClr val="0033CC"/>
                </a:solidFill>
                <a:ea typeface="맑은 고딕" pitchFamily="50" charset="-127"/>
              </a:rPr>
              <a:t>/</a:t>
            </a:r>
            <a:r>
              <a:rPr lang="ko-KR" altLang="en-US" sz="1000" b="1" dirty="0">
                <a:solidFill>
                  <a:srgbClr val="0033CC"/>
                </a:solidFill>
                <a:ea typeface="맑은 고딕" pitchFamily="50" charset="-127"/>
              </a:rPr>
              <a:t>설계</a:t>
            </a:r>
          </a:p>
        </p:txBody>
      </p:sp>
      <p:sp>
        <p:nvSpPr>
          <p:cNvPr id="9269" name="TextBox 118"/>
          <p:cNvSpPr txBox="1">
            <a:spLocks noChangeArrowheads="1"/>
          </p:cNvSpPr>
          <p:nvPr/>
        </p:nvSpPr>
        <p:spPr bwMode="auto">
          <a:xfrm>
            <a:off x="3108865" y="1097893"/>
            <a:ext cx="512961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ko-KR" altLang="en-US" sz="1000" b="1" dirty="0">
                <a:solidFill>
                  <a:srgbClr val="0033CC"/>
                </a:solidFill>
                <a:ea typeface="맑은 고딕" pitchFamily="50" charset="-127"/>
              </a:rPr>
              <a:t>기능설계</a:t>
            </a:r>
          </a:p>
        </p:txBody>
      </p:sp>
      <p:cxnSp>
        <p:nvCxnSpPr>
          <p:cNvPr id="120" name="직선 연결선 119"/>
          <p:cNvCxnSpPr/>
          <p:nvPr/>
        </p:nvCxnSpPr>
        <p:spPr bwMode="auto">
          <a:xfrm rot="20400000">
            <a:off x="6309664" y="1363446"/>
            <a:ext cx="0" cy="215900"/>
          </a:xfrm>
          <a:prstGeom prst="line">
            <a:avLst/>
          </a:prstGeom>
          <a:ln w="22225">
            <a:solidFill>
              <a:srgbClr val="FF66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/>
          <p:cNvCxnSpPr/>
          <p:nvPr/>
        </p:nvCxnSpPr>
        <p:spPr bwMode="auto">
          <a:xfrm rot="1200000">
            <a:off x="3152182" y="1363446"/>
            <a:ext cx="0" cy="215900"/>
          </a:xfrm>
          <a:prstGeom prst="line">
            <a:avLst/>
          </a:prstGeom>
          <a:ln w="22225">
            <a:solidFill>
              <a:srgbClr val="FF66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/>
          <p:cNvCxnSpPr/>
          <p:nvPr/>
        </p:nvCxnSpPr>
        <p:spPr bwMode="auto">
          <a:xfrm>
            <a:off x="3764624" y="1369796"/>
            <a:ext cx="2506437" cy="12861"/>
          </a:xfrm>
          <a:prstGeom prst="line">
            <a:avLst/>
          </a:prstGeom>
          <a:ln w="22225">
            <a:solidFill>
              <a:srgbClr val="FF66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73" name="TextBox 122"/>
          <p:cNvSpPr txBox="1">
            <a:spLocks noChangeArrowheads="1"/>
          </p:cNvSpPr>
          <p:nvPr/>
        </p:nvSpPr>
        <p:spPr bwMode="auto">
          <a:xfrm>
            <a:off x="4151597" y="1097893"/>
            <a:ext cx="68608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ko-KR" altLang="en-US" sz="1000" b="1" dirty="0">
                <a:solidFill>
                  <a:srgbClr val="0033CC"/>
                </a:solidFill>
                <a:ea typeface="맑은 고딕" pitchFamily="50" charset="-127"/>
              </a:rPr>
              <a:t>시스템 개발</a:t>
            </a:r>
          </a:p>
        </p:txBody>
      </p:sp>
      <p:cxnSp>
        <p:nvCxnSpPr>
          <p:cNvPr id="124" name="직선 연결선 123"/>
          <p:cNvCxnSpPr/>
          <p:nvPr/>
        </p:nvCxnSpPr>
        <p:spPr bwMode="auto">
          <a:xfrm rot="20400000">
            <a:off x="7896931" y="1355558"/>
            <a:ext cx="0" cy="215900"/>
          </a:xfrm>
          <a:prstGeom prst="line">
            <a:avLst/>
          </a:prstGeom>
          <a:ln w="22225">
            <a:solidFill>
              <a:srgbClr val="FF66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/>
          <p:cNvCxnSpPr/>
          <p:nvPr/>
        </p:nvCxnSpPr>
        <p:spPr bwMode="auto">
          <a:xfrm rot="1200000">
            <a:off x="5817900" y="1363446"/>
            <a:ext cx="0" cy="215900"/>
          </a:xfrm>
          <a:prstGeom prst="line">
            <a:avLst/>
          </a:prstGeom>
          <a:ln w="22225">
            <a:solidFill>
              <a:srgbClr val="FF66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/>
          <p:cNvCxnSpPr/>
          <p:nvPr/>
        </p:nvCxnSpPr>
        <p:spPr bwMode="auto">
          <a:xfrm>
            <a:off x="5865672" y="1376694"/>
            <a:ext cx="2016000" cy="0"/>
          </a:xfrm>
          <a:prstGeom prst="line">
            <a:avLst/>
          </a:prstGeom>
          <a:ln w="22225">
            <a:solidFill>
              <a:srgbClr val="FF66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77" name="TextBox 126"/>
          <p:cNvSpPr txBox="1">
            <a:spLocks noChangeArrowheads="1"/>
          </p:cNvSpPr>
          <p:nvPr/>
        </p:nvSpPr>
        <p:spPr bwMode="auto">
          <a:xfrm>
            <a:off x="6621981" y="1211331"/>
            <a:ext cx="1115691" cy="143629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r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lnSpc>
                <a:spcPts val="400"/>
              </a:lnSpc>
              <a:spcBef>
                <a:spcPct val="50000"/>
              </a:spcBef>
            </a:pPr>
            <a:r>
              <a:rPr lang="ko-KR" altLang="en-US" sz="1000" b="1" dirty="0">
                <a:solidFill>
                  <a:srgbClr val="0033CC"/>
                </a:solidFill>
                <a:ea typeface="맑은 고딕" pitchFamily="50" charset="-127"/>
              </a:rPr>
              <a:t>테스트 및 시험운영</a:t>
            </a:r>
          </a:p>
        </p:txBody>
      </p:sp>
      <p:cxnSp>
        <p:nvCxnSpPr>
          <p:cNvPr id="129" name="직선 연결선 128"/>
          <p:cNvCxnSpPr/>
          <p:nvPr/>
        </p:nvCxnSpPr>
        <p:spPr bwMode="auto">
          <a:xfrm rot="12000000">
            <a:off x="7905851" y="1582172"/>
            <a:ext cx="0" cy="215900"/>
          </a:xfrm>
          <a:prstGeom prst="line">
            <a:avLst/>
          </a:prstGeom>
          <a:ln w="2222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/>
          <p:cNvCxnSpPr/>
          <p:nvPr/>
        </p:nvCxnSpPr>
        <p:spPr bwMode="auto">
          <a:xfrm rot="9600000">
            <a:off x="7362396" y="1582172"/>
            <a:ext cx="0" cy="215900"/>
          </a:xfrm>
          <a:prstGeom prst="line">
            <a:avLst/>
          </a:prstGeom>
          <a:ln w="2222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/>
          <p:cNvCxnSpPr/>
          <p:nvPr/>
        </p:nvCxnSpPr>
        <p:spPr bwMode="auto">
          <a:xfrm>
            <a:off x="7394169" y="1794897"/>
            <a:ext cx="468000" cy="0"/>
          </a:xfrm>
          <a:prstGeom prst="line">
            <a:avLst/>
          </a:prstGeom>
          <a:ln w="2222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81" name="TextBox 131"/>
          <p:cNvSpPr txBox="1">
            <a:spLocks noChangeArrowheads="1"/>
          </p:cNvSpPr>
          <p:nvPr/>
        </p:nvSpPr>
        <p:spPr bwMode="auto">
          <a:xfrm>
            <a:off x="7331399" y="1814836"/>
            <a:ext cx="68608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ko-KR" altLang="en-US" sz="1000" b="1" dirty="0">
                <a:solidFill>
                  <a:srgbClr val="0033CC"/>
                </a:solidFill>
                <a:ea typeface="맑은 고딕" pitchFamily="50" charset="-127"/>
              </a:rPr>
              <a:t>사용자 교육</a:t>
            </a:r>
          </a:p>
        </p:txBody>
      </p:sp>
      <p:cxnSp>
        <p:nvCxnSpPr>
          <p:cNvPr id="133" name="직선 연결선 132"/>
          <p:cNvCxnSpPr/>
          <p:nvPr/>
        </p:nvCxnSpPr>
        <p:spPr bwMode="auto">
          <a:xfrm>
            <a:off x="9232400" y="1369796"/>
            <a:ext cx="73843" cy="165403"/>
          </a:xfrm>
          <a:prstGeom prst="line">
            <a:avLst/>
          </a:prstGeom>
          <a:ln w="22225">
            <a:solidFill>
              <a:srgbClr val="FF66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/>
          <p:cNvCxnSpPr/>
          <p:nvPr/>
        </p:nvCxnSpPr>
        <p:spPr bwMode="auto">
          <a:xfrm rot="1200000">
            <a:off x="8200219" y="1363286"/>
            <a:ext cx="0" cy="215900"/>
          </a:xfrm>
          <a:prstGeom prst="line">
            <a:avLst/>
          </a:prstGeom>
          <a:ln w="22225">
            <a:solidFill>
              <a:srgbClr val="FF66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연결선 134"/>
          <p:cNvCxnSpPr/>
          <p:nvPr/>
        </p:nvCxnSpPr>
        <p:spPr bwMode="auto">
          <a:xfrm flipV="1">
            <a:off x="8235400" y="1372570"/>
            <a:ext cx="1008000" cy="4124"/>
          </a:xfrm>
          <a:prstGeom prst="line">
            <a:avLst/>
          </a:prstGeom>
          <a:ln w="22225">
            <a:solidFill>
              <a:srgbClr val="FF66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순서도: 연결자 135"/>
          <p:cNvSpPr/>
          <p:nvPr/>
        </p:nvSpPr>
        <p:spPr bwMode="auto">
          <a:xfrm>
            <a:off x="9260021" y="1511546"/>
            <a:ext cx="116946" cy="107950"/>
          </a:xfrm>
          <a:prstGeom prst="flowChartConnector">
            <a:avLst/>
          </a:prstGeom>
          <a:solidFill>
            <a:srgbClr val="0070C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286" name="TextBox 136"/>
          <p:cNvSpPr txBox="1">
            <a:spLocks noChangeArrowheads="1"/>
          </p:cNvSpPr>
          <p:nvPr/>
        </p:nvSpPr>
        <p:spPr bwMode="auto">
          <a:xfrm>
            <a:off x="8220895" y="1194975"/>
            <a:ext cx="814325" cy="158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lnSpc>
                <a:spcPts val="400"/>
              </a:lnSpc>
              <a:spcBef>
                <a:spcPct val="50000"/>
              </a:spcBef>
            </a:pPr>
            <a:r>
              <a:rPr lang="ko-KR" altLang="en-US" sz="1000" b="1" dirty="0">
                <a:solidFill>
                  <a:srgbClr val="0033CC"/>
                </a:solidFill>
                <a:ea typeface="맑은 고딕" pitchFamily="50" charset="-127"/>
              </a:rPr>
              <a:t>시스템 안정화</a:t>
            </a:r>
          </a:p>
        </p:txBody>
      </p:sp>
      <p:sp>
        <p:nvSpPr>
          <p:cNvPr id="62" name="순서도: 연결자 61"/>
          <p:cNvSpPr/>
          <p:nvPr/>
        </p:nvSpPr>
        <p:spPr bwMode="auto">
          <a:xfrm>
            <a:off x="505506" y="1533310"/>
            <a:ext cx="116946" cy="107950"/>
          </a:xfrm>
          <a:prstGeom prst="flowChartConnector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6" name="포인트가 5개인 별 85"/>
          <p:cNvSpPr/>
          <p:nvPr/>
        </p:nvSpPr>
        <p:spPr bwMode="auto">
          <a:xfrm>
            <a:off x="7974056" y="1443822"/>
            <a:ext cx="273447" cy="252412"/>
          </a:xfrm>
          <a:prstGeom prst="star5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7" name="직각 삼각형 86"/>
          <p:cNvSpPr/>
          <p:nvPr/>
        </p:nvSpPr>
        <p:spPr bwMode="auto">
          <a:xfrm>
            <a:off x="892543" y="1708106"/>
            <a:ext cx="194337" cy="179388"/>
          </a:xfrm>
          <a:prstGeom prst="rtTriangle">
            <a:avLst/>
          </a:prstGeom>
          <a:solidFill>
            <a:srgbClr val="F653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290" name="TextBox 139"/>
          <p:cNvSpPr txBox="1">
            <a:spLocks noChangeArrowheads="1"/>
          </p:cNvSpPr>
          <p:nvPr/>
        </p:nvSpPr>
        <p:spPr bwMode="auto">
          <a:xfrm>
            <a:off x="8788493" y="2001134"/>
            <a:ext cx="628044" cy="246233"/>
          </a:xfrm>
          <a:prstGeom prst="rect">
            <a:avLst/>
          </a:prstGeom>
          <a:pattFill prst="pct30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1000" b="1" dirty="0">
                <a:ea typeface="맑은 고딕" pitchFamily="50" charset="-127"/>
              </a:rPr>
              <a:t>완료보고</a:t>
            </a:r>
          </a:p>
        </p:txBody>
      </p:sp>
      <p:sp>
        <p:nvSpPr>
          <p:cNvPr id="141" name="직각 삼각형 140"/>
          <p:cNvSpPr/>
          <p:nvPr/>
        </p:nvSpPr>
        <p:spPr bwMode="auto">
          <a:xfrm>
            <a:off x="9288327" y="1656008"/>
            <a:ext cx="196056" cy="179388"/>
          </a:xfrm>
          <a:prstGeom prst="rtTriangle">
            <a:avLst/>
          </a:prstGeom>
          <a:solidFill>
            <a:srgbClr val="F653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292" name="TextBox 141"/>
          <p:cNvSpPr txBox="1">
            <a:spLocks noChangeArrowheads="1"/>
          </p:cNvSpPr>
          <p:nvPr/>
        </p:nvSpPr>
        <p:spPr bwMode="auto">
          <a:xfrm>
            <a:off x="7586173" y="2013149"/>
            <a:ext cx="903056" cy="246233"/>
          </a:xfrm>
          <a:prstGeom prst="rect">
            <a:avLst/>
          </a:prstGeom>
          <a:pattFill prst="pct30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1000" b="1" dirty="0">
                <a:ea typeface="맑은 고딕" pitchFamily="50" charset="-127"/>
              </a:rPr>
              <a:t>시스템 오픈</a:t>
            </a:r>
          </a:p>
        </p:txBody>
      </p:sp>
      <p:sp>
        <p:nvSpPr>
          <p:cNvPr id="115" name="순서도: 연결자 114"/>
          <p:cNvSpPr/>
          <p:nvPr/>
        </p:nvSpPr>
        <p:spPr bwMode="auto">
          <a:xfrm>
            <a:off x="4116383" y="1530779"/>
            <a:ext cx="116946" cy="107949"/>
          </a:xfrm>
          <a:prstGeom prst="flowChartConnector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3" name="순서도: 연결자 142"/>
          <p:cNvSpPr/>
          <p:nvPr/>
        </p:nvSpPr>
        <p:spPr bwMode="auto">
          <a:xfrm>
            <a:off x="3045557" y="1533305"/>
            <a:ext cx="116946" cy="107949"/>
          </a:xfrm>
          <a:prstGeom prst="flowChartConnector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4" name="순서도: 연결자 143"/>
          <p:cNvSpPr/>
          <p:nvPr/>
        </p:nvSpPr>
        <p:spPr bwMode="auto">
          <a:xfrm>
            <a:off x="5684987" y="1533305"/>
            <a:ext cx="116946" cy="107949"/>
          </a:xfrm>
          <a:prstGeom prst="flowChartConnector">
            <a:avLst/>
          </a:prstGeom>
          <a:solidFill>
            <a:srgbClr val="0070C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5" name="순서도: 연결자 144"/>
          <p:cNvSpPr/>
          <p:nvPr/>
        </p:nvSpPr>
        <p:spPr bwMode="auto">
          <a:xfrm>
            <a:off x="7266091" y="1536124"/>
            <a:ext cx="116946" cy="107949"/>
          </a:xfrm>
          <a:prstGeom prst="flowChartConnector">
            <a:avLst/>
          </a:prstGeom>
          <a:solidFill>
            <a:srgbClr val="0070C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6" name="순서도: 연결자 145"/>
          <p:cNvSpPr/>
          <p:nvPr/>
        </p:nvSpPr>
        <p:spPr bwMode="auto">
          <a:xfrm>
            <a:off x="7886935" y="1526597"/>
            <a:ext cx="116946" cy="107949"/>
          </a:xfrm>
          <a:prstGeom prst="flowChartConnector">
            <a:avLst/>
          </a:prstGeom>
          <a:solidFill>
            <a:srgbClr val="0070C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48" name="Group 2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7257209"/>
              </p:ext>
            </p:extLst>
          </p:nvPr>
        </p:nvGraphicFramePr>
        <p:xfrm>
          <a:off x="500460" y="2400818"/>
          <a:ext cx="8903361" cy="4152891"/>
        </p:xfrm>
        <a:graphic>
          <a:graphicData uri="http://schemas.openxmlformats.org/drawingml/2006/table">
            <a:tbl>
              <a:tblPr/>
              <a:tblGrid>
                <a:gridCol w="2542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0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90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 자</a:t>
                      </a:r>
                    </a:p>
                  </a:txBody>
                  <a:tcPr marL="97516" marR="97516" marT="45808" marB="45808" anchor="ctr" anchorCtr="1" horzOverflow="overflow">
                    <a:lnL cap="flat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 내용</a:t>
                      </a:r>
                    </a:p>
                  </a:txBody>
                  <a:tcPr marL="97516" marR="97516" marT="45808" marB="45808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72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요구사항 분석</a:t>
                      </a: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(5.26~7.11)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005" marR="39005" marT="45808" marB="45808" anchor="ctr" anchorCtr="1" horzOverflow="overflow">
                    <a:lnL cap="flat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부문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팀별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요청사항 수렴 및 통합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(TFT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구성 및 인터뷰 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1,2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차 수행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    - ISO 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양식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,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현장 사용 양식 및 프로세스 검토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검토 양식 총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107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종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전자결재 구현 확정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:59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건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보류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12)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그룹웨어 패키지 검토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    -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필요 게시판 및 기능 확인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화면 시안 및 메뉴 체계 구성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v"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시스템 별 기능 설계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    -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전자결재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ERP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연동 대상 식별 및 연동 설계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    - ERP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작성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  GW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결재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총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9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종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출고요청서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4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종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구매요구서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,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구매품의서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,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자재반품요청서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,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이동요청서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전표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)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    - GW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작성 및 결재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 ERP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등록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(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총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 2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종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itchFamily="2" charset="2"/>
                        </a:rPr>
                        <a:t>, ECN, STN)  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005" marR="39005" marT="45808" marB="45808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38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 개발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(6.16~07.30)</a:t>
                      </a:r>
                    </a:p>
                  </a:txBody>
                  <a:tcPr marL="39005" marR="39005" marT="45808" marB="45808" anchor="ctr" anchorCtr="1" horzOverflow="overflow">
                    <a:lnL cap="flat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 개발 및 설정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-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포탈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게시판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설문조사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자원예약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일정관리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문서관리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메일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메신저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-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전자결재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양식 개발 및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ERP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연동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추가요건 구현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단위 테스트</a:t>
                      </a:r>
                      <a:endParaRPr kumimoji="1" lang="en-US" altLang="ko-KR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9005" marR="39005" marT="45808" marB="45808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65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테스트 및 시험 운영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(07.26~08.14)</a:t>
                      </a:r>
                    </a:p>
                  </a:txBody>
                  <a:tcPr marL="39005" marR="39005" marT="45808" marB="45808" anchor="ctr" anchorCtr="1" horzOverflow="overflow">
                    <a:lnL cap="flat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테스트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-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업무별 시스템 테스트 및 자료 검증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사용자 교육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- TFT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그룹웨어 사용법 교육 및 부서 내 전파교육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메일 이관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- 1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차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(7/26) : Exchange 2007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anose="05000000000000000000" pitchFamily="2" charset="2"/>
                        </a:rPr>
                        <a:t>임시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anose="05000000000000000000" pitchFamily="2" charset="2"/>
                        </a:rPr>
                        <a:t> Exchange 2013  2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anose="05000000000000000000" pitchFamily="2" charset="2"/>
                        </a:rPr>
                        <a:t>차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anose="05000000000000000000" pitchFamily="2" charset="2"/>
                        </a:rPr>
                        <a:t>(8/02) :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anose="05000000000000000000" pitchFamily="2" charset="2"/>
                        </a:rPr>
                        <a:t>운영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sym typeface="Wingdings" panose="05000000000000000000" pitchFamily="2" charset="2"/>
                        </a:rPr>
                        <a:t>Exchange 2013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005" marR="39005" marT="45808" marB="45808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1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 오픈 및 안정화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(08.18~08.31)</a:t>
                      </a:r>
                    </a:p>
                  </a:txBody>
                  <a:tcPr marL="39005" marR="39005" marT="45808" marB="45808" anchor="ctr" anchorCtr="1" horzOverflow="overflow">
                    <a:lnL cap="flat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ko-KR" alt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시스템 오픈 </a:t>
                      </a:r>
                      <a:r>
                        <a:rPr kumimoji="1" lang="en-US" altLang="ko-KR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안정화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-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관리자 교육 및 안정화 수행</a:t>
                      </a:r>
                      <a:endParaRPr lang="ko-KR" altLang="en-US" sz="1000" dirty="0">
                        <a:solidFill>
                          <a:srgbClr val="FF66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005" marR="39005" marT="45808" marB="45808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3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4089400" y="6551921"/>
            <a:ext cx="1685925" cy="21907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hangingPunct="1">
              <a:defRPr/>
            </a:pPr>
            <a:r>
              <a:rPr kumimoji="0"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ea typeface="맑은 고딕" pitchFamily="50" charset="-127"/>
              </a:rPr>
              <a:t>- </a:t>
            </a:r>
            <a:fld id="{439B5B9D-4C6D-4047-9AC7-C209DB283478}" type="slidenum">
              <a:rPr kumimoji="0" lang="en-US" altLang="ko-KR" smtClean="0">
                <a:solidFill>
                  <a:schemeClr val="tx1">
                    <a:lumMod val="65000"/>
                    <a:lumOff val="35000"/>
                  </a:schemeClr>
                </a:solidFill>
                <a:ea typeface="맑은 고딕" pitchFamily="50" charset="-127"/>
              </a:rPr>
              <a:pPr eaLnBrk="1" hangingPunct="1">
                <a:defRPr/>
              </a:pPr>
              <a:t>5</a:t>
            </a:fld>
            <a:r>
              <a:rPr kumimoji="0"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ea typeface="맑은 고딕" pitchFamily="50" charset="-127"/>
              </a:rPr>
              <a:t> -</a:t>
            </a:r>
          </a:p>
        </p:txBody>
      </p:sp>
      <p:sp>
        <p:nvSpPr>
          <p:cNvPr id="66" name="순서도: 연결자 65"/>
          <p:cNvSpPr/>
          <p:nvPr/>
        </p:nvSpPr>
        <p:spPr bwMode="auto">
          <a:xfrm>
            <a:off x="2046057" y="1553437"/>
            <a:ext cx="116946" cy="107950"/>
          </a:xfrm>
          <a:prstGeom prst="flowChartConnecto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7" name="순서도: 연결자 66"/>
          <p:cNvSpPr/>
          <p:nvPr/>
        </p:nvSpPr>
        <p:spPr bwMode="auto">
          <a:xfrm>
            <a:off x="2835902" y="1564718"/>
            <a:ext cx="116946" cy="107950"/>
          </a:xfrm>
          <a:prstGeom prst="flowChartConnecto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8" name="TextBox 118"/>
          <p:cNvSpPr txBox="1">
            <a:spLocks noChangeArrowheads="1"/>
          </p:cNvSpPr>
          <p:nvPr/>
        </p:nvSpPr>
        <p:spPr bwMode="auto">
          <a:xfrm>
            <a:off x="1833257" y="1631883"/>
            <a:ext cx="51937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1000" b="1" dirty="0">
                <a:solidFill>
                  <a:srgbClr val="0033CC"/>
                </a:solidFill>
                <a:ea typeface="맑은 고딕" pitchFamily="50" charset="-127"/>
              </a:rPr>
              <a:t>TFT </a:t>
            </a:r>
            <a:r>
              <a:rPr lang="ko-KR" altLang="en-US" sz="1000" b="1" dirty="0">
                <a:solidFill>
                  <a:srgbClr val="0033CC"/>
                </a:solidFill>
                <a:ea typeface="맑은 고딕" pitchFamily="50" charset="-127"/>
              </a:rPr>
              <a:t>구성</a:t>
            </a:r>
          </a:p>
        </p:txBody>
      </p:sp>
      <p:sp>
        <p:nvSpPr>
          <p:cNvPr id="70" name="TextBox 118"/>
          <p:cNvSpPr txBox="1">
            <a:spLocks noChangeArrowheads="1"/>
          </p:cNvSpPr>
          <p:nvPr/>
        </p:nvSpPr>
        <p:spPr bwMode="auto">
          <a:xfrm>
            <a:off x="2650354" y="1628548"/>
            <a:ext cx="464871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1000" b="1" dirty="0">
                <a:solidFill>
                  <a:srgbClr val="0033CC"/>
                </a:solidFill>
                <a:ea typeface="맑은 고딕" pitchFamily="50" charset="-127"/>
              </a:rPr>
              <a:t>TFT 1</a:t>
            </a:r>
            <a:r>
              <a:rPr lang="ko-KR" altLang="en-US" sz="1000" b="1" dirty="0">
                <a:solidFill>
                  <a:srgbClr val="0033CC"/>
                </a:solidFill>
                <a:ea typeface="맑은 고딕" pitchFamily="50" charset="-127"/>
              </a:rPr>
              <a:t>차</a:t>
            </a:r>
            <a:endParaRPr lang="en-US" altLang="ko-KR" sz="1000" b="1" dirty="0">
              <a:solidFill>
                <a:srgbClr val="0033CC"/>
              </a:solidFill>
              <a:ea typeface="맑은 고딕" pitchFamily="50" charset="-127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ko-KR" altLang="en-US" sz="1000" b="1" dirty="0">
                <a:solidFill>
                  <a:srgbClr val="0033CC"/>
                </a:solidFill>
                <a:ea typeface="맑은 고딕" pitchFamily="50" charset="-127"/>
              </a:rPr>
              <a:t>인터뷰</a:t>
            </a:r>
          </a:p>
        </p:txBody>
      </p:sp>
      <p:sp>
        <p:nvSpPr>
          <p:cNvPr id="71" name="순서도: 연결자 70"/>
          <p:cNvSpPr/>
          <p:nvPr/>
        </p:nvSpPr>
        <p:spPr bwMode="auto">
          <a:xfrm>
            <a:off x="3587138" y="1547985"/>
            <a:ext cx="116946" cy="107950"/>
          </a:xfrm>
          <a:prstGeom prst="flowChartConnecto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2" name="TextBox 118"/>
          <p:cNvSpPr txBox="1">
            <a:spLocks noChangeArrowheads="1"/>
          </p:cNvSpPr>
          <p:nvPr/>
        </p:nvSpPr>
        <p:spPr bwMode="auto">
          <a:xfrm>
            <a:off x="3387596" y="1639577"/>
            <a:ext cx="464871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1000" b="1" dirty="0">
                <a:solidFill>
                  <a:srgbClr val="0033CC"/>
                </a:solidFill>
                <a:ea typeface="맑은 고딕" pitchFamily="50" charset="-127"/>
              </a:rPr>
              <a:t>TFT 2</a:t>
            </a:r>
            <a:r>
              <a:rPr lang="ko-KR" altLang="en-US" sz="1000" b="1" dirty="0">
                <a:solidFill>
                  <a:srgbClr val="0033CC"/>
                </a:solidFill>
                <a:ea typeface="맑은 고딕" pitchFamily="50" charset="-127"/>
              </a:rPr>
              <a:t>차</a:t>
            </a:r>
            <a:endParaRPr lang="en-US" altLang="ko-KR" sz="1000" b="1" dirty="0">
              <a:solidFill>
                <a:srgbClr val="0033CC"/>
              </a:solidFill>
              <a:ea typeface="맑은 고딕" pitchFamily="50" charset="-127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ko-KR" altLang="en-US" sz="1000" b="1" dirty="0">
                <a:solidFill>
                  <a:srgbClr val="0033CC"/>
                </a:solidFill>
                <a:ea typeface="맑은 고딕" pitchFamily="50" charset="-127"/>
              </a:rPr>
              <a:t>인터뷰</a:t>
            </a:r>
          </a:p>
        </p:txBody>
      </p:sp>
      <p:sp>
        <p:nvSpPr>
          <p:cNvPr id="73" name="순서도: 연결자 72"/>
          <p:cNvSpPr/>
          <p:nvPr/>
        </p:nvSpPr>
        <p:spPr bwMode="auto">
          <a:xfrm>
            <a:off x="7066262" y="1547248"/>
            <a:ext cx="116946" cy="107950"/>
          </a:xfrm>
          <a:prstGeom prst="flowChartConnecto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4" name="TextBox 118"/>
          <p:cNvSpPr txBox="1">
            <a:spLocks noChangeArrowheads="1"/>
          </p:cNvSpPr>
          <p:nvPr/>
        </p:nvSpPr>
        <p:spPr bwMode="auto">
          <a:xfrm>
            <a:off x="6853463" y="1625694"/>
            <a:ext cx="51937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1000" b="1" dirty="0">
                <a:solidFill>
                  <a:srgbClr val="0033CC"/>
                </a:solidFill>
                <a:ea typeface="맑은 고딕" pitchFamily="50" charset="-127"/>
              </a:rPr>
              <a:t>TFT </a:t>
            </a:r>
            <a:r>
              <a:rPr lang="ko-KR" altLang="en-US" sz="1000" b="1" dirty="0">
                <a:solidFill>
                  <a:srgbClr val="0033CC"/>
                </a:solidFill>
                <a:ea typeface="맑은 고딕" pitchFamily="50" charset="-127"/>
              </a:rPr>
              <a:t>교육</a:t>
            </a:r>
          </a:p>
        </p:txBody>
      </p:sp>
      <p:sp>
        <p:nvSpPr>
          <p:cNvPr id="76" name="TextBox 139"/>
          <p:cNvSpPr txBox="1">
            <a:spLocks noChangeArrowheads="1"/>
          </p:cNvSpPr>
          <p:nvPr/>
        </p:nvSpPr>
        <p:spPr bwMode="auto">
          <a:xfrm>
            <a:off x="4484768" y="2011322"/>
            <a:ext cx="628044" cy="246233"/>
          </a:xfrm>
          <a:prstGeom prst="rect">
            <a:avLst/>
          </a:prstGeom>
          <a:pattFill prst="pct30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1000" b="1" dirty="0">
                <a:ea typeface="맑은 고딕" pitchFamily="50" charset="-127"/>
              </a:rPr>
              <a:t>중간보고</a:t>
            </a:r>
          </a:p>
        </p:txBody>
      </p:sp>
      <p:sp>
        <p:nvSpPr>
          <p:cNvPr id="84" name="순서도: 연결자 83"/>
          <p:cNvSpPr/>
          <p:nvPr/>
        </p:nvSpPr>
        <p:spPr bwMode="auto">
          <a:xfrm>
            <a:off x="6275674" y="1534761"/>
            <a:ext cx="116946" cy="107949"/>
          </a:xfrm>
          <a:prstGeom prst="flowChartConnector">
            <a:avLst/>
          </a:prstGeom>
          <a:solidFill>
            <a:srgbClr val="0070C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5" name="순서도: 연결자 84"/>
          <p:cNvSpPr/>
          <p:nvPr/>
        </p:nvSpPr>
        <p:spPr bwMode="auto">
          <a:xfrm>
            <a:off x="5681756" y="1527213"/>
            <a:ext cx="116946" cy="107950"/>
          </a:xfrm>
          <a:prstGeom prst="flowChartConnecto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8" name="TextBox 118"/>
          <p:cNvSpPr txBox="1">
            <a:spLocks noChangeArrowheads="1"/>
          </p:cNvSpPr>
          <p:nvPr/>
        </p:nvSpPr>
        <p:spPr bwMode="auto">
          <a:xfrm>
            <a:off x="5462869" y="1699419"/>
            <a:ext cx="548227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1000" b="1" dirty="0">
                <a:solidFill>
                  <a:srgbClr val="0033CC"/>
                </a:solidFill>
                <a:ea typeface="맑은 고딕" pitchFamily="50" charset="-127"/>
              </a:rPr>
              <a:t>메일 </a:t>
            </a:r>
            <a:r>
              <a:rPr lang="en-US" altLang="ko-KR" sz="1000" b="1" dirty="0">
                <a:solidFill>
                  <a:srgbClr val="0033CC"/>
                </a:solidFill>
                <a:ea typeface="맑은 고딕" pitchFamily="50" charset="-127"/>
              </a:rPr>
              <a:t>1</a:t>
            </a:r>
            <a:r>
              <a:rPr lang="ko-KR" altLang="en-US" sz="1000" b="1" dirty="0">
                <a:solidFill>
                  <a:srgbClr val="0033CC"/>
                </a:solidFill>
                <a:ea typeface="맑은 고딕" pitchFamily="50" charset="-127"/>
              </a:rPr>
              <a:t>차 </a:t>
            </a:r>
            <a:endParaRPr lang="en-US" altLang="ko-KR" sz="1000" b="1" dirty="0">
              <a:solidFill>
                <a:srgbClr val="0033CC"/>
              </a:solidFill>
              <a:ea typeface="맑은 고딕" pitchFamily="50" charset="-127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ko-KR" altLang="en-US" sz="1000" b="1" dirty="0">
                <a:solidFill>
                  <a:srgbClr val="0033CC"/>
                </a:solidFill>
                <a:ea typeface="맑은 고딕" pitchFamily="50" charset="-127"/>
              </a:rPr>
              <a:t>이관</a:t>
            </a:r>
          </a:p>
        </p:txBody>
      </p:sp>
      <p:sp>
        <p:nvSpPr>
          <p:cNvPr id="89" name="순서도: 연결자 88"/>
          <p:cNvSpPr/>
          <p:nvPr/>
        </p:nvSpPr>
        <p:spPr bwMode="auto">
          <a:xfrm>
            <a:off x="6302486" y="1541897"/>
            <a:ext cx="116946" cy="107950"/>
          </a:xfrm>
          <a:prstGeom prst="flowChartConnecto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0" name="TextBox 118"/>
          <p:cNvSpPr txBox="1">
            <a:spLocks noChangeArrowheads="1"/>
          </p:cNvSpPr>
          <p:nvPr/>
        </p:nvSpPr>
        <p:spPr bwMode="auto">
          <a:xfrm>
            <a:off x="6091119" y="1720953"/>
            <a:ext cx="54822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1000" b="1" dirty="0">
                <a:solidFill>
                  <a:srgbClr val="0033CC"/>
                </a:solidFill>
                <a:ea typeface="맑은 고딕" pitchFamily="50" charset="-127"/>
              </a:rPr>
              <a:t>메일 </a:t>
            </a:r>
            <a:r>
              <a:rPr lang="en-US" altLang="ko-KR" sz="1000" b="1" dirty="0">
                <a:solidFill>
                  <a:srgbClr val="0033CC"/>
                </a:solidFill>
                <a:ea typeface="맑은 고딕" pitchFamily="50" charset="-127"/>
              </a:rPr>
              <a:t>2</a:t>
            </a:r>
            <a:r>
              <a:rPr lang="ko-KR" altLang="en-US" sz="1000" b="1" dirty="0">
                <a:solidFill>
                  <a:srgbClr val="0033CC"/>
                </a:solidFill>
                <a:ea typeface="맑은 고딕" pitchFamily="50" charset="-127"/>
              </a:rPr>
              <a:t>차 </a:t>
            </a:r>
            <a:endParaRPr lang="en-US" altLang="ko-KR" sz="1000" b="1" dirty="0">
              <a:solidFill>
                <a:srgbClr val="0033CC"/>
              </a:solidFill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9314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05272" y="114301"/>
            <a:ext cx="2632452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66700" indent="-2667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  <a:buClr>
                <a:schemeClr val="tx1"/>
              </a:buClr>
              <a:buSzPct val="90000"/>
              <a:defRPr/>
            </a:pPr>
            <a:r>
              <a:rPr lang="en-US" altLang="ko-KR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 pitchFamily="50" charset="-127"/>
              </a:rPr>
              <a:t>3. </a:t>
            </a:r>
            <a:r>
              <a:rPr lang="ko-KR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 pitchFamily="50" charset="-127"/>
              </a:rPr>
              <a:t>프로젝트 구축사항</a:t>
            </a:r>
            <a:endParaRPr lang="en-US" altLang="ko-KR" sz="2000" b="1" dirty="0">
              <a:solidFill>
                <a:schemeClr val="tx1">
                  <a:lumMod val="85000"/>
                  <a:lumOff val="15000"/>
                </a:schemeClr>
              </a:solidFill>
              <a:ea typeface="맑은 고딕" pitchFamily="50" charset="-127"/>
            </a:endParaRPr>
          </a:p>
        </p:txBody>
      </p:sp>
      <p:sp>
        <p:nvSpPr>
          <p:cNvPr id="21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4089400" y="6524625"/>
            <a:ext cx="1685925" cy="21907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hangingPunct="1">
              <a:defRPr/>
            </a:pPr>
            <a:r>
              <a:rPr kumimoji="0"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ea typeface="맑은 고딕" pitchFamily="50" charset="-127"/>
              </a:rPr>
              <a:t>- </a:t>
            </a:r>
            <a:fld id="{439B5B9D-4C6D-4047-9AC7-C209DB283478}" type="slidenum">
              <a:rPr kumimoji="0" lang="en-US" altLang="ko-KR" smtClean="0">
                <a:solidFill>
                  <a:schemeClr val="tx1">
                    <a:lumMod val="65000"/>
                    <a:lumOff val="35000"/>
                  </a:schemeClr>
                </a:solidFill>
                <a:ea typeface="맑은 고딕" pitchFamily="50" charset="-127"/>
              </a:rPr>
              <a:pPr eaLnBrk="1" hangingPunct="1">
                <a:defRPr/>
              </a:pPr>
              <a:t>6</a:t>
            </a:fld>
            <a:r>
              <a:rPr kumimoji="0"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ea typeface="맑은 고딕" pitchFamily="50" charset="-127"/>
              </a:rPr>
              <a:t> -</a:t>
            </a:r>
          </a:p>
        </p:txBody>
      </p:sp>
      <p:sp>
        <p:nvSpPr>
          <p:cNvPr id="25" name="Text Box 52"/>
          <p:cNvSpPr txBox="1">
            <a:spLocks noChangeArrowheads="1"/>
          </p:cNvSpPr>
          <p:nvPr/>
        </p:nvSpPr>
        <p:spPr bwMode="auto">
          <a:xfrm>
            <a:off x="769517" y="784842"/>
            <a:ext cx="83534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/>
          <a:lstStyle>
            <a:lvl1pPr marL="271463" indent="-271463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marL="0" indent="0" eaLnBrk="1" hangingPunct="1">
              <a:lnSpc>
                <a:spcPts val="1100"/>
              </a:lnSpc>
              <a:spcBef>
                <a:spcPct val="50000"/>
              </a:spcBef>
              <a:defRPr/>
            </a:pP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 pitchFamily="50" charset="-127"/>
              </a:rPr>
              <a:t>S/W </a:t>
            </a:r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 pitchFamily="50" charset="-127"/>
              </a:rPr>
              <a:t>구축사항</a:t>
            </a:r>
            <a:endParaRPr lang="en-US" altLang="ko-KR" sz="1600" b="1" dirty="0">
              <a:solidFill>
                <a:schemeClr val="tx1">
                  <a:lumMod val="85000"/>
                  <a:lumOff val="15000"/>
                </a:schemeClr>
              </a:solidFill>
              <a:ea typeface="맑은 고딕" pitchFamily="50" charset="-127"/>
            </a:endParaRPr>
          </a:p>
        </p:txBody>
      </p:sp>
      <p:pic>
        <p:nvPicPr>
          <p:cNvPr id="26" name="그림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304" y="819767"/>
            <a:ext cx="10795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849050"/>
              </p:ext>
            </p:extLst>
          </p:nvPr>
        </p:nvGraphicFramePr>
        <p:xfrm>
          <a:off x="205272" y="1177825"/>
          <a:ext cx="9427678" cy="3725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3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1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2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32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분류</a:t>
                      </a:r>
                    </a:p>
                  </a:txBody>
                  <a:tcPr marL="91434" marR="914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상세내용</a:t>
                      </a:r>
                    </a:p>
                  </a:txBody>
                  <a:tcPr marL="91434" marR="914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91434" marR="914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447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포탈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3" marR="91433"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50000"/>
                        <a:buFont typeface="Wingdings" pitchFamily="2" charset="2"/>
                        <a:buChar char="l"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포탈 화면</a:t>
                      </a:r>
                    </a:p>
                  </a:txBody>
                  <a:tcPr marL="89993" marR="89993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6" marR="91426" marT="45714" marB="457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46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9" marR="91439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50000"/>
                        <a:buFont typeface="Wingdings" pitchFamily="2" charset="2"/>
                        <a:buChar char="l"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TO-DO-LIST,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환율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kumimoji="1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웹가젯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전자메일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전자결재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kumimoji="1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최근게시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연결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5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,poll,</a:t>
                      </a:r>
                      <a:r>
                        <a:rPr kumimoji="1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생일자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근태현황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연결시스템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kumimoji="1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배너이미지등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5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총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19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 </a:t>
                      </a:r>
                      <a:r>
                        <a:rPr kumimoji="1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웹파트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구현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9993" marR="89993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6" marR="91426" marT="45714" marB="457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447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전자결재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3" marR="91433"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50000"/>
                        <a:buFont typeface="Wingdings" pitchFamily="2" charset="2"/>
                        <a:buChar char="l"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ERP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연동양식 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종  및 일반양식 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32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종 개발</a:t>
                      </a:r>
                    </a:p>
                  </a:txBody>
                  <a:tcPr marL="89993" marR="89993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6" marR="91426" marT="45714" marB="457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44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9" marR="91439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50000"/>
                        <a:buFont typeface="Wingdings" pitchFamily="2" charset="2"/>
                        <a:buChar char="l"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양식 별 프로세스 구현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협조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품의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9993" marR="89993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6" marR="91426" marT="45714" marB="457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4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50000"/>
                        <a:buFont typeface="Wingdings" pitchFamily="2" charset="2"/>
                        <a:buChar char="l"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개인문서함 및 부서문서함</a:t>
                      </a:r>
                    </a:p>
                  </a:txBody>
                  <a:tcPr marL="89993" marR="89993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6" marR="91426" marT="45714" marB="457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56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9" marR="91439"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50000"/>
                        <a:buFont typeface="Wingdings" pitchFamily="2" charset="2"/>
                        <a:buChar char="l"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전자결재 관리자 기능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양식 생성 및 프로세스 적용 등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9993" marR="89993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6" marR="91426" marT="45714" marB="457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4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웹 메일</a:t>
                      </a:r>
                    </a:p>
                  </a:txBody>
                  <a:tcPr marL="91433" marR="91433"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50000"/>
                        <a:buFont typeface="Wingdings" pitchFamily="2" charset="2"/>
                        <a:buChar char="l"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대용량 메일 보내기 기능</a:t>
                      </a:r>
                    </a:p>
                  </a:txBody>
                  <a:tcPr marL="89993" marR="89993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6" marR="91426" marT="45714" marB="457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5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게시</a:t>
                      </a:r>
                    </a:p>
                  </a:txBody>
                  <a:tcPr marL="91433" marR="91433"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50000"/>
                        <a:buFont typeface="Wingdings" pitchFamily="2" charset="2"/>
                        <a:buChar char="l"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공지사항 게시판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사진게시판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일반자유게시판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게시판 기능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5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을 이용한 </a:t>
                      </a:r>
                      <a:r>
                        <a:rPr kumimoji="1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상조회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알림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 게시판 구현</a:t>
                      </a:r>
                    </a:p>
                  </a:txBody>
                  <a:tcPr marL="89993" marR="89993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6" marR="91426" marT="45714" marB="457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74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HelpDesk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3" marR="91433"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50000"/>
                        <a:buFont typeface="Wingdings" pitchFamily="2" charset="2"/>
                        <a:buChar char="l"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IT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및 업무에 관련된 질의 및 응답을 위한 게시판 </a:t>
                      </a:r>
                      <a:r>
                        <a:rPr kumimoji="1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구혀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9993" marR="89993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6" marR="91426" marT="45714" marB="457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3170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05272" y="114301"/>
            <a:ext cx="211949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66700" indent="-2667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  <a:buClr>
                <a:schemeClr val="tx1"/>
              </a:buClr>
              <a:buSzPct val="90000"/>
              <a:defRPr/>
            </a:pPr>
            <a:r>
              <a:rPr lang="en-US" altLang="ko-KR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 pitchFamily="50" charset="-127"/>
              </a:rPr>
              <a:t>4. </a:t>
            </a:r>
            <a:r>
              <a:rPr lang="ko-KR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 pitchFamily="50" charset="-127"/>
              </a:rPr>
              <a:t>시스템 구성도</a:t>
            </a:r>
            <a:endParaRPr lang="en-US" altLang="ko-KR" sz="2000" b="1" dirty="0">
              <a:solidFill>
                <a:schemeClr val="tx1">
                  <a:lumMod val="85000"/>
                  <a:lumOff val="15000"/>
                </a:schemeClr>
              </a:solidFill>
              <a:ea typeface="맑은 고딕" pitchFamily="50" charset="-127"/>
            </a:endParaRPr>
          </a:p>
        </p:txBody>
      </p:sp>
      <p:sp>
        <p:nvSpPr>
          <p:cNvPr id="21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4089400" y="6524625"/>
            <a:ext cx="1685925" cy="21907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hangingPunct="1">
              <a:defRPr/>
            </a:pPr>
            <a:r>
              <a:rPr kumimoji="0"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ea typeface="맑은 고딕" pitchFamily="50" charset="-127"/>
              </a:rPr>
              <a:t>- </a:t>
            </a:r>
            <a:fld id="{439B5B9D-4C6D-4047-9AC7-C209DB283478}" type="slidenum">
              <a:rPr kumimoji="0" lang="en-US" altLang="ko-KR" smtClean="0">
                <a:solidFill>
                  <a:schemeClr val="tx1">
                    <a:lumMod val="65000"/>
                    <a:lumOff val="35000"/>
                  </a:schemeClr>
                </a:solidFill>
                <a:ea typeface="맑은 고딕" pitchFamily="50" charset="-127"/>
              </a:rPr>
              <a:pPr eaLnBrk="1" hangingPunct="1">
                <a:defRPr/>
              </a:pPr>
              <a:t>7</a:t>
            </a:fld>
            <a:r>
              <a:rPr kumimoji="0"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ea typeface="맑은 고딕" pitchFamily="50" charset="-127"/>
              </a:rPr>
              <a:t> -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66700" y="928048"/>
            <a:ext cx="9351963" cy="5391791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C9C9C9"/>
              </a:gs>
              <a:gs pos="50000">
                <a:srgbClr val="EAEAEA"/>
              </a:gs>
              <a:gs pos="100000">
                <a:srgbClr val="C9C9C9"/>
              </a:gs>
            </a:gsLst>
            <a:lin ang="5400000" scaled="1"/>
          </a:gradFill>
          <a:ln w="12700" algn="ctr">
            <a:noFill/>
            <a:round/>
            <a:headEnd/>
            <a:tailEnd/>
          </a:ln>
        </p:spPr>
        <p:txBody>
          <a:bodyPr wrap="none" lIns="216000" tIns="216000" rIns="216000" bIns="0"/>
          <a:lstStyle/>
          <a:p>
            <a:pPr algn="ctr" eaLnBrk="0" latinLnBrk="0" hangingPunct="0">
              <a:lnSpc>
                <a:spcPct val="130000"/>
              </a:lnSpc>
              <a:spcBef>
                <a:spcPct val="50000"/>
              </a:spcBef>
              <a:buFont typeface="Wingdings" pitchFamily="2" charset="2"/>
              <a:buNone/>
            </a:pPr>
            <a:endParaRPr lang="en-US" altLang="ko-KR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eaLnBrk="0" latinLnBrk="0" hangingPunct="0">
              <a:lnSpc>
                <a:spcPct val="130000"/>
              </a:lnSpc>
              <a:spcBef>
                <a:spcPct val="50000"/>
              </a:spcBef>
              <a:buFont typeface="Wingdings" pitchFamily="2" charset="2"/>
              <a:buNone/>
            </a:pPr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eaLnBrk="0" latinLnBrk="0" hangingPunct="0">
              <a:lnSpc>
                <a:spcPct val="130000"/>
              </a:lnSpc>
              <a:spcBef>
                <a:spcPct val="50000"/>
              </a:spcBef>
              <a:buFont typeface="Wingdings" pitchFamily="2" charset="2"/>
              <a:buNone/>
            </a:pPr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eaLnBrk="0" latinLnBrk="0" hangingPunct="0">
              <a:lnSpc>
                <a:spcPct val="130000"/>
              </a:lnSpc>
              <a:spcBef>
                <a:spcPct val="50000"/>
              </a:spcBef>
              <a:buFont typeface="Wingdings" pitchFamily="2" charset="2"/>
              <a:buNone/>
            </a:pPr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eaLnBrk="0" latinLnBrk="0" hangingPunct="0">
              <a:lnSpc>
                <a:spcPct val="130000"/>
              </a:lnSpc>
              <a:spcBef>
                <a:spcPct val="50000"/>
              </a:spcBef>
              <a:buFont typeface="Wingdings" pitchFamily="2" charset="2"/>
              <a:buNone/>
            </a:pPr>
            <a:endParaRPr lang="en-US" altLang="ko-KR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eaLnBrk="0" latinLnBrk="0" hangingPunct="0">
              <a:lnSpc>
                <a:spcPct val="130000"/>
              </a:lnSpc>
              <a:spcBef>
                <a:spcPct val="50000"/>
              </a:spcBef>
              <a:buFont typeface="Wingdings" pitchFamily="2" charset="2"/>
              <a:buNone/>
            </a:pPr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algn="ctr" eaLnBrk="0" latinLnBrk="0" hangingPunct="0">
              <a:lnSpc>
                <a:spcPct val="130000"/>
              </a:lnSpc>
              <a:spcBef>
                <a:spcPct val="50000"/>
              </a:spcBef>
              <a:buFont typeface="Wingdings" pitchFamily="2" charset="2"/>
              <a:buNone/>
            </a:pPr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AutoShape 98"/>
          <p:cNvSpPr>
            <a:spLocks noChangeArrowheads="1"/>
          </p:cNvSpPr>
          <p:nvPr/>
        </p:nvSpPr>
        <p:spPr bwMode="auto">
          <a:xfrm>
            <a:off x="344488" y="1023583"/>
            <a:ext cx="9188450" cy="5207356"/>
          </a:xfrm>
          <a:prstGeom prst="roundRect">
            <a:avLst>
              <a:gd name="adj" fmla="val 1630"/>
            </a:avLst>
          </a:prstGeom>
          <a:solidFill>
            <a:srgbClr val="FFFFFF"/>
          </a:solidFill>
          <a:ln w="9525" algn="ctr">
            <a:solidFill>
              <a:srgbClr val="5C748E"/>
            </a:solidFill>
            <a:round/>
            <a:headEnd/>
            <a:tailEnd/>
          </a:ln>
        </p:spPr>
        <p:txBody>
          <a:bodyPr lIns="90000" tIns="46800" rIns="90000" anchor="ctr"/>
          <a:lstStyle/>
          <a:p>
            <a:pPr marL="180975" indent="-180975" algn="ctr" eaLnBrk="0" latinLnBrk="0" hangingPunct="0">
              <a:lnSpc>
                <a:spcPct val="130000"/>
              </a:lnSpc>
              <a:spcBef>
                <a:spcPct val="50000"/>
              </a:spcBef>
              <a:spcAft>
                <a:spcPct val="10000"/>
              </a:spcAft>
            </a:pPr>
            <a:endParaRPr lang="en-US" altLang="ko-KR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86" name="그림 8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00" y="1440500"/>
            <a:ext cx="8056881" cy="4092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03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05272" y="114301"/>
            <a:ext cx="297870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66700" indent="-2667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  <a:buClr>
                <a:schemeClr val="tx1"/>
              </a:buClr>
              <a:buSzPct val="90000"/>
              <a:defRPr/>
            </a:pPr>
            <a:r>
              <a:rPr lang="en-US" altLang="ko-KR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 pitchFamily="50" charset="-127"/>
              </a:rPr>
              <a:t>5. </a:t>
            </a:r>
            <a:r>
              <a:rPr lang="ko-KR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 pitchFamily="50" charset="-127"/>
              </a:rPr>
              <a:t>유지보수 및 지원체계</a:t>
            </a:r>
            <a:endParaRPr lang="en-US" altLang="ko-KR" sz="2000" b="1" dirty="0">
              <a:solidFill>
                <a:schemeClr val="tx1">
                  <a:lumMod val="85000"/>
                  <a:lumOff val="15000"/>
                </a:schemeClr>
              </a:solidFill>
              <a:ea typeface="맑은 고딕" pitchFamily="50" charset="-127"/>
            </a:endParaRPr>
          </a:p>
        </p:txBody>
      </p:sp>
      <p:sp>
        <p:nvSpPr>
          <p:cNvPr id="21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4089400" y="6524625"/>
            <a:ext cx="1685925" cy="21907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hangingPunct="1">
              <a:defRPr/>
            </a:pPr>
            <a:r>
              <a:rPr kumimoji="0"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ea typeface="맑은 고딕" pitchFamily="50" charset="-127"/>
              </a:rPr>
              <a:t>- </a:t>
            </a:r>
            <a:fld id="{439B5B9D-4C6D-4047-9AC7-C209DB283478}" type="slidenum">
              <a:rPr kumimoji="0" lang="en-US" altLang="ko-KR" smtClean="0">
                <a:solidFill>
                  <a:schemeClr val="tx1">
                    <a:lumMod val="65000"/>
                    <a:lumOff val="35000"/>
                  </a:schemeClr>
                </a:solidFill>
                <a:ea typeface="맑은 고딕" pitchFamily="50" charset="-127"/>
              </a:rPr>
              <a:pPr eaLnBrk="1" hangingPunct="1">
                <a:defRPr/>
              </a:pPr>
              <a:t>8</a:t>
            </a:fld>
            <a:r>
              <a:rPr kumimoji="0"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ea typeface="맑은 고딕" pitchFamily="50" charset="-127"/>
              </a:rPr>
              <a:t> -</a:t>
            </a:r>
          </a:p>
        </p:txBody>
      </p:sp>
      <p:sp>
        <p:nvSpPr>
          <p:cNvPr id="13" name="Rectangle 44"/>
          <p:cNvSpPr>
            <a:spLocks noChangeArrowheads="1"/>
          </p:cNvSpPr>
          <p:nvPr/>
        </p:nvSpPr>
        <p:spPr bwMode="auto">
          <a:xfrm>
            <a:off x="509588" y="609600"/>
            <a:ext cx="8863012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56483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tabLst>
                <a:tab pos="56483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tabLst>
                <a:tab pos="56483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tabLst>
                <a:tab pos="56483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tabLst>
                <a:tab pos="56483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6483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6483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6483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6483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fontAlgn="ctr" latinLnBrk="0" hangingPunct="1">
              <a:lnSpc>
                <a:spcPct val="110000"/>
              </a:lnSpc>
              <a:spcBef>
                <a:spcPct val="20000"/>
              </a:spcBef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종료 후 안정적인 유지보수를 지원할 수 있도록 독립적인 유지보수 센터와 콜센터 시스템을 운영하고 있으며</a:t>
            </a: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이를 통해 장애 발생을 사전에 예방함은 물론 장애 발생시 신속히 대처하여 시스템의 안정적 운영을 하도록 하겠습니다</a:t>
            </a: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.(1</a:t>
            </a: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년 무상 하자보수</a:t>
            </a: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ko-KR"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4" name="그룹 91"/>
          <p:cNvGrpSpPr>
            <a:grpSpLocks/>
          </p:cNvGrpSpPr>
          <p:nvPr/>
        </p:nvGrpSpPr>
        <p:grpSpPr bwMode="auto">
          <a:xfrm>
            <a:off x="266700" y="1266825"/>
            <a:ext cx="9351963" cy="4467225"/>
            <a:chOff x="166654" y="1722971"/>
            <a:chExt cx="6060492" cy="4676840"/>
          </a:xfrm>
        </p:grpSpPr>
        <p:sp>
          <p:nvSpPr>
            <p:cNvPr id="15" name="Rectangle 4"/>
            <p:cNvSpPr>
              <a:spLocks noChangeArrowheads="1"/>
            </p:cNvSpPr>
            <p:nvPr/>
          </p:nvSpPr>
          <p:spPr bwMode="auto">
            <a:xfrm>
              <a:off x="166654" y="2060356"/>
              <a:ext cx="6060492" cy="4339455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rgbClr val="C9C9C9"/>
                </a:gs>
                <a:gs pos="50000">
                  <a:srgbClr val="EAEAEA"/>
                </a:gs>
                <a:gs pos="100000">
                  <a:srgbClr val="C9C9C9"/>
                </a:gs>
              </a:gsLst>
              <a:lin ang="5400000" scaled="1"/>
            </a:gradFill>
            <a:ln w="12700" algn="ctr">
              <a:noFill/>
              <a:round/>
              <a:headEnd/>
              <a:tailEnd/>
            </a:ln>
          </p:spPr>
          <p:txBody>
            <a:bodyPr wrap="none" lIns="216000" tIns="216000" rIns="216000" bIns="0"/>
            <a:lstStyle/>
            <a:p>
              <a:pPr algn="ctr" eaLnBrk="0" latinLnBrk="0" hangingPunct="0">
                <a:lnSpc>
                  <a:spcPct val="130000"/>
                </a:lnSpc>
                <a:spcBef>
                  <a:spcPct val="50000"/>
                </a:spcBef>
                <a:buFont typeface="Wingdings" pitchFamily="2" charset="2"/>
                <a:buNone/>
                <a:defRPr/>
              </a:pPr>
              <a:endParaRPr lang="en-US" altLang="ko-KR" dirty="0">
                <a:solidFill>
                  <a:srgbClr val="000000"/>
                </a:solidFill>
                <a:latin typeface="+mn-lt"/>
                <a:ea typeface="+mn-ea"/>
              </a:endParaRPr>
            </a:p>
            <a:p>
              <a:pPr algn="ctr" eaLnBrk="0" latinLnBrk="0" hangingPunct="0">
                <a:lnSpc>
                  <a:spcPct val="130000"/>
                </a:lnSpc>
                <a:spcBef>
                  <a:spcPct val="50000"/>
                </a:spcBef>
                <a:buFont typeface="Wingdings" pitchFamily="2" charset="2"/>
                <a:buNone/>
                <a:defRPr/>
              </a:pPr>
              <a:endParaRPr lang="ko-KR" altLang="en-US" dirty="0">
                <a:solidFill>
                  <a:srgbClr val="000000"/>
                </a:solidFill>
                <a:latin typeface="+mn-lt"/>
                <a:ea typeface="+mn-ea"/>
              </a:endParaRPr>
            </a:p>
            <a:p>
              <a:pPr algn="ctr" eaLnBrk="0" latinLnBrk="0" hangingPunct="0">
                <a:lnSpc>
                  <a:spcPct val="130000"/>
                </a:lnSpc>
                <a:spcBef>
                  <a:spcPct val="50000"/>
                </a:spcBef>
                <a:buFont typeface="Wingdings" pitchFamily="2" charset="2"/>
                <a:buNone/>
                <a:defRPr/>
              </a:pPr>
              <a:endParaRPr lang="ko-KR" altLang="en-US" dirty="0">
                <a:solidFill>
                  <a:srgbClr val="000000"/>
                </a:solidFill>
                <a:latin typeface="+mn-lt"/>
                <a:ea typeface="+mn-ea"/>
              </a:endParaRPr>
            </a:p>
            <a:p>
              <a:pPr algn="ctr" eaLnBrk="0" latinLnBrk="0" hangingPunct="0">
                <a:lnSpc>
                  <a:spcPct val="130000"/>
                </a:lnSpc>
                <a:spcBef>
                  <a:spcPct val="50000"/>
                </a:spcBef>
                <a:buFont typeface="Wingdings" pitchFamily="2" charset="2"/>
                <a:buNone/>
                <a:defRPr/>
              </a:pPr>
              <a:endParaRPr lang="ko-KR" altLang="en-US" dirty="0">
                <a:solidFill>
                  <a:srgbClr val="000000"/>
                </a:solidFill>
                <a:latin typeface="+mn-lt"/>
                <a:ea typeface="+mn-ea"/>
              </a:endParaRPr>
            </a:p>
            <a:p>
              <a:pPr algn="ctr" eaLnBrk="0" latinLnBrk="0" hangingPunct="0">
                <a:lnSpc>
                  <a:spcPct val="130000"/>
                </a:lnSpc>
                <a:spcBef>
                  <a:spcPct val="50000"/>
                </a:spcBef>
                <a:buFont typeface="Wingdings" pitchFamily="2" charset="2"/>
                <a:buNone/>
                <a:defRPr/>
              </a:pPr>
              <a:endParaRPr lang="en-US" altLang="ko-KR" dirty="0">
                <a:solidFill>
                  <a:srgbClr val="000000"/>
                </a:solidFill>
                <a:latin typeface="+mn-lt"/>
                <a:ea typeface="+mn-ea"/>
              </a:endParaRPr>
            </a:p>
            <a:p>
              <a:pPr algn="ctr" eaLnBrk="0" latinLnBrk="0" hangingPunct="0">
                <a:lnSpc>
                  <a:spcPct val="130000"/>
                </a:lnSpc>
                <a:spcBef>
                  <a:spcPct val="50000"/>
                </a:spcBef>
                <a:buFont typeface="Wingdings" pitchFamily="2" charset="2"/>
                <a:buNone/>
                <a:defRPr/>
              </a:pPr>
              <a:endParaRPr lang="ko-KR" altLang="en-US" dirty="0">
                <a:solidFill>
                  <a:srgbClr val="000000"/>
                </a:solidFill>
                <a:latin typeface="+mn-lt"/>
                <a:ea typeface="+mn-ea"/>
                <a:sym typeface="Wingdings" pitchFamily="2" charset="2"/>
              </a:endParaRPr>
            </a:p>
            <a:p>
              <a:pPr algn="ctr" eaLnBrk="0" latinLnBrk="0" hangingPunct="0">
                <a:lnSpc>
                  <a:spcPct val="130000"/>
                </a:lnSpc>
                <a:spcBef>
                  <a:spcPct val="50000"/>
                </a:spcBef>
                <a:buFont typeface="Wingdings" pitchFamily="2" charset="2"/>
                <a:buNone/>
                <a:defRPr/>
              </a:pPr>
              <a:endParaRPr lang="ko-KR" altLang="en-US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16" name="AutoShape 98"/>
            <p:cNvSpPr>
              <a:spLocks noChangeArrowheads="1"/>
            </p:cNvSpPr>
            <p:nvPr/>
          </p:nvSpPr>
          <p:spPr bwMode="auto">
            <a:xfrm>
              <a:off x="217064" y="2135145"/>
              <a:ext cx="5954528" cy="4179905"/>
            </a:xfrm>
            <a:prstGeom prst="roundRect">
              <a:avLst>
                <a:gd name="adj" fmla="val 1630"/>
              </a:avLst>
            </a:prstGeom>
            <a:solidFill>
              <a:srgbClr val="FFFFFF"/>
            </a:solidFill>
            <a:ln w="9525" algn="ctr">
              <a:solidFill>
                <a:srgbClr val="5C748E"/>
              </a:solidFill>
              <a:round/>
              <a:headEnd/>
              <a:tailEnd/>
            </a:ln>
          </p:spPr>
          <p:txBody>
            <a:bodyPr lIns="90000" tIns="46800" rIns="90000" anchor="ctr"/>
            <a:lstStyle/>
            <a:p>
              <a:pPr marL="180975" indent="-180975" algn="ctr" eaLnBrk="0" latinLnBrk="0" hangingPunct="0">
                <a:lnSpc>
                  <a:spcPct val="130000"/>
                </a:lnSpc>
                <a:spcBef>
                  <a:spcPct val="50000"/>
                </a:spcBef>
                <a:spcAft>
                  <a:spcPct val="10000"/>
                </a:spcAft>
                <a:defRPr/>
              </a:pPr>
              <a:endParaRPr lang="en-US" altLang="ko-KR" dirty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17" name="AutoShape 29"/>
            <p:cNvSpPr>
              <a:spLocks noChangeArrowheads="1"/>
            </p:cNvSpPr>
            <p:nvPr/>
          </p:nvSpPr>
          <p:spPr bwMode="auto">
            <a:xfrm>
              <a:off x="172917" y="1722971"/>
              <a:ext cx="6054229" cy="35741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F97AF">
                    <a:shade val="30000"/>
                    <a:satMod val="115000"/>
                  </a:srgbClr>
                </a:gs>
                <a:gs pos="50000">
                  <a:srgbClr val="7F97AF">
                    <a:shade val="67500"/>
                    <a:satMod val="115000"/>
                  </a:srgbClr>
                </a:gs>
                <a:gs pos="100000">
                  <a:srgbClr val="7F97AF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headEnd/>
              <a:tailEnd/>
            </a:ln>
            <a:scene3d>
              <a:camera prst="orthographicFront" fov="0">
                <a:rot lat="0" lon="0" rev="0"/>
              </a:camera>
              <a:lightRig rig="glow" dir="t">
                <a:rot lat="0" lon="0" rev="6360000"/>
              </a:lightRig>
            </a:scene3d>
            <a:sp3d contourW="1000" prstMaterial="flat">
              <a:bevelT w="88900" h="171450"/>
              <a:contourClr>
                <a:schemeClr val="accent4">
                  <a:satMod val="300000"/>
                </a:schemeClr>
              </a:contourClr>
            </a:sp3d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Optima" pitchFamily="2" charset="2"/>
                  <a:ea typeface="굴림" pitchFamily="50" charset="-127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Optima" pitchFamily="2" charset="2"/>
                  <a:ea typeface="굴림" pitchFamily="50" charset="-127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Optima" pitchFamily="2" charset="2"/>
                  <a:ea typeface="굴림" pitchFamily="50" charset="-127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Optima" pitchFamily="2" charset="2"/>
                  <a:ea typeface="굴림" pitchFamily="50" charset="-127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Optima" pitchFamily="2" charset="2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Optima" pitchFamily="2" charset="2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Optima" pitchFamily="2" charset="2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Optima" pitchFamily="2" charset="2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Optima" pitchFamily="2" charset="2"/>
                  <a:ea typeface="굴림" pitchFamily="50" charset="-127"/>
                </a:defRPr>
              </a:lvl9pPr>
            </a:lstStyle>
            <a:p>
              <a:pPr algn="ctr" latinLnBrk="0">
                <a:spcBef>
                  <a:spcPct val="20000"/>
                </a:spcBef>
                <a:buClr>
                  <a:srgbClr val="000000"/>
                </a:buClr>
                <a:defRPr/>
              </a:pPr>
              <a:r>
                <a:rPr lang="ko-KR" altLang="en-US" sz="1600" b="1" dirty="0">
                  <a:solidFill>
                    <a:srgbClr val="FFFFFF"/>
                  </a:solidFill>
                  <a:latin typeface="+mn-lt"/>
                  <a:ea typeface="+mn-ea"/>
                </a:rPr>
                <a:t>유지보수 전담 조직 및 </a:t>
              </a:r>
              <a:r>
                <a:rPr lang="en-US" altLang="ko-KR" sz="1600" b="1" dirty="0">
                  <a:solidFill>
                    <a:srgbClr val="FFFFFF"/>
                  </a:solidFill>
                  <a:latin typeface="+mn-lt"/>
                  <a:ea typeface="+mn-ea"/>
                </a:rPr>
                <a:t>Call Center </a:t>
              </a:r>
              <a:r>
                <a:rPr lang="ko-KR" altLang="en-US" sz="1600" b="1" dirty="0">
                  <a:solidFill>
                    <a:srgbClr val="FFFFFF"/>
                  </a:solidFill>
                  <a:latin typeface="+mn-lt"/>
                  <a:ea typeface="+mn-ea"/>
                </a:rPr>
                <a:t>시스템 운영</a:t>
              </a:r>
            </a:p>
          </p:txBody>
        </p:sp>
      </p:grpSp>
      <p:grpSp>
        <p:nvGrpSpPr>
          <p:cNvPr id="23" name="Group 13"/>
          <p:cNvGrpSpPr>
            <a:grpSpLocks/>
          </p:cNvGrpSpPr>
          <p:nvPr/>
        </p:nvGrpSpPr>
        <p:grpSpPr bwMode="auto">
          <a:xfrm>
            <a:off x="658813" y="4845050"/>
            <a:ext cx="1147762" cy="434975"/>
            <a:chOff x="2256" y="2407"/>
            <a:chExt cx="761" cy="347"/>
          </a:xfrm>
        </p:grpSpPr>
        <p:sp>
          <p:nvSpPr>
            <p:cNvPr id="24" name="AutoShape 11"/>
            <p:cNvSpPr>
              <a:spLocks noChangeArrowheads="1"/>
            </p:cNvSpPr>
            <p:nvPr/>
          </p:nvSpPr>
          <p:spPr bwMode="auto">
            <a:xfrm>
              <a:off x="2364" y="2513"/>
              <a:ext cx="522" cy="241"/>
            </a:xfrm>
            <a:prstGeom prst="parallelogram">
              <a:avLst>
                <a:gd name="adj" fmla="val 99581"/>
              </a:avLst>
            </a:prstGeom>
            <a:gradFill rotWithShape="0">
              <a:gsLst>
                <a:gs pos="0">
                  <a:srgbClr val="CCFF33"/>
                </a:gs>
                <a:gs pos="100000">
                  <a:srgbClr val="D1FF45"/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scene3d>
              <a:camera prst="legacyObliqueBottom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CCFF33"/>
              </a:extrusionClr>
            </a:sp3d>
          </p:spPr>
          <p:txBody>
            <a:bodyPr tIns="0" bIns="0" anchor="ctr">
              <a:spAutoFit/>
              <a:flatTx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29" name="Group 12"/>
            <p:cNvGrpSpPr>
              <a:grpSpLocks/>
            </p:cNvGrpSpPr>
            <p:nvPr/>
          </p:nvGrpSpPr>
          <p:grpSpPr bwMode="auto">
            <a:xfrm>
              <a:off x="2623" y="2403"/>
              <a:ext cx="403" cy="344"/>
              <a:chOff x="2623" y="2403"/>
              <a:chExt cx="403" cy="344"/>
            </a:xfrm>
          </p:grpSpPr>
          <p:grpSp>
            <p:nvGrpSpPr>
              <p:cNvPr id="46" name="Group 13"/>
              <p:cNvGrpSpPr>
                <a:grpSpLocks/>
              </p:cNvGrpSpPr>
              <p:nvPr/>
            </p:nvGrpSpPr>
            <p:grpSpPr bwMode="auto">
              <a:xfrm>
                <a:off x="2757" y="2403"/>
                <a:ext cx="269" cy="203"/>
                <a:chOff x="2107" y="2495"/>
                <a:chExt cx="437" cy="348"/>
              </a:xfrm>
            </p:grpSpPr>
            <p:sp>
              <p:nvSpPr>
                <p:cNvPr id="57" name="Oval 14"/>
                <p:cNvSpPr>
                  <a:spLocks noChangeArrowheads="1"/>
                </p:cNvSpPr>
                <p:nvPr/>
              </p:nvSpPr>
              <p:spPr bwMode="auto">
                <a:xfrm>
                  <a:off x="2399" y="2495"/>
                  <a:ext cx="145" cy="141"/>
                </a:xfrm>
                <a:prstGeom prst="ellipse">
                  <a:avLst/>
                </a:prstGeom>
                <a:solidFill>
                  <a:srgbClr val="B19017"/>
                </a:solidFill>
                <a:ln w="3175" cap="rnd">
                  <a:solidFill>
                    <a:srgbClr val="CCFF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ko-KR" altLang="en-US" sz="1000" dirty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58" name="Freeform 15"/>
                <p:cNvSpPr>
                  <a:spLocks/>
                </p:cNvSpPr>
                <p:nvPr/>
              </p:nvSpPr>
              <p:spPr bwMode="auto">
                <a:xfrm>
                  <a:off x="2256" y="2639"/>
                  <a:ext cx="292" cy="193"/>
                </a:xfrm>
                <a:custGeom>
                  <a:avLst/>
                  <a:gdLst>
                    <a:gd name="T0" fmla="*/ 144 w 288"/>
                    <a:gd name="T1" fmla="*/ 0 h 192"/>
                    <a:gd name="T2" fmla="*/ 288 w 288"/>
                    <a:gd name="T3" fmla="*/ 0 h 192"/>
                    <a:gd name="T4" fmla="*/ 288 w 288"/>
                    <a:gd name="T5" fmla="*/ 192 h 192"/>
                    <a:gd name="T6" fmla="*/ 144 w 288"/>
                    <a:gd name="T7" fmla="*/ 192 h 192"/>
                    <a:gd name="T8" fmla="*/ 144 w 288"/>
                    <a:gd name="T9" fmla="*/ 144 h 192"/>
                    <a:gd name="T10" fmla="*/ 96 w 288"/>
                    <a:gd name="T11" fmla="*/ 192 h 192"/>
                    <a:gd name="T12" fmla="*/ 0 w 288"/>
                    <a:gd name="T13" fmla="*/ 96 h 192"/>
                    <a:gd name="T14" fmla="*/ 48 w 288"/>
                    <a:gd name="T15" fmla="*/ 48 h 192"/>
                    <a:gd name="T16" fmla="*/ 96 w 288"/>
                    <a:gd name="T17" fmla="*/ 96 h 192"/>
                    <a:gd name="T18" fmla="*/ 144 w 288"/>
                    <a:gd name="T19" fmla="*/ 0 h 192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88"/>
                    <a:gd name="T31" fmla="*/ 0 h 192"/>
                    <a:gd name="T32" fmla="*/ 288 w 288"/>
                    <a:gd name="T33" fmla="*/ 192 h 192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88" h="192">
                      <a:moveTo>
                        <a:pt x="144" y="0"/>
                      </a:moveTo>
                      <a:lnTo>
                        <a:pt x="288" y="0"/>
                      </a:lnTo>
                      <a:lnTo>
                        <a:pt x="288" y="192"/>
                      </a:lnTo>
                      <a:lnTo>
                        <a:pt x="144" y="192"/>
                      </a:lnTo>
                      <a:lnTo>
                        <a:pt x="144" y="144"/>
                      </a:lnTo>
                      <a:lnTo>
                        <a:pt x="96" y="192"/>
                      </a:lnTo>
                      <a:lnTo>
                        <a:pt x="0" y="96"/>
                      </a:lnTo>
                      <a:lnTo>
                        <a:pt x="48" y="48"/>
                      </a:lnTo>
                      <a:lnTo>
                        <a:pt x="96" y="96"/>
                      </a:lnTo>
                      <a:lnTo>
                        <a:pt x="144" y="0"/>
                      </a:lnTo>
                      <a:close/>
                    </a:path>
                  </a:pathLst>
                </a:custGeom>
                <a:solidFill>
                  <a:srgbClr val="B19017"/>
                </a:solidFill>
                <a:ln w="3175" cap="rnd">
                  <a:solidFill>
                    <a:srgbClr val="CCFF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ko-KR" altLang="en-US" sz="1000" dirty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59" name="Freeform 16"/>
                <p:cNvSpPr>
                  <a:spLocks/>
                </p:cNvSpPr>
                <p:nvPr/>
              </p:nvSpPr>
              <p:spPr bwMode="auto">
                <a:xfrm>
                  <a:off x="2107" y="2532"/>
                  <a:ext cx="121" cy="247"/>
                </a:xfrm>
                <a:custGeom>
                  <a:avLst/>
                  <a:gdLst>
                    <a:gd name="T0" fmla="*/ 0 w 118"/>
                    <a:gd name="T1" fmla="*/ 0 h 252"/>
                    <a:gd name="T2" fmla="*/ 60 w 118"/>
                    <a:gd name="T3" fmla="*/ 0 h 252"/>
                    <a:gd name="T4" fmla="*/ 118 w 118"/>
                    <a:gd name="T5" fmla="*/ 252 h 252"/>
                    <a:gd name="T6" fmla="*/ 54 w 118"/>
                    <a:gd name="T7" fmla="*/ 252 h 252"/>
                    <a:gd name="T8" fmla="*/ 0 w 118"/>
                    <a:gd name="T9" fmla="*/ 0 h 25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8"/>
                    <a:gd name="T16" fmla="*/ 0 h 252"/>
                    <a:gd name="T17" fmla="*/ 118 w 118"/>
                    <a:gd name="T18" fmla="*/ 252 h 25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8" h="252">
                      <a:moveTo>
                        <a:pt x="0" y="0"/>
                      </a:moveTo>
                      <a:lnTo>
                        <a:pt x="60" y="0"/>
                      </a:lnTo>
                      <a:lnTo>
                        <a:pt x="118" y="252"/>
                      </a:lnTo>
                      <a:lnTo>
                        <a:pt x="54" y="25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19017"/>
                </a:solidFill>
                <a:ln w="3175" cap="rnd">
                  <a:solidFill>
                    <a:srgbClr val="CCFF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ko-KR" altLang="en-US" sz="1000" dirty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60" name="Freeform 17"/>
                <p:cNvSpPr>
                  <a:spLocks/>
                </p:cNvSpPr>
                <p:nvPr/>
              </p:nvSpPr>
              <p:spPr bwMode="auto">
                <a:xfrm rot="5400000" flipV="1">
                  <a:off x="2200" y="2737"/>
                  <a:ext cx="65" cy="145"/>
                </a:xfrm>
                <a:custGeom>
                  <a:avLst/>
                  <a:gdLst>
                    <a:gd name="T0" fmla="*/ 0 w 118"/>
                    <a:gd name="T1" fmla="*/ 0 h 252"/>
                    <a:gd name="T2" fmla="*/ 1 w 118"/>
                    <a:gd name="T3" fmla="*/ 0 h 252"/>
                    <a:gd name="T4" fmla="*/ 1 w 118"/>
                    <a:gd name="T5" fmla="*/ 1 h 252"/>
                    <a:gd name="T6" fmla="*/ 1 w 118"/>
                    <a:gd name="T7" fmla="*/ 1 h 252"/>
                    <a:gd name="T8" fmla="*/ 0 w 118"/>
                    <a:gd name="T9" fmla="*/ 0 h 25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8"/>
                    <a:gd name="T16" fmla="*/ 0 h 252"/>
                    <a:gd name="T17" fmla="*/ 118 w 118"/>
                    <a:gd name="T18" fmla="*/ 252 h 25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8" h="252">
                      <a:moveTo>
                        <a:pt x="0" y="0"/>
                      </a:moveTo>
                      <a:lnTo>
                        <a:pt x="60" y="0"/>
                      </a:lnTo>
                      <a:lnTo>
                        <a:pt x="118" y="252"/>
                      </a:lnTo>
                      <a:lnTo>
                        <a:pt x="54" y="25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19017"/>
                </a:solidFill>
                <a:ln w="3175" cap="rnd">
                  <a:solidFill>
                    <a:srgbClr val="CCFF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ko-KR" altLang="en-US" sz="1000" dirty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grpSp>
            <p:nvGrpSpPr>
              <p:cNvPr id="47" name="Group 18"/>
              <p:cNvGrpSpPr>
                <a:grpSpLocks/>
              </p:cNvGrpSpPr>
              <p:nvPr/>
            </p:nvGrpSpPr>
            <p:grpSpPr bwMode="auto">
              <a:xfrm>
                <a:off x="2688" y="2466"/>
                <a:ext cx="267" cy="204"/>
                <a:chOff x="2109" y="2495"/>
                <a:chExt cx="439" cy="348"/>
              </a:xfrm>
            </p:grpSpPr>
            <p:sp>
              <p:nvSpPr>
                <p:cNvPr id="53" name="Oval 19"/>
                <p:cNvSpPr>
                  <a:spLocks noChangeArrowheads="1"/>
                </p:cNvSpPr>
                <p:nvPr/>
              </p:nvSpPr>
              <p:spPr bwMode="auto">
                <a:xfrm>
                  <a:off x="2423" y="2496"/>
                  <a:ext cx="144" cy="143"/>
                </a:xfrm>
                <a:prstGeom prst="ellipse">
                  <a:avLst/>
                </a:prstGeom>
                <a:solidFill>
                  <a:srgbClr val="DFB51D"/>
                </a:solidFill>
                <a:ln w="3175" cap="rnd">
                  <a:solidFill>
                    <a:srgbClr val="CCFF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ko-KR" altLang="en-US" sz="1000" dirty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54" name="Freeform 20"/>
                <p:cNvSpPr>
                  <a:spLocks/>
                </p:cNvSpPr>
                <p:nvPr/>
              </p:nvSpPr>
              <p:spPr bwMode="auto">
                <a:xfrm>
                  <a:off x="2267" y="2638"/>
                  <a:ext cx="292" cy="164"/>
                </a:xfrm>
                <a:custGeom>
                  <a:avLst/>
                  <a:gdLst>
                    <a:gd name="T0" fmla="*/ 144 w 288"/>
                    <a:gd name="T1" fmla="*/ 0 h 192"/>
                    <a:gd name="T2" fmla="*/ 288 w 288"/>
                    <a:gd name="T3" fmla="*/ 0 h 192"/>
                    <a:gd name="T4" fmla="*/ 288 w 288"/>
                    <a:gd name="T5" fmla="*/ 192 h 192"/>
                    <a:gd name="T6" fmla="*/ 144 w 288"/>
                    <a:gd name="T7" fmla="*/ 192 h 192"/>
                    <a:gd name="T8" fmla="*/ 144 w 288"/>
                    <a:gd name="T9" fmla="*/ 144 h 192"/>
                    <a:gd name="T10" fmla="*/ 96 w 288"/>
                    <a:gd name="T11" fmla="*/ 192 h 192"/>
                    <a:gd name="T12" fmla="*/ 0 w 288"/>
                    <a:gd name="T13" fmla="*/ 96 h 192"/>
                    <a:gd name="T14" fmla="*/ 48 w 288"/>
                    <a:gd name="T15" fmla="*/ 48 h 192"/>
                    <a:gd name="T16" fmla="*/ 96 w 288"/>
                    <a:gd name="T17" fmla="*/ 96 h 192"/>
                    <a:gd name="T18" fmla="*/ 144 w 288"/>
                    <a:gd name="T19" fmla="*/ 0 h 192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88"/>
                    <a:gd name="T31" fmla="*/ 0 h 192"/>
                    <a:gd name="T32" fmla="*/ 288 w 288"/>
                    <a:gd name="T33" fmla="*/ 192 h 192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88" h="192">
                      <a:moveTo>
                        <a:pt x="144" y="0"/>
                      </a:moveTo>
                      <a:lnTo>
                        <a:pt x="288" y="0"/>
                      </a:lnTo>
                      <a:lnTo>
                        <a:pt x="288" y="192"/>
                      </a:lnTo>
                      <a:lnTo>
                        <a:pt x="144" y="192"/>
                      </a:lnTo>
                      <a:lnTo>
                        <a:pt x="144" y="144"/>
                      </a:lnTo>
                      <a:lnTo>
                        <a:pt x="96" y="192"/>
                      </a:lnTo>
                      <a:lnTo>
                        <a:pt x="0" y="96"/>
                      </a:lnTo>
                      <a:lnTo>
                        <a:pt x="48" y="48"/>
                      </a:lnTo>
                      <a:lnTo>
                        <a:pt x="96" y="96"/>
                      </a:lnTo>
                      <a:lnTo>
                        <a:pt x="144" y="0"/>
                      </a:lnTo>
                      <a:close/>
                    </a:path>
                  </a:pathLst>
                </a:custGeom>
                <a:solidFill>
                  <a:srgbClr val="DFB51D"/>
                </a:solidFill>
                <a:ln w="3175" cap="rnd">
                  <a:solidFill>
                    <a:srgbClr val="CCFF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ko-KR" altLang="en-US" sz="1000" dirty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55" name="Freeform 21"/>
                <p:cNvSpPr>
                  <a:spLocks/>
                </p:cNvSpPr>
                <p:nvPr/>
              </p:nvSpPr>
              <p:spPr bwMode="auto">
                <a:xfrm>
                  <a:off x="2113" y="2533"/>
                  <a:ext cx="119" cy="246"/>
                </a:xfrm>
                <a:custGeom>
                  <a:avLst/>
                  <a:gdLst>
                    <a:gd name="T0" fmla="*/ 0 w 118"/>
                    <a:gd name="T1" fmla="*/ 0 h 252"/>
                    <a:gd name="T2" fmla="*/ 60 w 118"/>
                    <a:gd name="T3" fmla="*/ 0 h 252"/>
                    <a:gd name="T4" fmla="*/ 118 w 118"/>
                    <a:gd name="T5" fmla="*/ 252 h 252"/>
                    <a:gd name="T6" fmla="*/ 54 w 118"/>
                    <a:gd name="T7" fmla="*/ 252 h 252"/>
                    <a:gd name="T8" fmla="*/ 0 w 118"/>
                    <a:gd name="T9" fmla="*/ 0 h 25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8"/>
                    <a:gd name="T16" fmla="*/ 0 h 252"/>
                    <a:gd name="T17" fmla="*/ 118 w 118"/>
                    <a:gd name="T18" fmla="*/ 252 h 25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8" h="252">
                      <a:moveTo>
                        <a:pt x="0" y="0"/>
                      </a:moveTo>
                      <a:lnTo>
                        <a:pt x="60" y="0"/>
                      </a:lnTo>
                      <a:lnTo>
                        <a:pt x="118" y="252"/>
                      </a:lnTo>
                      <a:lnTo>
                        <a:pt x="54" y="25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FB51D"/>
                </a:solidFill>
                <a:ln w="3175" cap="rnd">
                  <a:solidFill>
                    <a:srgbClr val="CCFF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ko-KR" altLang="en-US" sz="1000" dirty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56" name="Freeform 22"/>
                <p:cNvSpPr>
                  <a:spLocks/>
                </p:cNvSpPr>
                <p:nvPr/>
              </p:nvSpPr>
              <p:spPr bwMode="auto">
                <a:xfrm rot="5400000" flipV="1">
                  <a:off x="2225" y="2726"/>
                  <a:ext cx="60" cy="145"/>
                </a:xfrm>
                <a:custGeom>
                  <a:avLst/>
                  <a:gdLst>
                    <a:gd name="T0" fmla="*/ 0 w 118"/>
                    <a:gd name="T1" fmla="*/ 0 h 252"/>
                    <a:gd name="T2" fmla="*/ 1 w 118"/>
                    <a:gd name="T3" fmla="*/ 0 h 252"/>
                    <a:gd name="T4" fmla="*/ 1 w 118"/>
                    <a:gd name="T5" fmla="*/ 1 h 252"/>
                    <a:gd name="T6" fmla="*/ 1 w 118"/>
                    <a:gd name="T7" fmla="*/ 1 h 252"/>
                    <a:gd name="T8" fmla="*/ 0 w 118"/>
                    <a:gd name="T9" fmla="*/ 0 h 25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8"/>
                    <a:gd name="T16" fmla="*/ 0 h 252"/>
                    <a:gd name="T17" fmla="*/ 118 w 118"/>
                    <a:gd name="T18" fmla="*/ 252 h 25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8" h="252">
                      <a:moveTo>
                        <a:pt x="0" y="0"/>
                      </a:moveTo>
                      <a:lnTo>
                        <a:pt x="60" y="0"/>
                      </a:lnTo>
                      <a:lnTo>
                        <a:pt x="118" y="252"/>
                      </a:lnTo>
                      <a:lnTo>
                        <a:pt x="54" y="25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FB51D"/>
                </a:solidFill>
                <a:ln w="3175" cap="rnd">
                  <a:solidFill>
                    <a:srgbClr val="CCFF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ko-KR" altLang="en-US" sz="1000" dirty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grpSp>
            <p:nvGrpSpPr>
              <p:cNvPr id="48" name="Group 23"/>
              <p:cNvGrpSpPr>
                <a:grpSpLocks/>
              </p:cNvGrpSpPr>
              <p:nvPr/>
            </p:nvGrpSpPr>
            <p:grpSpPr bwMode="auto">
              <a:xfrm>
                <a:off x="2623" y="2532"/>
                <a:ext cx="266" cy="215"/>
                <a:chOff x="2109" y="2482"/>
                <a:chExt cx="437" cy="363"/>
              </a:xfrm>
            </p:grpSpPr>
            <p:sp>
              <p:nvSpPr>
                <p:cNvPr id="49" name="Oval 24"/>
                <p:cNvSpPr>
                  <a:spLocks noChangeArrowheads="1"/>
                </p:cNvSpPr>
                <p:nvPr/>
              </p:nvSpPr>
              <p:spPr bwMode="auto">
                <a:xfrm>
                  <a:off x="2405" y="2483"/>
                  <a:ext cx="145" cy="141"/>
                </a:xfrm>
                <a:prstGeom prst="ellipse">
                  <a:avLst/>
                </a:prstGeom>
                <a:solidFill>
                  <a:srgbClr val="E6C23C"/>
                </a:solidFill>
                <a:ln w="3175" cap="rnd">
                  <a:solidFill>
                    <a:srgbClr val="CCFF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ko-KR" altLang="en-US" sz="1000" dirty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50" name="Freeform 25"/>
                <p:cNvSpPr>
                  <a:spLocks/>
                </p:cNvSpPr>
                <p:nvPr/>
              </p:nvSpPr>
              <p:spPr bwMode="auto">
                <a:xfrm>
                  <a:off x="2258" y="2639"/>
                  <a:ext cx="292" cy="190"/>
                </a:xfrm>
                <a:custGeom>
                  <a:avLst/>
                  <a:gdLst>
                    <a:gd name="T0" fmla="*/ 144 w 288"/>
                    <a:gd name="T1" fmla="*/ 0 h 192"/>
                    <a:gd name="T2" fmla="*/ 288 w 288"/>
                    <a:gd name="T3" fmla="*/ 0 h 192"/>
                    <a:gd name="T4" fmla="*/ 288 w 288"/>
                    <a:gd name="T5" fmla="*/ 192 h 192"/>
                    <a:gd name="T6" fmla="*/ 144 w 288"/>
                    <a:gd name="T7" fmla="*/ 192 h 192"/>
                    <a:gd name="T8" fmla="*/ 144 w 288"/>
                    <a:gd name="T9" fmla="*/ 144 h 192"/>
                    <a:gd name="T10" fmla="*/ 96 w 288"/>
                    <a:gd name="T11" fmla="*/ 192 h 192"/>
                    <a:gd name="T12" fmla="*/ 0 w 288"/>
                    <a:gd name="T13" fmla="*/ 96 h 192"/>
                    <a:gd name="T14" fmla="*/ 48 w 288"/>
                    <a:gd name="T15" fmla="*/ 48 h 192"/>
                    <a:gd name="T16" fmla="*/ 96 w 288"/>
                    <a:gd name="T17" fmla="*/ 96 h 192"/>
                    <a:gd name="T18" fmla="*/ 144 w 288"/>
                    <a:gd name="T19" fmla="*/ 0 h 192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88"/>
                    <a:gd name="T31" fmla="*/ 0 h 192"/>
                    <a:gd name="T32" fmla="*/ 288 w 288"/>
                    <a:gd name="T33" fmla="*/ 192 h 192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88" h="192">
                      <a:moveTo>
                        <a:pt x="144" y="0"/>
                      </a:moveTo>
                      <a:lnTo>
                        <a:pt x="288" y="0"/>
                      </a:lnTo>
                      <a:lnTo>
                        <a:pt x="288" y="192"/>
                      </a:lnTo>
                      <a:lnTo>
                        <a:pt x="144" y="192"/>
                      </a:lnTo>
                      <a:lnTo>
                        <a:pt x="144" y="144"/>
                      </a:lnTo>
                      <a:lnTo>
                        <a:pt x="96" y="192"/>
                      </a:lnTo>
                      <a:lnTo>
                        <a:pt x="0" y="96"/>
                      </a:lnTo>
                      <a:lnTo>
                        <a:pt x="48" y="48"/>
                      </a:lnTo>
                      <a:lnTo>
                        <a:pt x="96" y="96"/>
                      </a:lnTo>
                      <a:lnTo>
                        <a:pt x="144" y="0"/>
                      </a:lnTo>
                      <a:close/>
                    </a:path>
                  </a:pathLst>
                </a:custGeom>
                <a:solidFill>
                  <a:srgbClr val="E6C23C"/>
                </a:solidFill>
                <a:ln w="3175" cap="rnd">
                  <a:solidFill>
                    <a:srgbClr val="CCFF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ko-KR" altLang="en-US" sz="1000" dirty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51" name="Freeform 26"/>
                <p:cNvSpPr>
                  <a:spLocks/>
                </p:cNvSpPr>
                <p:nvPr/>
              </p:nvSpPr>
              <p:spPr bwMode="auto">
                <a:xfrm>
                  <a:off x="2111" y="2519"/>
                  <a:ext cx="118" cy="259"/>
                </a:xfrm>
                <a:custGeom>
                  <a:avLst/>
                  <a:gdLst>
                    <a:gd name="T0" fmla="*/ 0 w 118"/>
                    <a:gd name="T1" fmla="*/ 0 h 252"/>
                    <a:gd name="T2" fmla="*/ 60 w 118"/>
                    <a:gd name="T3" fmla="*/ 0 h 252"/>
                    <a:gd name="T4" fmla="*/ 118 w 118"/>
                    <a:gd name="T5" fmla="*/ 252 h 252"/>
                    <a:gd name="T6" fmla="*/ 54 w 118"/>
                    <a:gd name="T7" fmla="*/ 252 h 252"/>
                    <a:gd name="T8" fmla="*/ 0 w 118"/>
                    <a:gd name="T9" fmla="*/ 0 h 25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8"/>
                    <a:gd name="T16" fmla="*/ 0 h 252"/>
                    <a:gd name="T17" fmla="*/ 118 w 118"/>
                    <a:gd name="T18" fmla="*/ 252 h 25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8" h="252">
                      <a:moveTo>
                        <a:pt x="0" y="0"/>
                      </a:moveTo>
                      <a:lnTo>
                        <a:pt x="60" y="0"/>
                      </a:lnTo>
                      <a:lnTo>
                        <a:pt x="118" y="252"/>
                      </a:lnTo>
                      <a:lnTo>
                        <a:pt x="54" y="25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6C23C"/>
                </a:solidFill>
                <a:ln w="3175" cap="rnd">
                  <a:solidFill>
                    <a:srgbClr val="CCFF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ko-KR" altLang="en-US" sz="1000" dirty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52" name="Freeform 27"/>
                <p:cNvSpPr>
                  <a:spLocks/>
                </p:cNvSpPr>
                <p:nvPr/>
              </p:nvSpPr>
              <p:spPr bwMode="auto">
                <a:xfrm rot="5400000" flipV="1">
                  <a:off x="2200" y="2741"/>
                  <a:ext cx="64" cy="142"/>
                </a:xfrm>
                <a:custGeom>
                  <a:avLst/>
                  <a:gdLst>
                    <a:gd name="T0" fmla="*/ 0 w 118"/>
                    <a:gd name="T1" fmla="*/ 0 h 252"/>
                    <a:gd name="T2" fmla="*/ 1 w 118"/>
                    <a:gd name="T3" fmla="*/ 0 h 252"/>
                    <a:gd name="T4" fmla="*/ 1 w 118"/>
                    <a:gd name="T5" fmla="*/ 1 h 252"/>
                    <a:gd name="T6" fmla="*/ 1 w 118"/>
                    <a:gd name="T7" fmla="*/ 1 h 252"/>
                    <a:gd name="T8" fmla="*/ 0 w 118"/>
                    <a:gd name="T9" fmla="*/ 0 h 25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8"/>
                    <a:gd name="T16" fmla="*/ 0 h 252"/>
                    <a:gd name="T17" fmla="*/ 118 w 118"/>
                    <a:gd name="T18" fmla="*/ 252 h 25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8" h="252">
                      <a:moveTo>
                        <a:pt x="0" y="0"/>
                      </a:moveTo>
                      <a:lnTo>
                        <a:pt x="60" y="0"/>
                      </a:lnTo>
                      <a:lnTo>
                        <a:pt x="118" y="252"/>
                      </a:lnTo>
                      <a:lnTo>
                        <a:pt x="54" y="25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6C23C"/>
                </a:solidFill>
                <a:ln w="3175" cap="rnd">
                  <a:solidFill>
                    <a:srgbClr val="CCFF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ko-KR" altLang="en-US" sz="1000" dirty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</p:grpSp>
        <p:grpSp>
          <p:nvGrpSpPr>
            <p:cNvPr id="30" name="Group 28"/>
            <p:cNvGrpSpPr>
              <a:grpSpLocks/>
            </p:cNvGrpSpPr>
            <p:nvPr/>
          </p:nvGrpSpPr>
          <p:grpSpPr bwMode="auto">
            <a:xfrm>
              <a:off x="2260" y="2420"/>
              <a:ext cx="390" cy="319"/>
              <a:chOff x="2260" y="2420"/>
              <a:chExt cx="390" cy="319"/>
            </a:xfrm>
          </p:grpSpPr>
          <p:grpSp>
            <p:nvGrpSpPr>
              <p:cNvPr id="31" name="Group 29"/>
              <p:cNvGrpSpPr>
                <a:grpSpLocks/>
              </p:cNvGrpSpPr>
              <p:nvPr/>
            </p:nvGrpSpPr>
            <p:grpSpPr bwMode="auto">
              <a:xfrm flipH="1">
                <a:off x="2384" y="2420"/>
                <a:ext cx="266" cy="209"/>
                <a:chOff x="2109" y="2494"/>
                <a:chExt cx="437" cy="354"/>
              </a:xfrm>
            </p:grpSpPr>
            <p:sp>
              <p:nvSpPr>
                <p:cNvPr id="42" name="Oval 30"/>
                <p:cNvSpPr>
                  <a:spLocks noChangeArrowheads="1"/>
                </p:cNvSpPr>
                <p:nvPr/>
              </p:nvSpPr>
              <p:spPr bwMode="auto">
                <a:xfrm>
                  <a:off x="2400" y="2493"/>
                  <a:ext cx="144" cy="144"/>
                </a:xfrm>
                <a:prstGeom prst="ellipse">
                  <a:avLst/>
                </a:prstGeom>
                <a:solidFill>
                  <a:srgbClr val="E6C23C"/>
                </a:solidFill>
                <a:ln w="3175" cap="rnd">
                  <a:solidFill>
                    <a:srgbClr val="CCFF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ko-KR" altLang="en-US" sz="1000" dirty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43" name="Freeform 31"/>
                <p:cNvSpPr>
                  <a:spLocks/>
                </p:cNvSpPr>
                <p:nvPr/>
              </p:nvSpPr>
              <p:spPr bwMode="auto">
                <a:xfrm>
                  <a:off x="2255" y="2639"/>
                  <a:ext cx="289" cy="193"/>
                </a:xfrm>
                <a:custGeom>
                  <a:avLst/>
                  <a:gdLst>
                    <a:gd name="T0" fmla="*/ 144 w 288"/>
                    <a:gd name="T1" fmla="*/ 0 h 192"/>
                    <a:gd name="T2" fmla="*/ 288 w 288"/>
                    <a:gd name="T3" fmla="*/ 0 h 192"/>
                    <a:gd name="T4" fmla="*/ 288 w 288"/>
                    <a:gd name="T5" fmla="*/ 192 h 192"/>
                    <a:gd name="T6" fmla="*/ 144 w 288"/>
                    <a:gd name="T7" fmla="*/ 192 h 192"/>
                    <a:gd name="T8" fmla="*/ 144 w 288"/>
                    <a:gd name="T9" fmla="*/ 144 h 192"/>
                    <a:gd name="T10" fmla="*/ 96 w 288"/>
                    <a:gd name="T11" fmla="*/ 192 h 192"/>
                    <a:gd name="T12" fmla="*/ 0 w 288"/>
                    <a:gd name="T13" fmla="*/ 96 h 192"/>
                    <a:gd name="T14" fmla="*/ 48 w 288"/>
                    <a:gd name="T15" fmla="*/ 48 h 192"/>
                    <a:gd name="T16" fmla="*/ 96 w 288"/>
                    <a:gd name="T17" fmla="*/ 96 h 192"/>
                    <a:gd name="T18" fmla="*/ 144 w 288"/>
                    <a:gd name="T19" fmla="*/ 0 h 192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88"/>
                    <a:gd name="T31" fmla="*/ 0 h 192"/>
                    <a:gd name="T32" fmla="*/ 288 w 288"/>
                    <a:gd name="T33" fmla="*/ 192 h 192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88" h="192">
                      <a:moveTo>
                        <a:pt x="144" y="0"/>
                      </a:moveTo>
                      <a:lnTo>
                        <a:pt x="288" y="0"/>
                      </a:lnTo>
                      <a:lnTo>
                        <a:pt x="288" y="192"/>
                      </a:lnTo>
                      <a:lnTo>
                        <a:pt x="144" y="192"/>
                      </a:lnTo>
                      <a:lnTo>
                        <a:pt x="144" y="144"/>
                      </a:lnTo>
                      <a:lnTo>
                        <a:pt x="96" y="192"/>
                      </a:lnTo>
                      <a:lnTo>
                        <a:pt x="0" y="96"/>
                      </a:lnTo>
                      <a:lnTo>
                        <a:pt x="48" y="48"/>
                      </a:lnTo>
                      <a:lnTo>
                        <a:pt x="96" y="96"/>
                      </a:lnTo>
                      <a:lnTo>
                        <a:pt x="144" y="0"/>
                      </a:lnTo>
                      <a:close/>
                    </a:path>
                  </a:pathLst>
                </a:custGeom>
                <a:solidFill>
                  <a:srgbClr val="E6C23C"/>
                </a:solidFill>
                <a:ln w="3175" cap="rnd">
                  <a:solidFill>
                    <a:srgbClr val="CCFF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ko-KR" altLang="en-US" sz="1000" dirty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44" name="Freeform 32"/>
                <p:cNvSpPr>
                  <a:spLocks/>
                </p:cNvSpPr>
                <p:nvPr/>
              </p:nvSpPr>
              <p:spPr bwMode="auto">
                <a:xfrm>
                  <a:off x="2111" y="2530"/>
                  <a:ext cx="118" cy="255"/>
                </a:xfrm>
                <a:custGeom>
                  <a:avLst/>
                  <a:gdLst>
                    <a:gd name="T0" fmla="*/ 0 w 118"/>
                    <a:gd name="T1" fmla="*/ 0 h 252"/>
                    <a:gd name="T2" fmla="*/ 60 w 118"/>
                    <a:gd name="T3" fmla="*/ 0 h 252"/>
                    <a:gd name="T4" fmla="*/ 118 w 118"/>
                    <a:gd name="T5" fmla="*/ 252 h 252"/>
                    <a:gd name="T6" fmla="*/ 54 w 118"/>
                    <a:gd name="T7" fmla="*/ 252 h 252"/>
                    <a:gd name="T8" fmla="*/ 0 w 118"/>
                    <a:gd name="T9" fmla="*/ 0 h 25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8"/>
                    <a:gd name="T16" fmla="*/ 0 h 252"/>
                    <a:gd name="T17" fmla="*/ 118 w 118"/>
                    <a:gd name="T18" fmla="*/ 252 h 25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8" h="252">
                      <a:moveTo>
                        <a:pt x="0" y="0"/>
                      </a:moveTo>
                      <a:lnTo>
                        <a:pt x="60" y="0"/>
                      </a:lnTo>
                      <a:lnTo>
                        <a:pt x="118" y="252"/>
                      </a:lnTo>
                      <a:lnTo>
                        <a:pt x="54" y="25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6C23C"/>
                </a:solidFill>
                <a:ln w="3175" cap="rnd">
                  <a:solidFill>
                    <a:srgbClr val="CCFF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ko-KR" altLang="en-US" sz="1000" dirty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45" name="Freeform 33"/>
                <p:cNvSpPr>
                  <a:spLocks/>
                </p:cNvSpPr>
                <p:nvPr/>
              </p:nvSpPr>
              <p:spPr bwMode="auto">
                <a:xfrm rot="5400000" flipV="1">
                  <a:off x="2201" y="2746"/>
                  <a:ext cx="60" cy="144"/>
                </a:xfrm>
                <a:custGeom>
                  <a:avLst/>
                  <a:gdLst>
                    <a:gd name="T0" fmla="*/ 0 w 118"/>
                    <a:gd name="T1" fmla="*/ 0 h 252"/>
                    <a:gd name="T2" fmla="*/ 1 w 118"/>
                    <a:gd name="T3" fmla="*/ 0 h 252"/>
                    <a:gd name="T4" fmla="*/ 1 w 118"/>
                    <a:gd name="T5" fmla="*/ 1 h 252"/>
                    <a:gd name="T6" fmla="*/ 1 w 118"/>
                    <a:gd name="T7" fmla="*/ 1 h 252"/>
                    <a:gd name="T8" fmla="*/ 0 w 118"/>
                    <a:gd name="T9" fmla="*/ 0 h 25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8"/>
                    <a:gd name="T16" fmla="*/ 0 h 252"/>
                    <a:gd name="T17" fmla="*/ 118 w 118"/>
                    <a:gd name="T18" fmla="*/ 252 h 25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8" h="252">
                      <a:moveTo>
                        <a:pt x="0" y="0"/>
                      </a:moveTo>
                      <a:lnTo>
                        <a:pt x="60" y="0"/>
                      </a:lnTo>
                      <a:lnTo>
                        <a:pt x="118" y="252"/>
                      </a:lnTo>
                      <a:lnTo>
                        <a:pt x="54" y="25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6C23C"/>
                </a:solidFill>
                <a:ln w="3175" cap="rnd">
                  <a:solidFill>
                    <a:srgbClr val="CCFF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ko-KR" altLang="en-US" sz="1000" dirty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grpSp>
            <p:nvGrpSpPr>
              <p:cNvPr id="32" name="Group 34"/>
              <p:cNvGrpSpPr>
                <a:grpSpLocks/>
              </p:cNvGrpSpPr>
              <p:nvPr/>
            </p:nvGrpSpPr>
            <p:grpSpPr bwMode="auto">
              <a:xfrm flipH="1">
                <a:off x="2318" y="2470"/>
                <a:ext cx="267" cy="208"/>
                <a:chOff x="2109" y="2495"/>
                <a:chExt cx="439" cy="353"/>
              </a:xfrm>
            </p:grpSpPr>
            <p:sp>
              <p:nvSpPr>
                <p:cNvPr id="38" name="Oval 35"/>
                <p:cNvSpPr>
                  <a:spLocks noChangeArrowheads="1"/>
                </p:cNvSpPr>
                <p:nvPr/>
              </p:nvSpPr>
              <p:spPr bwMode="auto">
                <a:xfrm>
                  <a:off x="2401" y="2468"/>
                  <a:ext cx="145" cy="165"/>
                </a:xfrm>
                <a:prstGeom prst="ellipse">
                  <a:avLst/>
                </a:prstGeom>
                <a:solidFill>
                  <a:srgbClr val="DFB51D"/>
                </a:solidFill>
                <a:ln w="3175" cap="rnd">
                  <a:solidFill>
                    <a:srgbClr val="CCFF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ko-KR" altLang="en-US" sz="1000" dirty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39" name="Freeform 36"/>
                <p:cNvSpPr>
                  <a:spLocks/>
                </p:cNvSpPr>
                <p:nvPr/>
              </p:nvSpPr>
              <p:spPr bwMode="auto">
                <a:xfrm>
                  <a:off x="2257" y="2633"/>
                  <a:ext cx="291" cy="202"/>
                </a:xfrm>
                <a:custGeom>
                  <a:avLst/>
                  <a:gdLst>
                    <a:gd name="T0" fmla="*/ 144 w 288"/>
                    <a:gd name="T1" fmla="*/ 0 h 192"/>
                    <a:gd name="T2" fmla="*/ 288 w 288"/>
                    <a:gd name="T3" fmla="*/ 0 h 192"/>
                    <a:gd name="T4" fmla="*/ 288 w 288"/>
                    <a:gd name="T5" fmla="*/ 192 h 192"/>
                    <a:gd name="T6" fmla="*/ 144 w 288"/>
                    <a:gd name="T7" fmla="*/ 192 h 192"/>
                    <a:gd name="T8" fmla="*/ 144 w 288"/>
                    <a:gd name="T9" fmla="*/ 144 h 192"/>
                    <a:gd name="T10" fmla="*/ 96 w 288"/>
                    <a:gd name="T11" fmla="*/ 192 h 192"/>
                    <a:gd name="T12" fmla="*/ 0 w 288"/>
                    <a:gd name="T13" fmla="*/ 96 h 192"/>
                    <a:gd name="T14" fmla="*/ 48 w 288"/>
                    <a:gd name="T15" fmla="*/ 48 h 192"/>
                    <a:gd name="T16" fmla="*/ 96 w 288"/>
                    <a:gd name="T17" fmla="*/ 96 h 192"/>
                    <a:gd name="T18" fmla="*/ 144 w 288"/>
                    <a:gd name="T19" fmla="*/ 0 h 192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88"/>
                    <a:gd name="T31" fmla="*/ 0 h 192"/>
                    <a:gd name="T32" fmla="*/ 288 w 288"/>
                    <a:gd name="T33" fmla="*/ 192 h 192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88" h="192">
                      <a:moveTo>
                        <a:pt x="144" y="0"/>
                      </a:moveTo>
                      <a:lnTo>
                        <a:pt x="288" y="0"/>
                      </a:lnTo>
                      <a:lnTo>
                        <a:pt x="288" y="192"/>
                      </a:lnTo>
                      <a:lnTo>
                        <a:pt x="144" y="192"/>
                      </a:lnTo>
                      <a:lnTo>
                        <a:pt x="144" y="144"/>
                      </a:lnTo>
                      <a:lnTo>
                        <a:pt x="96" y="192"/>
                      </a:lnTo>
                      <a:lnTo>
                        <a:pt x="0" y="96"/>
                      </a:lnTo>
                      <a:lnTo>
                        <a:pt x="48" y="48"/>
                      </a:lnTo>
                      <a:lnTo>
                        <a:pt x="96" y="96"/>
                      </a:lnTo>
                      <a:lnTo>
                        <a:pt x="144" y="0"/>
                      </a:lnTo>
                      <a:close/>
                    </a:path>
                  </a:pathLst>
                </a:custGeom>
                <a:solidFill>
                  <a:srgbClr val="DFB51D"/>
                </a:solidFill>
                <a:ln w="3175" cap="rnd">
                  <a:solidFill>
                    <a:srgbClr val="CCFF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ko-KR" altLang="en-US" sz="1000" dirty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40" name="Freeform 37"/>
                <p:cNvSpPr>
                  <a:spLocks/>
                </p:cNvSpPr>
                <p:nvPr/>
              </p:nvSpPr>
              <p:spPr bwMode="auto">
                <a:xfrm>
                  <a:off x="2113" y="2504"/>
                  <a:ext cx="118" cy="282"/>
                </a:xfrm>
                <a:custGeom>
                  <a:avLst/>
                  <a:gdLst>
                    <a:gd name="T0" fmla="*/ 0 w 118"/>
                    <a:gd name="T1" fmla="*/ 0 h 252"/>
                    <a:gd name="T2" fmla="*/ 60 w 118"/>
                    <a:gd name="T3" fmla="*/ 0 h 252"/>
                    <a:gd name="T4" fmla="*/ 118 w 118"/>
                    <a:gd name="T5" fmla="*/ 252 h 252"/>
                    <a:gd name="T6" fmla="*/ 54 w 118"/>
                    <a:gd name="T7" fmla="*/ 252 h 252"/>
                    <a:gd name="T8" fmla="*/ 0 w 118"/>
                    <a:gd name="T9" fmla="*/ 0 h 25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8"/>
                    <a:gd name="T16" fmla="*/ 0 h 252"/>
                    <a:gd name="T17" fmla="*/ 118 w 118"/>
                    <a:gd name="T18" fmla="*/ 252 h 25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8" h="252">
                      <a:moveTo>
                        <a:pt x="0" y="0"/>
                      </a:moveTo>
                      <a:lnTo>
                        <a:pt x="60" y="0"/>
                      </a:lnTo>
                      <a:lnTo>
                        <a:pt x="118" y="252"/>
                      </a:lnTo>
                      <a:lnTo>
                        <a:pt x="54" y="25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FB51D"/>
                </a:solidFill>
                <a:ln w="3175" cap="rnd">
                  <a:solidFill>
                    <a:srgbClr val="CCFF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ko-KR" altLang="en-US" sz="1000" dirty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41" name="Freeform 38"/>
                <p:cNvSpPr>
                  <a:spLocks/>
                </p:cNvSpPr>
                <p:nvPr/>
              </p:nvSpPr>
              <p:spPr bwMode="auto">
                <a:xfrm rot="5400000" flipV="1">
                  <a:off x="2204" y="2745"/>
                  <a:ext cx="62" cy="144"/>
                </a:xfrm>
                <a:custGeom>
                  <a:avLst/>
                  <a:gdLst>
                    <a:gd name="T0" fmla="*/ 0 w 118"/>
                    <a:gd name="T1" fmla="*/ 0 h 252"/>
                    <a:gd name="T2" fmla="*/ 1 w 118"/>
                    <a:gd name="T3" fmla="*/ 0 h 252"/>
                    <a:gd name="T4" fmla="*/ 1 w 118"/>
                    <a:gd name="T5" fmla="*/ 1 h 252"/>
                    <a:gd name="T6" fmla="*/ 1 w 118"/>
                    <a:gd name="T7" fmla="*/ 1 h 252"/>
                    <a:gd name="T8" fmla="*/ 0 w 118"/>
                    <a:gd name="T9" fmla="*/ 0 h 25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8"/>
                    <a:gd name="T16" fmla="*/ 0 h 252"/>
                    <a:gd name="T17" fmla="*/ 118 w 118"/>
                    <a:gd name="T18" fmla="*/ 252 h 25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8" h="252">
                      <a:moveTo>
                        <a:pt x="0" y="0"/>
                      </a:moveTo>
                      <a:lnTo>
                        <a:pt x="60" y="0"/>
                      </a:lnTo>
                      <a:lnTo>
                        <a:pt x="118" y="252"/>
                      </a:lnTo>
                      <a:lnTo>
                        <a:pt x="54" y="25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FB51D"/>
                </a:solidFill>
                <a:ln w="3175" cap="rnd">
                  <a:solidFill>
                    <a:srgbClr val="CCFF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ko-KR" altLang="en-US" sz="1000" dirty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grpSp>
            <p:nvGrpSpPr>
              <p:cNvPr id="33" name="Group 39"/>
              <p:cNvGrpSpPr>
                <a:grpSpLocks/>
              </p:cNvGrpSpPr>
              <p:nvPr/>
            </p:nvGrpSpPr>
            <p:grpSpPr bwMode="auto">
              <a:xfrm flipH="1">
                <a:off x="2260" y="2529"/>
                <a:ext cx="269" cy="210"/>
                <a:chOff x="2104" y="2481"/>
                <a:chExt cx="440" cy="355"/>
              </a:xfrm>
            </p:grpSpPr>
            <p:sp>
              <p:nvSpPr>
                <p:cNvPr id="34" name="Oval 40"/>
                <p:cNvSpPr>
                  <a:spLocks noChangeArrowheads="1"/>
                </p:cNvSpPr>
                <p:nvPr/>
              </p:nvSpPr>
              <p:spPr bwMode="auto">
                <a:xfrm>
                  <a:off x="2401" y="2480"/>
                  <a:ext cx="143" cy="139"/>
                </a:xfrm>
                <a:prstGeom prst="ellipse">
                  <a:avLst/>
                </a:prstGeom>
                <a:solidFill>
                  <a:srgbClr val="B19017"/>
                </a:solidFill>
                <a:ln w="3175" cap="rnd">
                  <a:solidFill>
                    <a:srgbClr val="CCFF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ko-KR" altLang="en-US" sz="1000" dirty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35" name="Freeform 41"/>
                <p:cNvSpPr>
                  <a:spLocks/>
                </p:cNvSpPr>
                <p:nvPr/>
              </p:nvSpPr>
              <p:spPr bwMode="auto">
                <a:xfrm>
                  <a:off x="2256" y="2637"/>
                  <a:ext cx="288" cy="195"/>
                </a:xfrm>
                <a:custGeom>
                  <a:avLst/>
                  <a:gdLst>
                    <a:gd name="T0" fmla="*/ 144 w 288"/>
                    <a:gd name="T1" fmla="*/ 0 h 192"/>
                    <a:gd name="T2" fmla="*/ 288 w 288"/>
                    <a:gd name="T3" fmla="*/ 0 h 192"/>
                    <a:gd name="T4" fmla="*/ 288 w 288"/>
                    <a:gd name="T5" fmla="*/ 192 h 192"/>
                    <a:gd name="T6" fmla="*/ 144 w 288"/>
                    <a:gd name="T7" fmla="*/ 192 h 192"/>
                    <a:gd name="T8" fmla="*/ 144 w 288"/>
                    <a:gd name="T9" fmla="*/ 144 h 192"/>
                    <a:gd name="T10" fmla="*/ 96 w 288"/>
                    <a:gd name="T11" fmla="*/ 192 h 192"/>
                    <a:gd name="T12" fmla="*/ 0 w 288"/>
                    <a:gd name="T13" fmla="*/ 96 h 192"/>
                    <a:gd name="T14" fmla="*/ 48 w 288"/>
                    <a:gd name="T15" fmla="*/ 48 h 192"/>
                    <a:gd name="T16" fmla="*/ 96 w 288"/>
                    <a:gd name="T17" fmla="*/ 96 h 192"/>
                    <a:gd name="T18" fmla="*/ 144 w 288"/>
                    <a:gd name="T19" fmla="*/ 0 h 192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88"/>
                    <a:gd name="T31" fmla="*/ 0 h 192"/>
                    <a:gd name="T32" fmla="*/ 288 w 288"/>
                    <a:gd name="T33" fmla="*/ 192 h 192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88" h="192">
                      <a:moveTo>
                        <a:pt x="144" y="0"/>
                      </a:moveTo>
                      <a:lnTo>
                        <a:pt x="288" y="0"/>
                      </a:lnTo>
                      <a:lnTo>
                        <a:pt x="288" y="192"/>
                      </a:lnTo>
                      <a:lnTo>
                        <a:pt x="144" y="192"/>
                      </a:lnTo>
                      <a:lnTo>
                        <a:pt x="144" y="144"/>
                      </a:lnTo>
                      <a:lnTo>
                        <a:pt x="96" y="192"/>
                      </a:lnTo>
                      <a:lnTo>
                        <a:pt x="0" y="96"/>
                      </a:lnTo>
                      <a:lnTo>
                        <a:pt x="48" y="48"/>
                      </a:lnTo>
                      <a:lnTo>
                        <a:pt x="96" y="96"/>
                      </a:lnTo>
                      <a:lnTo>
                        <a:pt x="144" y="0"/>
                      </a:lnTo>
                      <a:close/>
                    </a:path>
                  </a:pathLst>
                </a:custGeom>
                <a:solidFill>
                  <a:srgbClr val="B19017"/>
                </a:solidFill>
                <a:ln w="3175" cap="rnd">
                  <a:solidFill>
                    <a:srgbClr val="CCFF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ko-KR" altLang="en-US" sz="1000" dirty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36" name="Freeform 42"/>
                <p:cNvSpPr>
                  <a:spLocks/>
                </p:cNvSpPr>
                <p:nvPr/>
              </p:nvSpPr>
              <p:spPr bwMode="auto">
                <a:xfrm>
                  <a:off x="2106" y="2517"/>
                  <a:ext cx="119" cy="261"/>
                </a:xfrm>
                <a:custGeom>
                  <a:avLst/>
                  <a:gdLst>
                    <a:gd name="T0" fmla="*/ 0 w 118"/>
                    <a:gd name="T1" fmla="*/ 0 h 252"/>
                    <a:gd name="T2" fmla="*/ 60 w 118"/>
                    <a:gd name="T3" fmla="*/ 0 h 252"/>
                    <a:gd name="T4" fmla="*/ 118 w 118"/>
                    <a:gd name="T5" fmla="*/ 252 h 252"/>
                    <a:gd name="T6" fmla="*/ 54 w 118"/>
                    <a:gd name="T7" fmla="*/ 252 h 252"/>
                    <a:gd name="T8" fmla="*/ 0 w 118"/>
                    <a:gd name="T9" fmla="*/ 0 h 25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8"/>
                    <a:gd name="T16" fmla="*/ 0 h 252"/>
                    <a:gd name="T17" fmla="*/ 118 w 118"/>
                    <a:gd name="T18" fmla="*/ 252 h 25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8" h="252">
                      <a:moveTo>
                        <a:pt x="0" y="0"/>
                      </a:moveTo>
                      <a:lnTo>
                        <a:pt x="60" y="0"/>
                      </a:lnTo>
                      <a:lnTo>
                        <a:pt x="118" y="252"/>
                      </a:lnTo>
                      <a:lnTo>
                        <a:pt x="54" y="25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19017"/>
                </a:solidFill>
                <a:ln w="3175" cap="rnd">
                  <a:solidFill>
                    <a:srgbClr val="CCFF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ko-KR" altLang="en-US" sz="1000" dirty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37" name="Freeform 43"/>
                <p:cNvSpPr>
                  <a:spLocks/>
                </p:cNvSpPr>
                <p:nvPr/>
              </p:nvSpPr>
              <p:spPr bwMode="auto">
                <a:xfrm rot="5400000" flipV="1">
                  <a:off x="2198" y="2731"/>
                  <a:ext cx="64" cy="145"/>
                </a:xfrm>
                <a:custGeom>
                  <a:avLst/>
                  <a:gdLst>
                    <a:gd name="T0" fmla="*/ 0 w 118"/>
                    <a:gd name="T1" fmla="*/ 0 h 252"/>
                    <a:gd name="T2" fmla="*/ 1 w 118"/>
                    <a:gd name="T3" fmla="*/ 0 h 252"/>
                    <a:gd name="T4" fmla="*/ 1 w 118"/>
                    <a:gd name="T5" fmla="*/ 1 h 252"/>
                    <a:gd name="T6" fmla="*/ 1 w 118"/>
                    <a:gd name="T7" fmla="*/ 1 h 252"/>
                    <a:gd name="T8" fmla="*/ 0 w 118"/>
                    <a:gd name="T9" fmla="*/ 0 h 25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8"/>
                    <a:gd name="T16" fmla="*/ 0 h 252"/>
                    <a:gd name="T17" fmla="*/ 118 w 118"/>
                    <a:gd name="T18" fmla="*/ 252 h 25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8" h="252">
                      <a:moveTo>
                        <a:pt x="0" y="0"/>
                      </a:moveTo>
                      <a:lnTo>
                        <a:pt x="60" y="0"/>
                      </a:lnTo>
                      <a:lnTo>
                        <a:pt x="118" y="252"/>
                      </a:lnTo>
                      <a:lnTo>
                        <a:pt x="54" y="25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19017"/>
                </a:solidFill>
                <a:ln w="3175" cap="rnd">
                  <a:solidFill>
                    <a:srgbClr val="CCFF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ko-KR" altLang="en-US" sz="1000" dirty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</p:grpSp>
      </p:grpSp>
      <p:sp>
        <p:nvSpPr>
          <p:cNvPr id="61" name="Rectangle 44"/>
          <p:cNvSpPr>
            <a:spLocks noChangeArrowheads="1"/>
          </p:cNvSpPr>
          <p:nvPr/>
        </p:nvSpPr>
        <p:spPr bwMode="auto">
          <a:xfrm>
            <a:off x="678786" y="4581525"/>
            <a:ext cx="1122103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66675" indent="-66675" algn="ctr" eaLnBrk="0" hangingPunct="0">
              <a:lnSpc>
                <a:spcPct val="96000"/>
              </a:lnSpc>
              <a:defRPr/>
            </a:pPr>
            <a:r>
              <a:rPr lang="ko-KR" altLang="en-US" sz="1000" dirty="0">
                <a:solidFill>
                  <a:srgbClr val="6666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협력</a:t>
            </a:r>
            <a:r>
              <a:rPr lang="en-US" altLang="ko-KR" sz="1000" dirty="0">
                <a:solidFill>
                  <a:srgbClr val="6666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dirty="0">
                <a:solidFill>
                  <a:srgbClr val="6666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 공급업체</a:t>
            </a:r>
          </a:p>
          <a:p>
            <a:pPr marL="66675" indent="-66675" algn="ctr" eaLnBrk="0" hangingPunct="0">
              <a:lnSpc>
                <a:spcPct val="96000"/>
              </a:lnSpc>
              <a:defRPr/>
            </a:pPr>
            <a:r>
              <a:rPr lang="ko-KR" altLang="en-US" sz="1000" dirty="0">
                <a:solidFill>
                  <a:srgbClr val="6666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유지보수 조직</a:t>
            </a:r>
          </a:p>
        </p:txBody>
      </p:sp>
      <p:sp>
        <p:nvSpPr>
          <p:cNvPr id="62" name="AutoShape 45"/>
          <p:cNvSpPr>
            <a:spLocks noChangeArrowheads="1"/>
          </p:cNvSpPr>
          <p:nvPr/>
        </p:nvSpPr>
        <p:spPr bwMode="auto">
          <a:xfrm rot="5400000">
            <a:off x="1863725" y="4781551"/>
            <a:ext cx="338137" cy="360362"/>
          </a:xfrm>
          <a:prstGeom prst="upArrow">
            <a:avLst>
              <a:gd name="adj1" fmla="val 63898"/>
              <a:gd name="adj2" fmla="val 68551"/>
            </a:avLst>
          </a:prstGeom>
          <a:solidFill>
            <a:srgbClr val="FFFFFF"/>
          </a:solidFill>
          <a:ln w="12700" algn="ctr">
            <a:solidFill>
              <a:srgbClr val="588D9A"/>
            </a:solidFill>
            <a:miter lim="800000"/>
            <a:headEnd/>
            <a:tailEnd/>
          </a:ln>
          <a:effectLst>
            <a:outerShdw dist="35921" dir="2700000" algn="ctr" rotWithShape="0">
              <a:srgbClr val="DDDDDD"/>
            </a:outerShdw>
          </a:effectLst>
        </p:spPr>
        <p:txBody>
          <a:bodyPr lIns="54000" tIns="36000" rIns="18000"/>
          <a:lstStyle/>
          <a:p>
            <a:pPr algn="ctr">
              <a:defRPr/>
            </a:pPr>
            <a:endParaRPr lang="ko-KR" altLang="en-US" sz="10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Rectangle 47"/>
          <p:cNvSpPr>
            <a:spLocks noChangeArrowheads="1"/>
          </p:cNvSpPr>
          <p:nvPr/>
        </p:nvSpPr>
        <p:spPr bwMode="auto">
          <a:xfrm>
            <a:off x="3940175" y="3400425"/>
            <a:ext cx="1384300" cy="941388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EA4C0"/>
            </a:solidFill>
            <a:miter lim="800000"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54000" tIns="0" rIns="18000" bIns="0" anchor="ctr"/>
          <a:lstStyle/>
          <a:p>
            <a:pPr marL="85725" indent="-85725"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itchFamily="2" charset="2"/>
              <a:buChar char="§"/>
              <a:defRPr/>
            </a:pP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장애복구지원</a:t>
            </a:r>
          </a:p>
          <a:p>
            <a:pPr marL="85725" indent="-85725"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itchFamily="2" charset="2"/>
              <a:buChar char="§"/>
              <a:defRPr/>
            </a:pP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성능향상방안</a:t>
            </a:r>
            <a:endParaRPr lang="en-US" altLang="ko-KR" sz="10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85725" indent="-85725"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itchFamily="2" charset="2"/>
              <a:buChar char="§"/>
              <a:defRPr/>
            </a:pPr>
            <a:endParaRPr lang="ko-KR" altLang="en-US" sz="10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Rectangle 49"/>
          <p:cNvSpPr>
            <a:spLocks noChangeArrowheads="1"/>
          </p:cNvSpPr>
          <p:nvPr/>
        </p:nvSpPr>
        <p:spPr bwMode="auto">
          <a:xfrm>
            <a:off x="661988" y="3400425"/>
            <a:ext cx="1539875" cy="941388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EA4C0"/>
            </a:solidFill>
            <a:miter lim="800000"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54000" tIns="0" rIns="18000" bIns="0" anchor="ctr"/>
          <a:lstStyle/>
          <a:p>
            <a:pPr marL="85725" indent="-85725">
              <a:buClr>
                <a:schemeClr val="bg1">
                  <a:lumMod val="50000"/>
                </a:schemeClr>
              </a:buClr>
              <a:buSzPct val="100000"/>
              <a:buFont typeface="Wingdings" pitchFamily="2" charset="2"/>
              <a:buChar char="§"/>
              <a:defRPr/>
            </a:pP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협력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 공급업체관리</a:t>
            </a:r>
          </a:p>
          <a:p>
            <a:pPr marL="85725" indent="-85725">
              <a:buClr>
                <a:schemeClr val="bg1">
                  <a:lumMod val="50000"/>
                </a:schemeClr>
              </a:buClr>
              <a:buSzPct val="100000"/>
              <a:buFont typeface="Wingdings" pitchFamily="2" charset="2"/>
              <a:buChar char="§"/>
              <a:defRPr/>
            </a:pP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정보서비스</a:t>
            </a:r>
          </a:p>
          <a:p>
            <a:pPr marL="85725" indent="-85725">
              <a:buClr>
                <a:schemeClr val="bg1">
                  <a:lumMod val="50000"/>
                </a:schemeClr>
              </a:buClr>
              <a:buSzPct val="100000"/>
              <a:buFont typeface="Wingdings" pitchFamily="2" charset="2"/>
              <a:buChar char="§"/>
              <a:defRPr/>
            </a:pP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서비스관리</a:t>
            </a:r>
          </a:p>
        </p:txBody>
      </p:sp>
      <p:sp>
        <p:nvSpPr>
          <p:cNvPr id="65" name="Rectangle 51"/>
          <p:cNvSpPr>
            <a:spLocks noChangeArrowheads="1"/>
          </p:cNvSpPr>
          <p:nvPr/>
        </p:nvSpPr>
        <p:spPr bwMode="auto">
          <a:xfrm>
            <a:off x="2398713" y="3400425"/>
            <a:ext cx="1384300" cy="941388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EA4C0"/>
            </a:solidFill>
            <a:miter lim="800000"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54000" tIns="0" rIns="18000" bIns="0" anchor="ctr"/>
          <a:lstStyle/>
          <a:p>
            <a:pPr marL="85725" indent="-85725"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itchFamily="2" charset="2"/>
              <a:buChar char="§"/>
              <a:defRPr/>
            </a:pP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신속한 문제해결</a:t>
            </a:r>
          </a:p>
          <a:p>
            <a:pPr marL="85725" indent="-85725"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itchFamily="2" charset="2"/>
              <a:buChar char="§"/>
              <a:defRPr/>
            </a:pP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Help Desk</a:t>
            </a:r>
          </a:p>
          <a:p>
            <a:pPr marL="85725" indent="-85725"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itchFamily="2" charset="2"/>
              <a:buChar char="§"/>
              <a:defRPr/>
            </a:pPr>
            <a:endParaRPr lang="ko-KR" altLang="en-US" sz="10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Rectangle 59"/>
          <p:cNvSpPr>
            <a:spLocks noChangeArrowheads="1"/>
          </p:cNvSpPr>
          <p:nvPr/>
        </p:nvSpPr>
        <p:spPr bwMode="auto">
          <a:xfrm>
            <a:off x="2163763" y="2513013"/>
            <a:ext cx="1844675" cy="511175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EA4C0"/>
            </a:solidFill>
            <a:miter lim="800000"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54000" tIns="0" rIns="18000" bIns="0" anchor="ctr"/>
          <a:lstStyle/>
          <a:p>
            <a:pPr marL="85725" indent="-85725"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itchFamily="2" charset="2"/>
              <a:buChar char="§"/>
              <a:defRPr/>
            </a:pP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유지보수 조직 운영</a:t>
            </a:r>
          </a:p>
          <a:p>
            <a:pPr marL="85725" indent="-85725"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itchFamily="2" charset="2"/>
              <a:buChar char="§"/>
              <a:defRPr/>
            </a:pP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요구분석 및 반영 총괄</a:t>
            </a:r>
          </a:p>
        </p:txBody>
      </p:sp>
      <p:sp>
        <p:nvSpPr>
          <p:cNvPr id="67" name="Rectangle 60"/>
          <p:cNvSpPr>
            <a:spLocks noChangeArrowheads="1"/>
          </p:cNvSpPr>
          <p:nvPr/>
        </p:nvSpPr>
        <p:spPr bwMode="auto">
          <a:xfrm>
            <a:off x="2325688" y="4686300"/>
            <a:ext cx="1527175" cy="6731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7EA4C0"/>
            </a:solidFill>
            <a:miter lim="800000"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54000" tIns="0" rIns="18000" bIns="0" anchor="ctr"/>
          <a:lstStyle/>
          <a:p>
            <a:pPr marL="85725" indent="-85725"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itchFamily="2" charset="2"/>
              <a:buChar char="§"/>
              <a:defRPr/>
            </a:pP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유지보수 담당</a:t>
            </a:r>
          </a:p>
          <a:p>
            <a:pPr marL="85725" indent="-85725"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itchFamily="2" charset="2"/>
              <a:buChar char="§"/>
              <a:defRPr/>
            </a:pP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신속한 유지보수 및</a:t>
            </a:r>
            <a:b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일차적 운영지원</a:t>
            </a:r>
          </a:p>
        </p:txBody>
      </p:sp>
      <p:grpSp>
        <p:nvGrpSpPr>
          <p:cNvPr id="68" name="Group 124"/>
          <p:cNvGrpSpPr>
            <a:grpSpLocks/>
          </p:cNvGrpSpPr>
          <p:nvPr/>
        </p:nvGrpSpPr>
        <p:grpSpPr bwMode="auto">
          <a:xfrm>
            <a:off x="3913188" y="3236913"/>
            <a:ext cx="1436687" cy="241300"/>
            <a:chOff x="208" y="1882"/>
            <a:chExt cx="907" cy="180"/>
          </a:xfrm>
        </p:grpSpPr>
        <p:sp>
          <p:nvSpPr>
            <p:cNvPr id="69" name="AutoShape 125"/>
            <p:cNvSpPr>
              <a:spLocks noChangeArrowheads="1"/>
            </p:cNvSpPr>
            <p:nvPr/>
          </p:nvSpPr>
          <p:spPr bwMode="gray">
            <a:xfrm>
              <a:off x="208" y="1882"/>
              <a:ext cx="907" cy="1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1F1F1"/>
                </a:gs>
                <a:gs pos="100000">
                  <a:srgbClr val="DDDDDD"/>
                </a:gs>
              </a:gsLst>
              <a:lin ang="2700000" scaled="1"/>
            </a:gradFill>
            <a:ln w="6350" algn="ctr">
              <a:solidFill>
                <a:srgbClr val="DDDDDD"/>
              </a:solidFill>
              <a:round/>
              <a:headEnd/>
              <a:tailEnd/>
            </a:ln>
          </p:spPr>
          <p:txBody>
            <a:bodyPr wrap="none" tIns="0" bIns="0" anchor="ctr"/>
            <a:lstStyle/>
            <a:p>
              <a:pPr algn="ctr">
                <a:spcBef>
                  <a:spcPct val="50000"/>
                </a:spcBef>
                <a:defRPr/>
              </a:pPr>
              <a:endParaRPr lang="ko-KR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0" name="AutoShape 126" descr="333"/>
            <p:cNvSpPr>
              <a:spLocks noChangeArrowheads="1"/>
            </p:cNvSpPr>
            <p:nvPr/>
          </p:nvSpPr>
          <p:spPr bwMode="gray">
            <a:xfrm>
              <a:off x="226" y="1899"/>
              <a:ext cx="871" cy="147"/>
            </a:xfrm>
            <a:prstGeom prst="roundRect">
              <a:avLst>
                <a:gd name="adj" fmla="val 50000"/>
              </a:avLst>
            </a:prstGeom>
            <a:blipFill dpi="0" rotWithShape="1">
              <a:blip r:embed="rId3" cstate="print"/>
              <a:srcRect/>
              <a:stretch>
                <a:fillRect/>
              </a:stretch>
            </a:blipFill>
            <a:ln w="6350" algn="ctr">
              <a:solidFill>
                <a:srgbClr val="DDDDDD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기술지원팀</a:t>
              </a:r>
            </a:p>
          </p:txBody>
        </p:sp>
      </p:grpSp>
      <p:grpSp>
        <p:nvGrpSpPr>
          <p:cNvPr id="71" name="Group 127"/>
          <p:cNvGrpSpPr>
            <a:grpSpLocks/>
          </p:cNvGrpSpPr>
          <p:nvPr/>
        </p:nvGrpSpPr>
        <p:grpSpPr bwMode="auto">
          <a:xfrm>
            <a:off x="2151063" y="2328863"/>
            <a:ext cx="1890712" cy="241300"/>
            <a:chOff x="1707" y="1691"/>
            <a:chExt cx="906" cy="180"/>
          </a:xfrm>
        </p:grpSpPr>
        <p:sp>
          <p:nvSpPr>
            <p:cNvPr id="72" name="AutoShape 128"/>
            <p:cNvSpPr>
              <a:spLocks noChangeArrowheads="1"/>
            </p:cNvSpPr>
            <p:nvPr/>
          </p:nvSpPr>
          <p:spPr bwMode="gray">
            <a:xfrm>
              <a:off x="1707" y="1691"/>
              <a:ext cx="906" cy="1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1F1F1"/>
                </a:gs>
                <a:gs pos="100000">
                  <a:srgbClr val="DDDDDD"/>
                </a:gs>
              </a:gsLst>
              <a:lin ang="2700000" scaled="1"/>
            </a:gradFill>
            <a:ln w="6350" algn="ctr">
              <a:solidFill>
                <a:srgbClr val="DDDDDD"/>
              </a:solidFill>
              <a:round/>
              <a:headEnd/>
              <a:tailEnd/>
            </a:ln>
          </p:spPr>
          <p:txBody>
            <a:bodyPr wrap="none" tIns="0" bIns="0" anchor="ctr"/>
            <a:lstStyle/>
            <a:p>
              <a:pPr algn="ctr">
                <a:spcBef>
                  <a:spcPct val="50000"/>
                </a:spcBef>
                <a:defRPr/>
              </a:pPr>
              <a:endParaRPr lang="ko-KR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3" name="AutoShape 129" descr="dw copy"/>
            <p:cNvSpPr>
              <a:spLocks noChangeArrowheads="1"/>
            </p:cNvSpPr>
            <p:nvPr/>
          </p:nvSpPr>
          <p:spPr bwMode="gray">
            <a:xfrm>
              <a:off x="1725" y="1708"/>
              <a:ext cx="869" cy="141"/>
            </a:xfrm>
            <a:prstGeom prst="roundRect">
              <a:avLst>
                <a:gd name="adj" fmla="val 50000"/>
              </a:avLst>
            </a:prstGeom>
            <a:blipFill dpi="0" rotWithShape="1">
              <a:blip r:embed="rId4" cstate="print"/>
              <a:srcRect/>
              <a:stretch>
                <a:fillRect/>
              </a:stretch>
            </a:blipFill>
            <a:ln w="6350" algn="ctr">
              <a:solidFill>
                <a:srgbClr val="DDDDDD"/>
              </a:solidFill>
              <a:round/>
              <a:headEnd/>
              <a:tailEnd/>
            </a:ln>
          </p:spPr>
          <p:txBody>
            <a:bodyPr wrap="none" tIns="0" bIns="0" anchor="ctr"/>
            <a:lstStyle/>
            <a:p>
              <a:pPr algn="ctr">
                <a:spcBef>
                  <a:spcPct val="50000"/>
                </a:spcBef>
                <a:defRPr/>
              </a:pPr>
              <a:r>
                <a:rPr lang="ko-KR" altLang="en-US" sz="1000" dirty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총괄책임자</a:t>
              </a:r>
            </a:p>
          </p:txBody>
        </p:sp>
      </p:grpSp>
      <p:grpSp>
        <p:nvGrpSpPr>
          <p:cNvPr id="74" name="Group 130"/>
          <p:cNvGrpSpPr>
            <a:grpSpLocks/>
          </p:cNvGrpSpPr>
          <p:nvPr/>
        </p:nvGrpSpPr>
        <p:grpSpPr bwMode="auto">
          <a:xfrm>
            <a:off x="2368550" y="3236913"/>
            <a:ext cx="1436688" cy="241300"/>
            <a:chOff x="208" y="1882"/>
            <a:chExt cx="907" cy="180"/>
          </a:xfrm>
        </p:grpSpPr>
        <p:sp>
          <p:nvSpPr>
            <p:cNvPr id="75" name="AutoShape 131"/>
            <p:cNvSpPr>
              <a:spLocks noChangeArrowheads="1"/>
            </p:cNvSpPr>
            <p:nvPr/>
          </p:nvSpPr>
          <p:spPr bwMode="gray">
            <a:xfrm>
              <a:off x="208" y="1882"/>
              <a:ext cx="907" cy="1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1F1F1"/>
                </a:gs>
                <a:gs pos="100000">
                  <a:srgbClr val="DDDDDD"/>
                </a:gs>
              </a:gsLst>
              <a:lin ang="2700000" scaled="1"/>
            </a:gradFill>
            <a:ln w="6350" algn="ctr">
              <a:solidFill>
                <a:srgbClr val="DDDDDD"/>
              </a:solidFill>
              <a:round/>
              <a:headEnd/>
              <a:tailEnd/>
            </a:ln>
          </p:spPr>
          <p:txBody>
            <a:bodyPr wrap="none" tIns="0" bIns="0" anchor="ctr"/>
            <a:lstStyle/>
            <a:p>
              <a:pPr algn="ctr">
                <a:spcBef>
                  <a:spcPct val="50000"/>
                </a:spcBef>
                <a:defRPr/>
              </a:pPr>
              <a:endParaRPr lang="ko-KR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6" name="AutoShape 132" descr="333"/>
            <p:cNvSpPr>
              <a:spLocks noChangeArrowheads="1"/>
            </p:cNvSpPr>
            <p:nvPr/>
          </p:nvSpPr>
          <p:spPr bwMode="gray">
            <a:xfrm>
              <a:off x="226" y="1899"/>
              <a:ext cx="871" cy="147"/>
            </a:xfrm>
            <a:prstGeom prst="roundRect">
              <a:avLst>
                <a:gd name="adj" fmla="val 50000"/>
              </a:avLst>
            </a:prstGeom>
            <a:blipFill dpi="0" rotWithShape="1">
              <a:blip r:embed="rId3" cstate="print"/>
              <a:srcRect/>
              <a:stretch>
                <a:fillRect/>
              </a:stretch>
            </a:blipFill>
            <a:ln w="6350" algn="ctr">
              <a:solidFill>
                <a:srgbClr val="DDDDDD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 지원팀</a:t>
              </a:r>
            </a:p>
          </p:txBody>
        </p:sp>
      </p:grpSp>
      <p:grpSp>
        <p:nvGrpSpPr>
          <p:cNvPr id="77" name="Group 133"/>
          <p:cNvGrpSpPr>
            <a:grpSpLocks/>
          </p:cNvGrpSpPr>
          <p:nvPr/>
        </p:nvGrpSpPr>
        <p:grpSpPr bwMode="auto">
          <a:xfrm>
            <a:off x="639763" y="3236913"/>
            <a:ext cx="1587500" cy="241300"/>
            <a:chOff x="208" y="1882"/>
            <a:chExt cx="907" cy="180"/>
          </a:xfrm>
        </p:grpSpPr>
        <p:sp>
          <p:nvSpPr>
            <p:cNvPr id="78" name="AutoShape 134"/>
            <p:cNvSpPr>
              <a:spLocks noChangeArrowheads="1"/>
            </p:cNvSpPr>
            <p:nvPr/>
          </p:nvSpPr>
          <p:spPr bwMode="gray">
            <a:xfrm>
              <a:off x="208" y="1882"/>
              <a:ext cx="907" cy="1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1F1F1"/>
                </a:gs>
                <a:gs pos="100000">
                  <a:srgbClr val="DDDDDD"/>
                </a:gs>
              </a:gsLst>
              <a:lin ang="2700000" scaled="1"/>
            </a:gradFill>
            <a:ln w="6350" algn="ctr">
              <a:solidFill>
                <a:srgbClr val="DDDDDD"/>
              </a:solidFill>
              <a:round/>
              <a:headEnd/>
              <a:tailEnd/>
            </a:ln>
          </p:spPr>
          <p:txBody>
            <a:bodyPr wrap="none" tIns="0" bIns="0" anchor="ctr"/>
            <a:lstStyle/>
            <a:p>
              <a:pPr algn="ctr">
                <a:spcBef>
                  <a:spcPct val="50000"/>
                </a:spcBef>
                <a:defRPr/>
              </a:pPr>
              <a:endParaRPr lang="ko-KR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9" name="AutoShape 135" descr="333"/>
            <p:cNvSpPr>
              <a:spLocks noChangeArrowheads="1"/>
            </p:cNvSpPr>
            <p:nvPr/>
          </p:nvSpPr>
          <p:spPr bwMode="gray">
            <a:xfrm>
              <a:off x="231" y="1894"/>
              <a:ext cx="873" cy="146"/>
            </a:xfrm>
            <a:prstGeom prst="roundRect">
              <a:avLst>
                <a:gd name="adj" fmla="val 50000"/>
              </a:avLst>
            </a:prstGeom>
            <a:blipFill dpi="0" rotWithShape="1">
              <a:blip r:embed="rId5" cstate="print"/>
              <a:srcRect/>
              <a:stretch>
                <a:fillRect/>
              </a:stretch>
            </a:blipFill>
            <a:ln w="6350" algn="ctr">
              <a:solidFill>
                <a:srgbClr val="DDDDDD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유지보수팀</a:t>
              </a:r>
            </a:p>
          </p:txBody>
        </p:sp>
      </p:grpSp>
      <p:grpSp>
        <p:nvGrpSpPr>
          <p:cNvPr id="80" name="Group 136"/>
          <p:cNvGrpSpPr>
            <a:grpSpLocks/>
          </p:cNvGrpSpPr>
          <p:nvPr/>
        </p:nvGrpSpPr>
        <p:grpSpPr bwMode="auto">
          <a:xfrm>
            <a:off x="2298700" y="4492625"/>
            <a:ext cx="1589088" cy="239713"/>
            <a:chOff x="208" y="1882"/>
            <a:chExt cx="907" cy="180"/>
          </a:xfrm>
        </p:grpSpPr>
        <p:sp>
          <p:nvSpPr>
            <p:cNvPr id="81" name="AutoShape 137"/>
            <p:cNvSpPr>
              <a:spLocks noChangeArrowheads="1"/>
            </p:cNvSpPr>
            <p:nvPr/>
          </p:nvSpPr>
          <p:spPr bwMode="gray">
            <a:xfrm>
              <a:off x="208" y="1882"/>
              <a:ext cx="907" cy="17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1F1F1"/>
                </a:gs>
                <a:gs pos="100000">
                  <a:srgbClr val="DDDDDD"/>
                </a:gs>
              </a:gsLst>
              <a:lin ang="2700000" scaled="1"/>
            </a:gradFill>
            <a:ln w="6350" algn="ctr">
              <a:solidFill>
                <a:srgbClr val="DDDDDD"/>
              </a:solidFill>
              <a:round/>
              <a:headEnd/>
              <a:tailEnd/>
            </a:ln>
          </p:spPr>
          <p:txBody>
            <a:bodyPr wrap="none" tIns="0" bIns="0" anchor="ctr"/>
            <a:lstStyle/>
            <a:p>
              <a:pPr algn="ctr">
                <a:spcBef>
                  <a:spcPct val="50000"/>
                </a:spcBef>
                <a:defRPr/>
              </a:pPr>
              <a:endParaRPr lang="ko-KR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2" name="AutoShape 138" descr="333"/>
            <p:cNvSpPr>
              <a:spLocks noChangeArrowheads="1"/>
            </p:cNvSpPr>
            <p:nvPr/>
          </p:nvSpPr>
          <p:spPr bwMode="gray">
            <a:xfrm>
              <a:off x="226" y="1899"/>
              <a:ext cx="871" cy="142"/>
            </a:xfrm>
            <a:prstGeom prst="roundRect">
              <a:avLst>
                <a:gd name="adj" fmla="val 50000"/>
              </a:avLst>
            </a:prstGeom>
            <a:blipFill dpi="0" rotWithShape="1">
              <a:blip r:embed="rId6" cstate="print"/>
              <a:srcRect/>
              <a:stretch>
                <a:fillRect/>
              </a:stretch>
            </a:blipFill>
            <a:ln w="6350" algn="ctr">
              <a:solidFill>
                <a:srgbClr val="DDDDDD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defRPr/>
              </a:pP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유지보수 지원팀</a:t>
              </a:r>
            </a:p>
          </p:txBody>
        </p:sp>
      </p:grpSp>
      <p:cxnSp>
        <p:nvCxnSpPr>
          <p:cNvPr id="83" name="직선 연결선 208"/>
          <p:cNvCxnSpPr>
            <a:cxnSpLocks noChangeShapeType="1"/>
            <a:endCxn id="65" idx="2"/>
          </p:cNvCxnSpPr>
          <p:nvPr/>
        </p:nvCxnSpPr>
        <p:spPr bwMode="auto">
          <a:xfrm rot="16200000" flipV="1">
            <a:off x="3005138" y="4427538"/>
            <a:ext cx="173037" cy="1587"/>
          </a:xfrm>
          <a:prstGeom prst="line">
            <a:avLst/>
          </a:prstGeom>
          <a:noFill/>
          <a:ln w="1905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" name="직선 연결선 209"/>
          <p:cNvCxnSpPr>
            <a:cxnSpLocks noChangeShapeType="1"/>
            <a:endCxn id="66" idx="2"/>
          </p:cNvCxnSpPr>
          <p:nvPr/>
        </p:nvCxnSpPr>
        <p:spPr bwMode="auto">
          <a:xfrm rot="16200000" flipV="1">
            <a:off x="2963863" y="3146425"/>
            <a:ext cx="246062" cy="1588"/>
          </a:xfrm>
          <a:prstGeom prst="line">
            <a:avLst/>
          </a:prstGeom>
          <a:noFill/>
          <a:ln w="1905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" name="꺾인 연결선 210"/>
          <p:cNvCxnSpPr>
            <a:cxnSpLocks noChangeShapeType="1"/>
          </p:cNvCxnSpPr>
          <p:nvPr/>
        </p:nvCxnSpPr>
        <p:spPr bwMode="auto">
          <a:xfrm rot="16200000" flipH="1">
            <a:off x="3033713" y="1660525"/>
            <a:ext cx="6350" cy="3190875"/>
          </a:xfrm>
          <a:prstGeom prst="bentConnector3">
            <a:avLst>
              <a:gd name="adj1" fmla="val -1699931"/>
            </a:avLst>
          </a:prstGeom>
          <a:noFill/>
          <a:ln w="19050" algn="ctr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6" name="꺾인 연결선 211"/>
          <p:cNvCxnSpPr>
            <a:cxnSpLocks noChangeShapeType="1"/>
            <a:stCxn id="64" idx="2"/>
            <a:endCxn id="63" idx="2"/>
          </p:cNvCxnSpPr>
          <p:nvPr/>
        </p:nvCxnSpPr>
        <p:spPr bwMode="auto">
          <a:xfrm rot="16200000" flipH="1">
            <a:off x="3031331" y="2742407"/>
            <a:ext cx="1587" cy="3200400"/>
          </a:xfrm>
          <a:prstGeom prst="bentConnector3">
            <a:avLst>
              <a:gd name="adj1" fmla="val 7997486"/>
            </a:avLst>
          </a:prstGeom>
          <a:noFill/>
          <a:ln w="19050" algn="ctr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87" name="Picture 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808663" y="3294063"/>
            <a:ext cx="3236912" cy="19700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8" name="Rectangle 44"/>
          <p:cNvSpPr>
            <a:spLocks noChangeArrowheads="1"/>
          </p:cNvSpPr>
          <p:nvPr/>
        </p:nvSpPr>
        <p:spPr bwMode="auto">
          <a:xfrm>
            <a:off x="5818188" y="2312988"/>
            <a:ext cx="3159125" cy="1033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96000"/>
              </a:lnSpc>
              <a:defRPr/>
            </a:pPr>
            <a:r>
              <a:rPr lang="ko-KR" altLang="en-US" sz="1000" dirty="0">
                <a:solidFill>
                  <a:srgbClr val="6666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메일이나</a:t>
            </a:r>
            <a:r>
              <a:rPr lang="en-US" altLang="ko-KR" sz="1000" dirty="0">
                <a:solidFill>
                  <a:srgbClr val="6666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rgbClr val="6666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전화를 이용한  요청이 아닌 시스템화 된 </a:t>
            </a:r>
            <a:r>
              <a:rPr lang="en-US" altLang="ko-KR" sz="1000" dirty="0">
                <a:solidFill>
                  <a:srgbClr val="6666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Call Center</a:t>
            </a:r>
            <a:r>
              <a:rPr lang="ko-KR" altLang="en-US" sz="1000" dirty="0">
                <a:solidFill>
                  <a:srgbClr val="6666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운영하여 고객사에게 별도의 계정을 발급하여  최선의 서비스를 제공</a:t>
            </a:r>
            <a:endParaRPr lang="en-US" altLang="ko-KR" sz="1000" dirty="0">
              <a:solidFill>
                <a:srgbClr val="66663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0" hangingPunct="0">
              <a:lnSpc>
                <a:spcPct val="96000"/>
              </a:lnSpc>
              <a:defRPr/>
            </a:pPr>
            <a:endParaRPr lang="en-US" altLang="ko-KR" sz="1000" dirty="0">
              <a:solidFill>
                <a:srgbClr val="66663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0" hangingPunct="0">
              <a:lnSpc>
                <a:spcPct val="96000"/>
              </a:lnSpc>
              <a:defRPr/>
            </a:pPr>
            <a:r>
              <a:rPr lang="ko-KR" altLang="en-US" sz="1000" dirty="0">
                <a:solidFill>
                  <a:srgbClr val="6666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 내역과 고객 상황을 통합적으로 관리하고 체계적인 지원 프로세스에 따라 유지보수 지원</a:t>
            </a:r>
            <a:endParaRPr lang="en-US" altLang="ko-KR" sz="1000" dirty="0">
              <a:solidFill>
                <a:srgbClr val="66663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6675" indent="-66675" eaLnBrk="0" hangingPunct="0">
              <a:lnSpc>
                <a:spcPct val="96000"/>
              </a:lnSpc>
              <a:defRPr/>
            </a:pPr>
            <a:endParaRPr lang="ko-KR" altLang="en-US" sz="1000" dirty="0">
              <a:solidFill>
                <a:srgbClr val="66663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9" name="Picture 130" descr="box 01 copy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3" y="1660525"/>
            <a:ext cx="4151312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" name="Text Box 131"/>
          <p:cNvSpPr txBox="1">
            <a:spLocks noChangeArrowheads="1"/>
          </p:cNvSpPr>
          <p:nvPr/>
        </p:nvSpPr>
        <p:spPr bwMode="auto">
          <a:xfrm>
            <a:off x="1530350" y="1745315"/>
            <a:ext cx="2889250" cy="311433"/>
          </a:xfrm>
          <a:prstGeom prst="rect">
            <a:avLst/>
          </a:prstGeom>
          <a:noFill/>
          <a:ln>
            <a:noFill/>
          </a:ln>
          <a:extLst/>
        </p:spPr>
        <p:txBody>
          <a:bodyPr lIns="90000" tIns="46800" rIns="90000" bIns="46800" anchor="ctr" anchorCtr="1">
            <a:spAutoFit/>
          </a:bodyPr>
          <a:lstStyle>
            <a:lvl1pPr defTabSz="863600">
              <a:defRPr b="1">
                <a:solidFill>
                  <a:schemeClr val="tx1"/>
                </a:solidFill>
                <a:latin typeface="Optima" pitchFamily="2" charset="2"/>
                <a:ea typeface="가는각진제목체" pitchFamily="18" charset="-127"/>
              </a:defRPr>
            </a:lvl1pPr>
            <a:lvl2pPr marL="742950" indent="-285750" defTabSz="863600">
              <a:defRPr b="1">
                <a:solidFill>
                  <a:schemeClr val="tx1"/>
                </a:solidFill>
                <a:latin typeface="Optima" pitchFamily="2" charset="2"/>
                <a:ea typeface="가는각진제목체" pitchFamily="18" charset="-127"/>
              </a:defRPr>
            </a:lvl2pPr>
            <a:lvl3pPr marL="1143000" indent="-228600" defTabSz="863600">
              <a:defRPr b="1">
                <a:solidFill>
                  <a:schemeClr val="tx1"/>
                </a:solidFill>
                <a:latin typeface="Optima" pitchFamily="2" charset="2"/>
                <a:ea typeface="가는각진제목체" pitchFamily="18" charset="-127"/>
              </a:defRPr>
            </a:lvl3pPr>
            <a:lvl4pPr marL="1600200" indent="-228600" defTabSz="863600">
              <a:defRPr b="1">
                <a:solidFill>
                  <a:schemeClr val="tx1"/>
                </a:solidFill>
                <a:latin typeface="Optima" pitchFamily="2" charset="2"/>
                <a:ea typeface="가는각진제목체" pitchFamily="18" charset="-127"/>
              </a:defRPr>
            </a:lvl4pPr>
            <a:lvl5pPr marL="2057400" indent="-228600" defTabSz="863600">
              <a:defRPr b="1">
                <a:solidFill>
                  <a:schemeClr val="tx1"/>
                </a:solidFill>
                <a:latin typeface="Optima" pitchFamily="2" charset="2"/>
                <a:ea typeface="가는각진제목체" pitchFamily="18" charset="-127"/>
              </a:defRPr>
            </a:lvl5pPr>
            <a:lvl6pPr marL="2514600" indent="-228600" algn="ctr" defTabSz="863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Optima" pitchFamily="2" charset="2"/>
                <a:ea typeface="가는각진제목체" pitchFamily="18" charset="-127"/>
              </a:defRPr>
            </a:lvl6pPr>
            <a:lvl7pPr marL="2971800" indent="-228600" algn="ctr" defTabSz="863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Optima" pitchFamily="2" charset="2"/>
                <a:ea typeface="가는각진제목체" pitchFamily="18" charset="-127"/>
              </a:defRPr>
            </a:lvl7pPr>
            <a:lvl8pPr marL="3429000" indent="-228600" algn="ctr" defTabSz="863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Optima" pitchFamily="2" charset="2"/>
                <a:ea typeface="가는각진제목체" pitchFamily="18" charset="-127"/>
              </a:defRPr>
            </a:lvl8pPr>
            <a:lvl9pPr marL="3886200" indent="-228600" algn="ctr" defTabSz="863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Optima" pitchFamily="2" charset="2"/>
                <a:ea typeface="가는각진제목체" pitchFamily="18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spcAft>
                <a:spcPct val="20000"/>
              </a:spcAft>
              <a:defRPr/>
            </a:pPr>
            <a:r>
              <a:rPr lang="ko-KR" altLang="en-US" sz="14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유지보수를 위한 </a:t>
            </a:r>
            <a:r>
              <a:rPr lang="ko-KR" altLang="en-US" sz="1400" dirty="0" err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고객지원팀</a:t>
            </a:r>
            <a:r>
              <a:rPr lang="ko-KR" altLang="en-US" sz="14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운영</a:t>
            </a:r>
          </a:p>
        </p:txBody>
      </p:sp>
      <p:grpSp>
        <p:nvGrpSpPr>
          <p:cNvPr id="91" name="Group 132"/>
          <p:cNvGrpSpPr>
            <a:grpSpLocks/>
          </p:cNvGrpSpPr>
          <p:nvPr/>
        </p:nvGrpSpPr>
        <p:grpSpPr bwMode="auto">
          <a:xfrm>
            <a:off x="904875" y="1660525"/>
            <a:ext cx="595313" cy="311150"/>
            <a:chOff x="330" y="2130"/>
            <a:chExt cx="574" cy="284"/>
          </a:xfrm>
        </p:grpSpPr>
        <p:sp>
          <p:nvSpPr>
            <p:cNvPr id="92" name="Freeform 133"/>
            <p:cNvSpPr>
              <a:spLocks/>
            </p:cNvSpPr>
            <p:nvPr/>
          </p:nvSpPr>
          <p:spPr bwMode="auto">
            <a:xfrm>
              <a:off x="382" y="2208"/>
              <a:ext cx="61" cy="57"/>
            </a:xfrm>
            <a:custGeom>
              <a:avLst/>
              <a:gdLst>
                <a:gd name="T0" fmla="*/ 0 w 181"/>
                <a:gd name="T1" fmla="*/ 0 h 170"/>
                <a:gd name="T2" fmla="*/ 0 w 181"/>
                <a:gd name="T3" fmla="*/ 0 h 170"/>
                <a:gd name="T4" fmla="*/ 0 w 181"/>
                <a:gd name="T5" fmla="*/ 0 h 170"/>
                <a:gd name="T6" fmla="*/ 0 w 181"/>
                <a:gd name="T7" fmla="*/ 0 h 170"/>
                <a:gd name="T8" fmla="*/ 0 w 181"/>
                <a:gd name="T9" fmla="*/ 0 h 170"/>
                <a:gd name="T10" fmla="*/ 0 w 181"/>
                <a:gd name="T11" fmla="*/ 0 h 170"/>
                <a:gd name="T12" fmla="*/ 0 w 181"/>
                <a:gd name="T13" fmla="*/ 0 h 170"/>
                <a:gd name="T14" fmla="*/ 0 w 181"/>
                <a:gd name="T15" fmla="*/ 0 h 17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81"/>
                <a:gd name="T25" fmla="*/ 0 h 170"/>
                <a:gd name="T26" fmla="*/ 181 w 181"/>
                <a:gd name="T27" fmla="*/ 170 h 17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81" h="170">
                  <a:moveTo>
                    <a:pt x="16" y="0"/>
                  </a:moveTo>
                  <a:lnTo>
                    <a:pt x="10" y="1"/>
                  </a:lnTo>
                  <a:lnTo>
                    <a:pt x="0" y="24"/>
                  </a:lnTo>
                  <a:lnTo>
                    <a:pt x="35" y="123"/>
                  </a:lnTo>
                  <a:lnTo>
                    <a:pt x="168" y="170"/>
                  </a:lnTo>
                  <a:lnTo>
                    <a:pt x="181" y="135"/>
                  </a:lnTo>
                  <a:lnTo>
                    <a:pt x="153" y="75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3" name="Freeform 134"/>
            <p:cNvSpPr>
              <a:spLocks/>
            </p:cNvSpPr>
            <p:nvPr/>
          </p:nvSpPr>
          <p:spPr bwMode="auto">
            <a:xfrm>
              <a:off x="658" y="2256"/>
              <a:ext cx="32" cy="23"/>
            </a:xfrm>
            <a:custGeom>
              <a:avLst/>
              <a:gdLst>
                <a:gd name="T0" fmla="*/ 0 w 106"/>
                <a:gd name="T1" fmla="*/ 0 h 72"/>
                <a:gd name="T2" fmla="*/ 0 w 106"/>
                <a:gd name="T3" fmla="*/ 0 h 72"/>
                <a:gd name="T4" fmla="*/ 0 w 106"/>
                <a:gd name="T5" fmla="*/ 0 h 72"/>
                <a:gd name="T6" fmla="*/ 0 w 106"/>
                <a:gd name="T7" fmla="*/ 0 h 72"/>
                <a:gd name="T8" fmla="*/ 0 w 106"/>
                <a:gd name="T9" fmla="*/ 0 h 72"/>
                <a:gd name="T10" fmla="*/ 0 w 106"/>
                <a:gd name="T11" fmla="*/ 0 h 72"/>
                <a:gd name="T12" fmla="*/ 0 w 106"/>
                <a:gd name="T13" fmla="*/ 0 h 72"/>
                <a:gd name="T14" fmla="*/ 0 w 106"/>
                <a:gd name="T15" fmla="*/ 0 h 72"/>
                <a:gd name="T16" fmla="*/ 0 w 106"/>
                <a:gd name="T17" fmla="*/ 0 h 72"/>
                <a:gd name="T18" fmla="*/ 0 w 106"/>
                <a:gd name="T19" fmla="*/ 0 h 7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6"/>
                <a:gd name="T31" fmla="*/ 0 h 72"/>
                <a:gd name="T32" fmla="*/ 106 w 106"/>
                <a:gd name="T33" fmla="*/ 72 h 7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6" h="72">
                  <a:moveTo>
                    <a:pt x="90" y="7"/>
                  </a:moveTo>
                  <a:lnTo>
                    <a:pt x="42" y="0"/>
                  </a:lnTo>
                  <a:lnTo>
                    <a:pt x="5" y="55"/>
                  </a:lnTo>
                  <a:lnTo>
                    <a:pt x="0" y="72"/>
                  </a:lnTo>
                  <a:lnTo>
                    <a:pt x="50" y="62"/>
                  </a:lnTo>
                  <a:lnTo>
                    <a:pt x="58" y="57"/>
                  </a:lnTo>
                  <a:lnTo>
                    <a:pt x="87" y="56"/>
                  </a:lnTo>
                  <a:lnTo>
                    <a:pt x="106" y="31"/>
                  </a:lnTo>
                  <a:lnTo>
                    <a:pt x="99" y="13"/>
                  </a:lnTo>
                  <a:lnTo>
                    <a:pt x="90" y="7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4" name="Freeform 135"/>
            <p:cNvSpPr>
              <a:spLocks/>
            </p:cNvSpPr>
            <p:nvPr/>
          </p:nvSpPr>
          <p:spPr bwMode="auto">
            <a:xfrm>
              <a:off x="579" y="2273"/>
              <a:ext cx="26" cy="22"/>
            </a:xfrm>
            <a:custGeom>
              <a:avLst/>
              <a:gdLst>
                <a:gd name="T0" fmla="*/ 0 w 78"/>
                <a:gd name="T1" fmla="*/ 0 h 67"/>
                <a:gd name="T2" fmla="*/ 0 w 78"/>
                <a:gd name="T3" fmla="*/ 0 h 67"/>
                <a:gd name="T4" fmla="*/ 0 w 78"/>
                <a:gd name="T5" fmla="*/ 0 h 67"/>
                <a:gd name="T6" fmla="*/ 0 w 78"/>
                <a:gd name="T7" fmla="*/ 0 h 67"/>
                <a:gd name="T8" fmla="*/ 0 w 78"/>
                <a:gd name="T9" fmla="*/ 0 h 67"/>
                <a:gd name="T10" fmla="*/ 0 w 78"/>
                <a:gd name="T11" fmla="*/ 0 h 67"/>
                <a:gd name="T12" fmla="*/ 0 w 78"/>
                <a:gd name="T13" fmla="*/ 0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8"/>
                <a:gd name="T22" fmla="*/ 0 h 67"/>
                <a:gd name="T23" fmla="*/ 78 w 78"/>
                <a:gd name="T24" fmla="*/ 67 h 6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8" h="67">
                  <a:moveTo>
                    <a:pt x="58" y="0"/>
                  </a:moveTo>
                  <a:lnTo>
                    <a:pt x="78" y="3"/>
                  </a:lnTo>
                  <a:lnTo>
                    <a:pt x="61" y="67"/>
                  </a:lnTo>
                  <a:lnTo>
                    <a:pt x="34" y="67"/>
                  </a:lnTo>
                  <a:lnTo>
                    <a:pt x="0" y="61"/>
                  </a:lnTo>
                  <a:lnTo>
                    <a:pt x="14" y="1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5" name="Freeform 136"/>
            <p:cNvSpPr>
              <a:spLocks/>
            </p:cNvSpPr>
            <p:nvPr/>
          </p:nvSpPr>
          <p:spPr bwMode="auto">
            <a:xfrm>
              <a:off x="330" y="2131"/>
              <a:ext cx="269" cy="283"/>
            </a:xfrm>
            <a:custGeom>
              <a:avLst/>
              <a:gdLst>
                <a:gd name="T0" fmla="*/ 0 w 808"/>
                <a:gd name="T1" fmla="*/ 0 h 845"/>
                <a:gd name="T2" fmla="*/ 0 w 808"/>
                <a:gd name="T3" fmla="*/ 0 h 845"/>
                <a:gd name="T4" fmla="*/ 0 w 808"/>
                <a:gd name="T5" fmla="*/ 0 h 845"/>
                <a:gd name="T6" fmla="*/ 0 w 808"/>
                <a:gd name="T7" fmla="*/ 0 h 845"/>
                <a:gd name="T8" fmla="*/ 0 w 808"/>
                <a:gd name="T9" fmla="*/ 0 h 845"/>
                <a:gd name="T10" fmla="*/ 0 w 808"/>
                <a:gd name="T11" fmla="*/ 0 h 845"/>
                <a:gd name="T12" fmla="*/ 0 w 808"/>
                <a:gd name="T13" fmla="*/ 0 h 845"/>
                <a:gd name="T14" fmla="*/ 0 w 808"/>
                <a:gd name="T15" fmla="*/ 0 h 845"/>
                <a:gd name="T16" fmla="*/ 0 w 808"/>
                <a:gd name="T17" fmla="*/ 0 h 845"/>
                <a:gd name="T18" fmla="*/ 0 w 808"/>
                <a:gd name="T19" fmla="*/ 0 h 845"/>
                <a:gd name="T20" fmla="*/ 0 w 808"/>
                <a:gd name="T21" fmla="*/ 0 h 845"/>
                <a:gd name="T22" fmla="*/ 0 w 808"/>
                <a:gd name="T23" fmla="*/ 0 h 845"/>
                <a:gd name="T24" fmla="*/ 0 w 808"/>
                <a:gd name="T25" fmla="*/ 0 h 845"/>
                <a:gd name="T26" fmla="*/ 0 w 808"/>
                <a:gd name="T27" fmla="*/ 0 h 845"/>
                <a:gd name="T28" fmla="*/ 0 w 808"/>
                <a:gd name="T29" fmla="*/ 0 h 845"/>
                <a:gd name="T30" fmla="*/ 0 w 808"/>
                <a:gd name="T31" fmla="*/ 0 h 845"/>
                <a:gd name="T32" fmla="*/ 0 w 808"/>
                <a:gd name="T33" fmla="*/ 0 h 845"/>
                <a:gd name="T34" fmla="*/ 0 w 808"/>
                <a:gd name="T35" fmla="*/ 0 h 845"/>
                <a:gd name="T36" fmla="*/ 0 w 808"/>
                <a:gd name="T37" fmla="*/ 0 h 845"/>
                <a:gd name="T38" fmla="*/ 0 w 808"/>
                <a:gd name="T39" fmla="*/ 0 h 845"/>
                <a:gd name="T40" fmla="*/ 0 w 808"/>
                <a:gd name="T41" fmla="*/ 0 h 845"/>
                <a:gd name="T42" fmla="*/ 0 w 808"/>
                <a:gd name="T43" fmla="*/ 0 h 845"/>
                <a:gd name="T44" fmla="*/ 0 w 808"/>
                <a:gd name="T45" fmla="*/ 0 h 845"/>
                <a:gd name="T46" fmla="*/ 0 w 808"/>
                <a:gd name="T47" fmla="*/ 0 h 845"/>
                <a:gd name="T48" fmla="*/ 0 w 808"/>
                <a:gd name="T49" fmla="*/ 0 h 845"/>
                <a:gd name="T50" fmla="*/ 0 w 808"/>
                <a:gd name="T51" fmla="*/ 0 h 845"/>
                <a:gd name="T52" fmla="*/ 0 w 808"/>
                <a:gd name="T53" fmla="*/ 0 h 845"/>
                <a:gd name="T54" fmla="*/ 0 w 808"/>
                <a:gd name="T55" fmla="*/ 0 h 845"/>
                <a:gd name="T56" fmla="*/ 0 w 808"/>
                <a:gd name="T57" fmla="*/ 0 h 845"/>
                <a:gd name="T58" fmla="*/ 0 w 808"/>
                <a:gd name="T59" fmla="*/ 0 h 845"/>
                <a:gd name="T60" fmla="*/ 0 w 808"/>
                <a:gd name="T61" fmla="*/ 0 h 845"/>
                <a:gd name="T62" fmla="*/ 0 w 808"/>
                <a:gd name="T63" fmla="*/ 0 h 845"/>
                <a:gd name="T64" fmla="*/ 0 w 808"/>
                <a:gd name="T65" fmla="*/ 0 h 845"/>
                <a:gd name="T66" fmla="*/ 0 w 808"/>
                <a:gd name="T67" fmla="*/ 0 h 845"/>
                <a:gd name="T68" fmla="*/ 0 w 808"/>
                <a:gd name="T69" fmla="*/ 0 h 845"/>
                <a:gd name="T70" fmla="*/ 0 w 808"/>
                <a:gd name="T71" fmla="*/ 0 h 845"/>
                <a:gd name="T72" fmla="*/ 0 w 808"/>
                <a:gd name="T73" fmla="*/ 0 h 845"/>
                <a:gd name="T74" fmla="*/ 0 w 808"/>
                <a:gd name="T75" fmla="*/ 0 h 845"/>
                <a:gd name="T76" fmla="*/ 0 w 808"/>
                <a:gd name="T77" fmla="*/ 0 h 845"/>
                <a:gd name="T78" fmla="*/ 0 w 808"/>
                <a:gd name="T79" fmla="*/ 0 h 845"/>
                <a:gd name="T80" fmla="*/ 0 w 808"/>
                <a:gd name="T81" fmla="*/ 0 h 845"/>
                <a:gd name="T82" fmla="*/ 0 w 808"/>
                <a:gd name="T83" fmla="*/ 0 h 845"/>
                <a:gd name="T84" fmla="*/ 0 w 808"/>
                <a:gd name="T85" fmla="*/ 0 h 845"/>
                <a:gd name="T86" fmla="*/ 0 w 808"/>
                <a:gd name="T87" fmla="*/ 0 h 845"/>
                <a:gd name="T88" fmla="*/ 0 w 808"/>
                <a:gd name="T89" fmla="*/ 0 h 845"/>
                <a:gd name="T90" fmla="*/ 0 w 808"/>
                <a:gd name="T91" fmla="*/ 0 h 845"/>
                <a:gd name="T92" fmla="*/ 0 w 808"/>
                <a:gd name="T93" fmla="*/ 0 h 845"/>
                <a:gd name="T94" fmla="*/ 0 w 808"/>
                <a:gd name="T95" fmla="*/ 0 h 845"/>
                <a:gd name="T96" fmla="*/ 0 w 808"/>
                <a:gd name="T97" fmla="*/ 0 h 845"/>
                <a:gd name="T98" fmla="*/ 0 w 808"/>
                <a:gd name="T99" fmla="*/ 0 h 845"/>
                <a:gd name="T100" fmla="*/ 0 w 808"/>
                <a:gd name="T101" fmla="*/ 0 h 845"/>
                <a:gd name="T102" fmla="*/ 0 w 808"/>
                <a:gd name="T103" fmla="*/ 0 h 845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808"/>
                <a:gd name="T157" fmla="*/ 0 h 845"/>
                <a:gd name="T158" fmla="*/ 808 w 808"/>
                <a:gd name="T159" fmla="*/ 845 h 845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808" h="845">
                  <a:moveTo>
                    <a:pt x="311" y="374"/>
                  </a:moveTo>
                  <a:lnTo>
                    <a:pt x="286" y="355"/>
                  </a:lnTo>
                  <a:lnTo>
                    <a:pt x="236" y="324"/>
                  </a:lnTo>
                  <a:lnTo>
                    <a:pt x="218" y="312"/>
                  </a:lnTo>
                  <a:lnTo>
                    <a:pt x="188" y="281"/>
                  </a:lnTo>
                  <a:lnTo>
                    <a:pt x="163" y="256"/>
                  </a:lnTo>
                  <a:lnTo>
                    <a:pt x="159" y="247"/>
                  </a:lnTo>
                  <a:lnTo>
                    <a:pt x="130" y="272"/>
                  </a:lnTo>
                  <a:lnTo>
                    <a:pt x="127" y="284"/>
                  </a:lnTo>
                  <a:lnTo>
                    <a:pt x="90" y="330"/>
                  </a:lnTo>
                  <a:lnTo>
                    <a:pt x="29" y="417"/>
                  </a:lnTo>
                  <a:lnTo>
                    <a:pt x="15" y="463"/>
                  </a:lnTo>
                  <a:lnTo>
                    <a:pt x="15" y="506"/>
                  </a:lnTo>
                  <a:lnTo>
                    <a:pt x="0" y="637"/>
                  </a:lnTo>
                  <a:lnTo>
                    <a:pt x="5" y="798"/>
                  </a:lnTo>
                  <a:lnTo>
                    <a:pt x="3" y="845"/>
                  </a:lnTo>
                  <a:lnTo>
                    <a:pt x="567" y="844"/>
                  </a:lnTo>
                  <a:lnTo>
                    <a:pt x="578" y="817"/>
                  </a:lnTo>
                  <a:lnTo>
                    <a:pt x="381" y="629"/>
                  </a:lnTo>
                  <a:lnTo>
                    <a:pt x="396" y="608"/>
                  </a:lnTo>
                  <a:lnTo>
                    <a:pt x="417" y="605"/>
                  </a:lnTo>
                  <a:lnTo>
                    <a:pt x="425" y="617"/>
                  </a:lnTo>
                  <a:lnTo>
                    <a:pt x="434" y="624"/>
                  </a:lnTo>
                  <a:lnTo>
                    <a:pt x="443" y="627"/>
                  </a:lnTo>
                  <a:lnTo>
                    <a:pt x="455" y="622"/>
                  </a:lnTo>
                  <a:lnTo>
                    <a:pt x="488" y="596"/>
                  </a:lnTo>
                  <a:lnTo>
                    <a:pt x="530" y="556"/>
                  </a:lnTo>
                  <a:lnTo>
                    <a:pt x="543" y="536"/>
                  </a:lnTo>
                  <a:lnTo>
                    <a:pt x="547" y="516"/>
                  </a:lnTo>
                  <a:lnTo>
                    <a:pt x="551" y="494"/>
                  </a:lnTo>
                  <a:lnTo>
                    <a:pt x="546" y="468"/>
                  </a:lnTo>
                  <a:lnTo>
                    <a:pt x="557" y="468"/>
                  </a:lnTo>
                  <a:lnTo>
                    <a:pt x="563" y="485"/>
                  </a:lnTo>
                  <a:lnTo>
                    <a:pt x="566" y="493"/>
                  </a:lnTo>
                  <a:lnTo>
                    <a:pt x="577" y="500"/>
                  </a:lnTo>
                  <a:lnTo>
                    <a:pt x="585" y="506"/>
                  </a:lnTo>
                  <a:lnTo>
                    <a:pt x="657" y="514"/>
                  </a:lnTo>
                  <a:lnTo>
                    <a:pt x="777" y="514"/>
                  </a:lnTo>
                  <a:lnTo>
                    <a:pt x="780" y="509"/>
                  </a:lnTo>
                  <a:lnTo>
                    <a:pt x="782" y="503"/>
                  </a:lnTo>
                  <a:lnTo>
                    <a:pt x="786" y="493"/>
                  </a:lnTo>
                  <a:lnTo>
                    <a:pt x="771" y="491"/>
                  </a:lnTo>
                  <a:lnTo>
                    <a:pt x="771" y="480"/>
                  </a:lnTo>
                  <a:lnTo>
                    <a:pt x="772" y="468"/>
                  </a:lnTo>
                  <a:lnTo>
                    <a:pt x="781" y="443"/>
                  </a:lnTo>
                  <a:lnTo>
                    <a:pt x="787" y="432"/>
                  </a:lnTo>
                  <a:lnTo>
                    <a:pt x="791" y="426"/>
                  </a:lnTo>
                  <a:lnTo>
                    <a:pt x="808" y="427"/>
                  </a:lnTo>
                  <a:lnTo>
                    <a:pt x="805" y="384"/>
                  </a:lnTo>
                  <a:lnTo>
                    <a:pt x="806" y="357"/>
                  </a:lnTo>
                  <a:lnTo>
                    <a:pt x="805" y="319"/>
                  </a:lnTo>
                  <a:lnTo>
                    <a:pt x="795" y="276"/>
                  </a:lnTo>
                  <a:lnTo>
                    <a:pt x="791" y="239"/>
                  </a:lnTo>
                  <a:lnTo>
                    <a:pt x="789" y="228"/>
                  </a:lnTo>
                  <a:lnTo>
                    <a:pt x="780" y="222"/>
                  </a:lnTo>
                  <a:lnTo>
                    <a:pt x="737" y="199"/>
                  </a:lnTo>
                  <a:lnTo>
                    <a:pt x="738" y="193"/>
                  </a:lnTo>
                  <a:lnTo>
                    <a:pt x="746" y="162"/>
                  </a:lnTo>
                  <a:lnTo>
                    <a:pt x="749" y="152"/>
                  </a:lnTo>
                  <a:lnTo>
                    <a:pt x="750" y="137"/>
                  </a:lnTo>
                  <a:lnTo>
                    <a:pt x="758" y="122"/>
                  </a:lnTo>
                  <a:lnTo>
                    <a:pt x="759" y="101"/>
                  </a:lnTo>
                  <a:lnTo>
                    <a:pt x="760" y="91"/>
                  </a:lnTo>
                  <a:lnTo>
                    <a:pt x="770" y="84"/>
                  </a:lnTo>
                  <a:lnTo>
                    <a:pt x="773" y="62"/>
                  </a:lnTo>
                  <a:lnTo>
                    <a:pt x="761" y="44"/>
                  </a:lnTo>
                  <a:lnTo>
                    <a:pt x="744" y="32"/>
                  </a:lnTo>
                  <a:lnTo>
                    <a:pt x="723" y="9"/>
                  </a:lnTo>
                  <a:lnTo>
                    <a:pt x="698" y="0"/>
                  </a:lnTo>
                  <a:lnTo>
                    <a:pt x="689" y="0"/>
                  </a:lnTo>
                  <a:lnTo>
                    <a:pt x="657" y="9"/>
                  </a:lnTo>
                  <a:lnTo>
                    <a:pt x="643" y="20"/>
                  </a:lnTo>
                  <a:lnTo>
                    <a:pt x="637" y="32"/>
                  </a:lnTo>
                  <a:lnTo>
                    <a:pt x="618" y="51"/>
                  </a:lnTo>
                  <a:lnTo>
                    <a:pt x="611" y="74"/>
                  </a:lnTo>
                  <a:lnTo>
                    <a:pt x="608" y="101"/>
                  </a:lnTo>
                  <a:lnTo>
                    <a:pt x="611" y="113"/>
                  </a:lnTo>
                  <a:lnTo>
                    <a:pt x="605" y="120"/>
                  </a:lnTo>
                  <a:lnTo>
                    <a:pt x="604" y="134"/>
                  </a:lnTo>
                  <a:lnTo>
                    <a:pt x="614" y="164"/>
                  </a:lnTo>
                  <a:lnTo>
                    <a:pt x="600" y="180"/>
                  </a:lnTo>
                  <a:lnTo>
                    <a:pt x="567" y="194"/>
                  </a:lnTo>
                  <a:lnTo>
                    <a:pt x="554" y="205"/>
                  </a:lnTo>
                  <a:lnTo>
                    <a:pt x="528" y="218"/>
                  </a:lnTo>
                  <a:lnTo>
                    <a:pt x="507" y="241"/>
                  </a:lnTo>
                  <a:lnTo>
                    <a:pt x="503" y="253"/>
                  </a:lnTo>
                  <a:lnTo>
                    <a:pt x="465" y="253"/>
                  </a:lnTo>
                  <a:lnTo>
                    <a:pt x="451" y="255"/>
                  </a:lnTo>
                  <a:lnTo>
                    <a:pt x="442" y="260"/>
                  </a:lnTo>
                  <a:lnTo>
                    <a:pt x="435" y="269"/>
                  </a:lnTo>
                  <a:lnTo>
                    <a:pt x="432" y="281"/>
                  </a:lnTo>
                  <a:lnTo>
                    <a:pt x="431" y="296"/>
                  </a:lnTo>
                  <a:lnTo>
                    <a:pt x="431" y="389"/>
                  </a:lnTo>
                  <a:lnTo>
                    <a:pt x="398" y="366"/>
                  </a:lnTo>
                  <a:lnTo>
                    <a:pt x="372" y="358"/>
                  </a:lnTo>
                  <a:lnTo>
                    <a:pt x="369" y="343"/>
                  </a:lnTo>
                  <a:lnTo>
                    <a:pt x="354" y="327"/>
                  </a:lnTo>
                  <a:lnTo>
                    <a:pt x="340" y="316"/>
                  </a:lnTo>
                  <a:lnTo>
                    <a:pt x="383" y="307"/>
                  </a:lnTo>
                  <a:lnTo>
                    <a:pt x="393" y="304"/>
                  </a:lnTo>
                  <a:lnTo>
                    <a:pt x="399" y="295"/>
                  </a:lnTo>
                  <a:lnTo>
                    <a:pt x="401" y="285"/>
                  </a:lnTo>
                  <a:lnTo>
                    <a:pt x="402" y="272"/>
                  </a:lnTo>
                  <a:lnTo>
                    <a:pt x="405" y="269"/>
                  </a:lnTo>
                  <a:lnTo>
                    <a:pt x="412" y="260"/>
                  </a:lnTo>
                  <a:lnTo>
                    <a:pt x="412" y="258"/>
                  </a:lnTo>
                  <a:lnTo>
                    <a:pt x="412" y="253"/>
                  </a:lnTo>
                  <a:lnTo>
                    <a:pt x="408" y="249"/>
                  </a:lnTo>
                  <a:lnTo>
                    <a:pt x="415" y="242"/>
                  </a:lnTo>
                  <a:lnTo>
                    <a:pt x="416" y="226"/>
                  </a:lnTo>
                  <a:lnTo>
                    <a:pt x="425" y="220"/>
                  </a:lnTo>
                  <a:lnTo>
                    <a:pt x="430" y="214"/>
                  </a:lnTo>
                  <a:lnTo>
                    <a:pt x="431" y="209"/>
                  </a:lnTo>
                  <a:lnTo>
                    <a:pt x="427" y="203"/>
                  </a:lnTo>
                  <a:lnTo>
                    <a:pt x="415" y="187"/>
                  </a:lnTo>
                  <a:lnTo>
                    <a:pt x="412" y="179"/>
                  </a:lnTo>
                  <a:lnTo>
                    <a:pt x="410" y="168"/>
                  </a:lnTo>
                  <a:lnTo>
                    <a:pt x="412" y="148"/>
                  </a:lnTo>
                  <a:lnTo>
                    <a:pt x="412" y="141"/>
                  </a:lnTo>
                  <a:lnTo>
                    <a:pt x="393" y="94"/>
                  </a:lnTo>
                  <a:lnTo>
                    <a:pt x="383" y="82"/>
                  </a:lnTo>
                  <a:lnTo>
                    <a:pt x="375" y="74"/>
                  </a:lnTo>
                  <a:lnTo>
                    <a:pt x="372" y="55"/>
                  </a:lnTo>
                  <a:lnTo>
                    <a:pt x="357" y="43"/>
                  </a:lnTo>
                  <a:lnTo>
                    <a:pt x="338" y="38"/>
                  </a:lnTo>
                  <a:lnTo>
                    <a:pt x="318" y="28"/>
                  </a:lnTo>
                  <a:lnTo>
                    <a:pt x="304" y="23"/>
                  </a:lnTo>
                  <a:lnTo>
                    <a:pt x="289" y="23"/>
                  </a:lnTo>
                  <a:lnTo>
                    <a:pt x="278" y="20"/>
                  </a:lnTo>
                  <a:lnTo>
                    <a:pt x="253" y="25"/>
                  </a:lnTo>
                  <a:lnTo>
                    <a:pt x="240" y="25"/>
                  </a:lnTo>
                  <a:lnTo>
                    <a:pt x="224" y="31"/>
                  </a:lnTo>
                  <a:lnTo>
                    <a:pt x="213" y="37"/>
                  </a:lnTo>
                  <a:lnTo>
                    <a:pt x="201" y="43"/>
                  </a:lnTo>
                  <a:lnTo>
                    <a:pt x="174" y="69"/>
                  </a:lnTo>
                  <a:lnTo>
                    <a:pt x="169" y="82"/>
                  </a:lnTo>
                  <a:lnTo>
                    <a:pt x="163" y="101"/>
                  </a:lnTo>
                  <a:lnTo>
                    <a:pt x="159" y="113"/>
                  </a:lnTo>
                  <a:lnTo>
                    <a:pt x="154" y="130"/>
                  </a:lnTo>
                  <a:lnTo>
                    <a:pt x="154" y="145"/>
                  </a:lnTo>
                  <a:lnTo>
                    <a:pt x="154" y="160"/>
                  </a:lnTo>
                  <a:lnTo>
                    <a:pt x="158" y="173"/>
                  </a:lnTo>
                  <a:lnTo>
                    <a:pt x="157" y="185"/>
                  </a:lnTo>
                  <a:lnTo>
                    <a:pt x="162" y="197"/>
                  </a:lnTo>
                  <a:lnTo>
                    <a:pt x="167" y="203"/>
                  </a:lnTo>
                  <a:lnTo>
                    <a:pt x="174" y="210"/>
                  </a:lnTo>
                  <a:lnTo>
                    <a:pt x="174" y="226"/>
                  </a:lnTo>
                  <a:lnTo>
                    <a:pt x="200" y="249"/>
                  </a:lnTo>
                  <a:lnTo>
                    <a:pt x="235" y="282"/>
                  </a:lnTo>
                  <a:lnTo>
                    <a:pt x="282" y="319"/>
                  </a:lnTo>
                  <a:lnTo>
                    <a:pt x="291" y="324"/>
                  </a:lnTo>
                  <a:lnTo>
                    <a:pt x="300" y="327"/>
                  </a:lnTo>
                  <a:lnTo>
                    <a:pt x="318" y="319"/>
                  </a:lnTo>
                  <a:lnTo>
                    <a:pt x="308" y="335"/>
                  </a:lnTo>
                  <a:lnTo>
                    <a:pt x="318" y="350"/>
                  </a:lnTo>
                  <a:lnTo>
                    <a:pt x="315" y="362"/>
                  </a:lnTo>
                  <a:lnTo>
                    <a:pt x="311" y="374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6" name="Freeform 137"/>
            <p:cNvSpPr>
              <a:spLocks/>
            </p:cNvSpPr>
            <p:nvPr/>
          </p:nvSpPr>
          <p:spPr bwMode="auto">
            <a:xfrm>
              <a:off x="330" y="2131"/>
              <a:ext cx="269" cy="283"/>
            </a:xfrm>
            <a:custGeom>
              <a:avLst/>
              <a:gdLst>
                <a:gd name="T0" fmla="*/ 0 w 808"/>
                <a:gd name="T1" fmla="*/ 0 h 845"/>
                <a:gd name="T2" fmla="*/ 0 w 808"/>
                <a:gd name="T3" fmla="*/ 0 h 845"/>
                <a:gd name="T4" fmla="*/ 0 w 808"/>
                <a:gd name="T5" fmla="*/ 0 h 845"/>
                <a:gd name="T6" fmla="*/ 0 w 808"/>
                <a:gd name="T7" fmla="*/ 0 h 845"/>
                <a:gd name="T8" fmla="*/ 0 w 808"/>
                <a:gd name="T9" fmla="*/ 0 h 845"/>
                <a:gd name="T10" fmla="*/ 0 w 808"/>
                <a:gd name="T11" fmla="*/ 0 h 845"/>
                <a:gd name="T12" fmla="*/ 0 w 808"/>
                <a:gd name="T13" fmla="*/ 0 h 845"/>
                <a:gd name="T14" fmla="*/ 0 w 808"/>
                <a:gd name="T15" fmla="*/ 0 h 845"/>
                <a:gd name="T16" fmla="*/ 0 w 808"/>
                <a:gd name="T17" fmla="*/ 0 h 845"/>
                <a:gd name="T18" fmla="*/ 0 w 808"/>
                <a:gd name="T19" fmla="*/ 0 h 845"/>
                <a:gd name="T20" fmla="*/ 0 w 808"/>
                <a:gd name="T21" fmla="*/ 0 h 845"/>
                <a:gd name="T22" fmla="*/ 0 w 808"/>
                <a:gd name="T23" fmla="*/ 0 h 845"/>
                <a:gd name="T24" fmla="*/ 0 w 808"/>
                <a:gd name="T25" fmla="*/ 0 h 845"/>
                <a:gd name="T26" fmla="*/ 0 w 808"/>
                <a:gd name="T27" fmla="*/ 0 h 845"/>
                <a:gd name="T28" fmla="*/ 0 w 808"/>
                <a:gd name="T29" fmla="*/ 0 h 845"/>
                <a:gd name="T30" fmla="*/ 0 w 808"/>
                <a:gd name="T31" fmla="*/ 0 h 845"/>
                <a:gd name="T32" fmla="*/ 0 w 808"/>
                <a:gd name="T33" fmla="*/ 0 h 845"/>
                <a:gd name="T34" fmla="*/ 0 w 808"/>
                <a:gd name="T35" fmla="*/ 0 h 845"/>
                <a:gd name="T36" fmla="*/ 0 w 808"/>
                <a:gd name="T37" fmla="*/ 0 h 845"/>
                <a:gd name="T38" fmla="*/ 0 w 808"/>
                <a:gd name="T39" fmla="*/ 0 h 845"/>
                <a:gd name="T40" fmla="*/ 0 w 808"/>
                <a:gd name="T41" fmla="*/ 0 h 845"/>
                <a:gd name="T42" fmla="*/ 0 w 808"/>
                <a:gd name="T43" fmla="*/ 0 h 845"/>
                <a:gd name="T44" fmla="*/ 0 w 808"/>
                <a:gd name="T45" fmla="*/ 0 h 845"/>
                <a:gd name="T46" fmla="*/ 0 w 808"/>
                <a:gd name="T47" fmla="*/ 0 h 845"/>
                <a:gd name="T48" fmla="*/ 0 w 808"/>
                <a:gd name="T49" fmla="*/ 0 h 845"/>
                <a:gd name="T50" fmla="*/ 0 w 808"/>
                <a:gd name="T51" fmla="*/ 0 h 845"/>
                <a:gd name="T52" fmla="*/ 0 w 808"/>
                <a:gd name="T53" fmla="*/ 0 h 845"/>
                <a:gd name="T54" fmla="*/ 0 w 808"/>
                <a:gd name="T55" fmla="*/ 0 h 845"/>
                <a:gd name="T56" fmla="*/ 0 w 808"/>
                <a:gd name="T57" fmla="*/ 0 h 845"/>
                <a:gd name="T58" fmla="*/ 0 w 808"/>
                <a:gd name="T59" fmla="*/ 0 h 845"/>
                <a:gd name="T60" fmla="*/ 0 w 808"/>
                <a:gd name="T61" fmla="*/ 0 h 845"/>
                <a:gd name="T62" fmla="*/ 0 w 808"/>
                <a:gd name="T63" fmla="*/ 0 h 845"/>
                <a:gd name="T64" fmla="*/ 0 w 808"/>
                <a:gd name="T65" fmla="*/ 0 h 845"/>
                <a:gd name="T66" fmla="*/ 0 w 808"/>
                <a:gd name="T67" fmla="*/ 0 h 845"/>
                <a:gd name="T68" fmla="*/ 0 w 808"/>
                <a:gd name="T69" fmla="*/ 0 h 845"/>
                <a:gd name="T70" fmla="*/ 0 w 808"/>
                <a:gd name="T71" fmla="*/ 0 h 845"/>
                <a:gd name="T72" fmla="*/ 0 w 808"/>
                <a:gd name="T73" fmla="*/ 0 h 845"/>
                <a:gd name="T74" fmla="*/ 0 w 808"/>
                <a:gd name="T75" fmla="*/ 0 h 845"/>
                <a:gd name="T76" fmla="*/ 0 w 808"/>
                <a:gd name="T77" fmla="*/ 0 h 845"/>
                <a:gd name="T78" fmla="*/ 0 w 808"/>
                <a:gd name="T79" fmla="*/ 0 h 845"/>
                <a:gd name="T80" fmla="*/ 0 w 808"/>
                <a:gd name="T81" fmla="*/ 0 h 845"/>
                <a:gd name="T82" fmla="*/ 0 w 808"/>
                <a:gd name="T83" fmla="*/ 0 h 845"/>
                <a:gd name="T84" fmla="*/ 0 w 808"/>
                <a:gd name="T85" fmla="*/ 0 h 845"/>
                <a:gd name="T86" fmla="*/ 0 w 808"/>
                <a:gd name="T87" fmla="*/ 0 h 845"/>
                <a:gd name="T88" fmla="*/ 0 w 808"/>
                <a:gd name="T89" fmla="*/ 0 h 845"/>
                <a:gd name="T90" fmla="*/ 0 w 808"/>
                <a:gd name="T91" fmla="*/ 0 h 845"/>
                <a:gd name="T92" fmla="*/ 0 w 808"/>
                <a:gd name="T93" fmla="*/ 0 h 845"/>
                <a:gd name="T94" fmla="*/ 0 w 808"/>
                <a:gd name="T95" fmla="*/ 0 h 845"/>
                <a:gd name="T96" fmla="*/ 0 w 808"/>
                <a:gd name="T97" fmla="*/ 0 h 845"/>
                <a:gd name="T98" fmla="*/ 0 w 808"/>
                <a:gd name="T99" fmla="*/ 0 h 845"/>
                <a:gd name="T100" fmla="*/ 0 w 808"/>
                <a:gd name="T101" fmla="*/ 0 h 845"/>
                <a:gd name="T102" fmla="*/ 0 w 808"/>
                <a:gd name="T103" fmla="*/ 0 h 845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808"/>
                <a:gd name="T157" fmla="*/ 0 h 845"/>
                <a:gd name="T158" fmla="*/ 808 w 808"/>
                <a:gd name="T159" fmla="*/ 845 h 845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808" h="845">
                  <a:moveTo>
                    <a:pt x="311" y="374"/>
                  </a:moveTo>
                  <a:lnTo>
                    <a:pt x="286" y="355"/>
                  </a:lnTo>
                  <a:lnTo>
                    <a:pt x="236" y="324"/>
                  </a:lnTo>
                  <a:lnTo>
                    <a:pt x="218" y="312"/>
                  </a:lnTo>
                  <a:lnTo>
                    <a:pt x="188" y="281"/>
                  </a:lnTo>
                  <a:lnTo>
                    <a:pt x="163" y="256"/>
                  </a:lnTo>
                  <a:lnTo>
                    <a:pt x="159" y="247"/>
                  </a:lnTo>
                  <a:lnTo>
                    <a:pt x="130" y="272"/>
                  </a:lnTo>
                  <a:lnTo>
                    <a:pt x="127" y="284"/>
                  </a:lnTo>
                  <a:lnTo>
                    <a:pt x="90" y="330"/>
                  </a:lnTo>
                  <a:lnTo>
                    <a:pt x="29" y="417"/>
                  </a:lnTo>
                  <a:lnTo>
                    <a:pt x="15" y="463"/>
                  </a:lnTo>
                  <a:lnTo>
                    <a:pt x="15" y="506"/>
                  </a:lnTo>
                  <a:lnTo>
                    <a:pt x="0" y="637"/>
                  </a:lnTo>
                  <a:lnTo>
                    <a:pt x="5" y="798"/>
                  </a:lnTo>
                  <a:lnTo>
                    <a:pt x="3" y="845"/>
                  </a:lnTo>
                  <a:lnTo>
                    <a:pt x="567" y="844"/>
                  </a:lnTo>
                  <a:lnTo>
                    <a:pt x="578" y="817"/>
                  </a:lnTo>
                  <a:lnTo>
                    <a:pt x="381" y="629"/>
                  </a:lnTo>
                  <a:lnTo>
                    <a:pt x="396" y="608"/>
                  </a:lnTo>
                  <a:lnTo>
                    <a:pt x="417" y="605"/>
                  </a:lnTo>
                  <a:lnTo>
                    <a:pt x="425" y="617"/>
                  </a:lnTo>
                  <a:lnTo>
                    <a:pt x="434" y="624"/>
                  </a:lnTo>
                  <a:lnTo>
                    <a:pt x="443" y="627"/>
                  </a:lnTo>
                  <a:lnTo>
                    <a:pt x="455" y="622"/>
                  </a:lnTo>
                  <a:lnTo>
                    <a:pt x="488" y="596"/>
                  </a:lnTo>
                  <a:lnTo>
                    <a:pt x="530" y="556"/>
                  </a:lnTo>
                  <a:lnTo>
                    <a:pt x="543" y="536"/>
                  </a:lnTo>
                  <a:lnTo>
                    <a:pt x="547" y="516"/>
                  </a:lnTo>
                  <a:lnTo>
                    <a:pt x="551" y="494"/>
                  </a:lnTo>
                  <a:lnTo>
                    <a:pt x="546" y="468"/>
                  </a:lnTo>
                  <a:lnTo>
                    <a:pt x="557" y="468"/>
                  </a:lnTo>
                  <a:lnTo>
                    <a:pt x="563" y="485"/>
                  </a:lnTo>
                  <a:lnTo>
                    <a:pt x="566" y="493"/>
                  </a:lnTo>
                  <a:lnTo>
                    <a:pt x="577" y="500"/>
                  </a:lnTo>
                  <a:lnTo>
                    <a:pt x="585" y="506"/>
                  </a:lnTo>
                  <a:lnTo>
                    <a:pt x="657" y="514"/>
                  </a:lnTo>
                  <a:lnTo>
                    <a:pt x="777" y="514"/>
                  </a:lnTo>
                  <a:lnTo>
                    <a:pt x="780" y="509"/>
                  </a:lnTo>
                  <a:lnTo>
                    <a:pt x="782" y="503"/>
                  </a:lnTo>
                  <a:lnTo>
                    <a:pt x="786" y="493"/>
                  </a:lnTo>
                  <a:lnTo>
                    <a:pt x="771" y="491"/>
                  </a:lnTo>
                  <a:lnTo>
                    <a:pt x="771" y="480"/>
                  </a:lnTo>
                  <a:lnTo>
                    <a:pt x="772" y="468"/>
                  </a:lnTo>
                  <a:lnTo>
                    <a:pt x="781" y="443"/>
                  </a:lnTo>
                  <a:lnTo>
                    <a:pt x="787" y="432"/>
                  </a:lnTo>
                  <a:lnTo>
                    <a:pt x="791" y="426"/>
                  </a:lnTo>
                  <a:lnTo>
                    <a:pt x="808" y="427"/>
                  </a:lnTo>
                  <a:lnTo>
                    <a:pt x="805" y="384"/>
                  </a:lnTo>
                  <a:lnTo>
                    <a:pt x="806" y="357"/>
                  </a:lnTo>
                  <a:lnTo>
                    <a:pt x="805" y="319"/>
                  </a:lnTo>
                  <a:lnTo>
                    <a:pt x="795" y="276"/>
                  </a:lnTo>
                  <a:lnTo>
                    <a:pt x="791" y="239"/>
                  </a:lnTo>
                  <a:lnTo>
                    <a:pt x="789" y="228"/>
                  </a:lnTo>
                  <a:lnTo>
                    <a:pt x="780" y="222"/>
                  </a:lnTo>
                  <a:lnTo>
                    <a:pt x="737" y="199"/>
                  </a:lnTo>
                  <a:lnTo>
                    <a:pt x="738" y="193"/>
                  </a:lnTo>
                  <a:lnTo>
                    <a:pt x="746" y="162"/>
                  </a:lnTo>
                  <a:lnTo>
                    <a:pt x="749" y="152"/>
                  </a:lnTo>
                  <a:lnTo>
                    <a:pt x="750" y="137"/>
                  </a:lnTo>
                  <a:lnTo>
                    <a:pt x="758" y="122"/>
                  </a:lnTo>
                  <a:lnTo>
                    <a:pt x="759" y="101"/>
                  </a:lnTo>
                  <a:lnTo>
                    <a:pt x="760" y="91"/>
                  </a:lnTo>
                  <a:lnTo>
                    <a:pt x="770" y="84"/>
                  </a:lnTo>
                  <a:lnTo>
                    <a:pt x="773" y="62"/>
                  </a:lnTo>
                  <a:lnTo>
                    <a:pt x="761" y="44"/>
                  </a:lnTo>
                  <a:lnTo>
                    <a:pt x="744" y="32"/>
                  </a:lnTo>
                  <a:lnTo>
                    <a:pt x="723" y="9"/>
                  </a:lnTo>
                  <a:lnTo>
                    <a:pt x="698" y="0"/>
                  </a:lnTo>
                  <a:lnTo>
                    <a:pt x="689" y="0"/>
                  </a:lnTo>
                  <a:lnTo>
                    <a:pt x="657" y="9"/>
                  </a:lnTo>
                  <a:lnTo>
                    <a:pt x="643" y="20"/>
                  </a:lnTo>
                  <a:lnTo>
                    <a:pt x="637" y="32"/>
                  </a:lnTo>
                  <a:lnTo>
                    <a:pt x="618" y="51"/>
                  </a:lnTo>
                  <a:lnTo>
                    <a:pt x="611" y="74"/>
                  </a:lnTo>
                  <a:lnTo>
                    <a:pt x="608" y="101"/>
                  </a:lnTo>
                  <a:lnTo>
                    <a:pt x="611" y="113"/>
                  </a:lnTo>
                  <a:lnTo>
                    <a:pt x="605" y="120"/>
                  </a:lnTo>
                  <a:lnTo>
                    <a:pt x="604" y="134"/>
                  </a:lnTo>
                  <a:lnTo>
                    <a:pt x="614" y="164"/>
                  </a:lnTo>
                  <a:lnTo>
                    <a:pt x="600" y="180"/>
                  </a:lnTo>
                  <a:lnTo>
                    <a:pt x="567" y="194"/>
                  </a:lnTo>
                  <a:lnTo>
                    <a:pt x="554" y="205"/>
                  </a:lnTo>
                  <a:lnTo>
                    <a:pt x="528" y="218"/>
                  </a:lnTo>
                  <a:lnTo>
                    <a:pt x="507" y="241"/>
                  </a:lnTo>
                  <a:lnTo>
                    <a:pt x="503" y="253"/>
                  </a:lnTo>
                  <a:lnTo>
                    <a:pt x="465" y="253"/>
                  </a:lnTo>
                  <a:lnTo>
                    <a:pt x="451" y="255"/>
                  </a:lnTo>
                  <a:lnTo>
                    <a:pt x="442" y="260"/>
                  </a:lnTo>
                  <a:lnTo>
                    <a:pt x="435" y="269"/>
                  </a:lnTo>
                  <a:lnTo>
                    <a:pt x="432" y="281"/>
                  </a:lnTo>
                  <a:lnTo>
                    <a:pt x="431" y="296"/>
                  </a:lnTo>
                  <a:lnTo>
                    <a:pt x="431" y="389"/>
                  </a:lnTo>
                  <a:lnTo>
                    <a:pt x="398" y="366"/>
                  </a:lnTo>
                  <a:lnTo>
                    <a:pt x="372" y="358"/>
                  </a:lnTo>
                  <a:lnTo>
                    <a:pt x="369" y="343"/>
                  </a:lnTo>
                  <a:lnTo>
                    <a:pt x="354" y="327"/>
                  </a:lnTo>
                  <a:lnTo>
                    <a:pt x="340" y="316"/>
                  </a:lnTo>
                  <a:lnTo>
                    <a:pt x="383" y="307"/>
                  </a:lnTo>
                  <a:lnTo>
                    <a:pt x="393" y="304"/>
                  </a:lnTo>
                  <a:lnTo>
                    <a:pt x="399" y="295"/>
                  </a:lnTo>
                  <a:lnTo>
                    <a:pt x="401" y="285"/>
                  </a:lnTo>
                  <a:lnTo>
                    <a:pt x="402" y="272"/>
                  </a:lnTo>
                  <a:lnTo>
                    <a:pt x="405" y="269"/>
                  </a:lnTo>
                  <a:lnTo>
                    <a:pt x="412" y="260"/>
                  </a:lnTo>
                  <a:lnTo>
                    <a:pt x="412" y="258"/>
                  </a:lnTo>
                  <a:lnTo>
                    <a:pt x="412" y="253"/>
                  </a:lnTo>
                  <a:lnTo>
                    <a:pt x="408" y="249"/>
                  </a:lnTo>
                  <a:lnTo>
                    <a:pt x="415" y="242"/>
                  </a:lnTo>
                  <a:lnTo>
                    <a:pt x="416" y="226"/>
                  </a:lnTo>
                  <a:lnTo>
                    <a:pt x="425" y="220"/>
                  </a:lnTo>
                  <a:lnTo>
                    <a:pt x="430" y="214"/>
                  </a:lnTo>
                  <a:lnTo>
                    <a:pt x="431" y="209"/>
                  </a:lnTo>
                  <a:lnTo>
                    <a:pt x="427" y="203"/>
                  </a:lnTo>
                  <a:lnTo>
                    <a:pt x="415" y="187"/>
                  </a:lnTo>
                  <a:lnTo>
                    <a:pt x="412" y="179"/>
                  </a:lnTo>
                  <a:lnTo>
                    <a:pt x="410" y="168"/>
                  </a:lnTo>
                  <a:lnTo>
                    <a:pt x="412" y="148"/>
                  </a:lnTo>
                  <a:lnTo>
                    <a:pt x="412" y="141"/>
                  </a:lnTo>
                  <a:lnTo>
                    <a:pt x="393" y="94"/>
                  </a:lnTo>
                  <a:lnTo>
                    <a:pt x="383" y="82"/>
                  </a:lnTo>
                  <a:lnTo>
                    <a:pt x="375" y="74"/>
                  </a:lnTo>
                  <a:lnTo>
                    <a:pt x="372" y="55"/>
                  </a:lnTo>
                  <a:lnTo>
                    <a:pt x="357" y="43"/>
                  </a:lnTo>
                  <a:lnTo>
                    <a:pt x="338" y="38"/>
                  </a:lnTo>
                  <a:lnTo>
                    <a:pt x="318" y="28"/>
                  </a:lnTo>
                  <a:lnTo>
                    <a:pt x="304" y="23"/>
                  </a:lnTo>
                  <a:lnTo>
                    <a:pt x="289" y="23"/>
                  </a:lnTo>
                  <a:lnTo>
                    <a:pt x="278" y="20"/>
                  </a:lnTo>
                  <a:lnTo>
                    <a:pt x="253" y="25"/>
                  </a:lnTo>
                  <a:lnTo>
                    <a:pt x="240" y="25"/>
                  </a:lnTo>
                  <a:lnTo>
                    <a:pt x="224" y="31"/>
                  </a:lnTo>
                  <a:lnTo>
                    <a:pt x="213" y="37"/>
                  </a:lnTo>
                  <a:lnTo>
                    <a:pt x="201" y="43"/>
                  </a:lnTo>
                  <a:lnTo>
                    <a:pt x="174" y="69"/>
                  </a:lnTo>
                  <a:lnTo>
                    <a:pt x="169" y="82"/>
                  </a:lnTo>
                  <a:lnTo>
                    <a:pt x="163" y="101"/>
                  </a:lnTo>
                  <a:lnTo>
                    <a:pt x="159" y="113"/>
                  </a:lnTo>
                  <a:lnTo>
                    <a:pt x="154" y="130"/>
                  </a:lnTo>
                  <a:lnTo>
                    <a:pt x="154" y="145"/>
                  </a:lnTo>
                  <a:lnTo>
                    <a:pt x="154" y="160"/>
                  </a:lnTo>
                  <a:lnTo>
                    <a:pt x="158" y="173"/>
                  </a:lnTo>
                  <a:lnTo>
                    <a:pt x="157" y="185"/>
                  </a:lnTo>
                  <a:lnTo>
                    <a:pt x="162" y="197"/>
                  </a:lnTo>
                  <a:lnTo>
                    <a:pt x="167" y="203"/>
                  </a:lnTo>
                  <a:lnTo>
                    <a:pt x="174" y="210"/>
                  </a:lnTo>
                  <a:lnTo>
                    <a:pt x="174" y="226"/>
                  </a:lnTo>
                  <a:lnTo>
                    <a:pt x="200" y="249"/>
                  </a:lnTo>
                  <a:lnTo>
                    <a:pt x="235" y="282"/>
                  </a:lnTo>
                  <a:lnTo>
                    <a:pt x="282" y="319"/>
                  </a:lnTo>
                  <a:lnTo>
                    <a:pt x="291" y="324"/>
                  </a:lnTo>
                  <a:lnTo>
                    <a:pt x="300" y="327"/>
                  </a:lnTo>
                  <a:lnTo>
                    <a:pt x="318" y="319"/>
                  </a:lnTo>
                  <a:lnTo>
                    <a:pt x="308" y="335"/>
                  </a:lnTo>
                  <a:lnTo>
                    <a:pt x="318" y="350"/>
                  </a:lnTo>
                  <a:lnTo>
                    <a:pt x="315" y="362"/>
                  </a:lnTo>
                  <a:lnTo>
                    <a:pt x="311" y="374"/>
                  </a:lnTo>
                </a:path>
              </a:pathLst>
            </a:custGeom>
            <a:solidFill>
              <a:schemeClr val="accent1"/>
            </a:solidFill>
            <a:ln w="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7" name="Freeform 138"/>
            <p:cNvSpPr>
              <a:spLocks/>
            </p:cNvSpPr>
            <p:nvPr/>
          </p:nvSpPr>
          <p:spPr bwMode="auto">
            <a:xfrm>
              <a:off x="535" y="2191"/>
              <a:ext cx="20" cy="51"/>
            </a:xfrm>
            <a:custGeom>
              <a:avLst/>
              <a:gdLst>
                <a:gd name="T0" fmla="*/ 0 w 61"/>
                <a:gd name="T1" fmla="*/ 0 h 147"/>
                <a:gd name="T2" fmla="*/ 0 w 61"/>
                <a:gd name="T3" fmla="*/ 0 h 147"/>
                <a:gd name="T4" fmla="*/ 0 w 61"/>
                <a:gd name="T5" fmla="*/ 0 h 147"/>
                <a:gd name="T6" fmla="*/ 0 w 61"/>
                <a:gd name="T7" fmla="*/ 0 h 147"/>
                <a:gd name="T8" fmla="*/ 0 w 61"/>
                <a:gd name="T9" fmla="*/ 0 h 147"/>
                <a:gd name="T10" fmla="*/ 0 w 61"/>
                <a:gd name="T11" fmla="*/ 0 h 147"/>
                <a:gd name="T12" fmla="*/ 0 w 61"/>
                <a:gd name="T13" fmla="*/ 0 h 147"/>
                <a:gd name="T14" fmla="*/ 0 w 61"/>
                <a:gd name="T15" fmla="*/ 0 h 147"/>
                <a:gd name="T16" fmla="*/ 0 w 61"/>
                <a:gd name="T17" fmla="*/ 0 h 147"/>
                <a:gd name="T18" fmla="*/ 0 w 61"/>
                <a:gd name="T19" fmla="*/ 0 h 147"/>
                <a:gd name="T20" fmla="*/ 0 w 61"/>
                <a:gd name="T21" fmla="*/ 0 h 147"/>
                <a:gd name="T22" fmla="*/ 0 w 61"/>
                <a:gd name="T23" fmla="*/ 0 h 147"/>
                <a:gd name="T24" fmla="*/ 0 w 61"/>
                <a:gd name="T25" fmla="*/ 0 h 147"/>
                <a:gd name="T26" fmla="*/ 0 w 61"/>
                <a:gd name="T27" fmla="*/ 0 h 147"/>
                <a:gd name="T28" fmla="*/ 0 w 61"/>
                <a:gd name="T29" fmla="*/ 0 h 147"/>
                <a:gd name="T30" fmla="*/ 0 w 61"/>
                <a:gd name="T31" fmla="*/ 0 h 14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61"/>
                <a:gd name="T49" fmla="*/ 0 h 147"/>
                <a:gd name="T50" fmla="*/ 61 w 61"/>
                <a:gd name="T51" fmla="*/ 147 h 147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61" h="147">
                  <a:moveTo>
                    <a:pt x="0" y="0"/>
                  </a:moveTo>
                  <a:lnTo>
                    <a:pt x="4" y="23"/>
                  </a:lnTo>
                  <a:lnTo>
                    <a:pt x="14" y="58"/>
                  </a:lnTo>
                  <a:lnTo>
                    <a:pt x="22" y="70"/>
                  </a:lnTo>
                  <a:lnTo>
                    <a:pt x="39" y="108"/>
                  </a:lnTo>
                  <a:lnTo>
                    <a:pt x="54" y="147"/>
                  </a:lnTo>
                  <a:lnTo>
                    <a:pt x="57" y="103"/>
                  </a:lnTo>
                  <a:lnTo>
                    <a:pt x="61" y="91"/>
                  </a:lnTo>
                  <a:lnTo>
                    <a:pt x="49" y="79"/>
                  </a:lnTo>
                  <a:lnTo>
                    <a:pt x="51" y="72"/>
                  </a:lnTo>
                  <a:lnTo>
                    <a:pt x="54" y="57"/>
                  </a:lnTo>
                  <a:lnTo>
                    <a:pt x="42" y="50"/>
                  </a:lnTo>
                  <a:lnTo>
                    <a:pt x="26" y="36"/>
                  </a:lnTo>
                  <a:lnTo>
                    <a:pt x="17" y="27"/>
                  </a:lnTo>
                  <a:lnTo>
                    <a:pt x="11" y="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8" name="Freeform 139"/>
            <p:cNvSpPr>
              <a:spLocks/>
            </p:cNvSpPr>
            <p:nvPr/>
          </p:nvSpPr>
          <p:spPr bwMode="auto">
            <a:xfrm>
              <a:off x="535" y="2191"/>
              <a:ext cx="20" cy="51"/>
            </a:xfrm>
            <a:custGeom>
              <a:avLst/>
              <a:gdLst>
                <a:gd name="T0" fmla="*/ 0 w 61"/>
                <a:gd name="T1" fmla="*/ 0 h 147"/>
                <a:gd name="T2" fmla="*/ 0 w 61"/>
                <a:gd name="T3" fmla="*/ 0 h 147"/>
                <a:gd name="T4" fmla="*/ 0 w 61"/>
                <a:gd name="T5" fmla="*/ 0 h 147"/>
                <a:gd name="T6" fmla="*/ 0 w 61"/>
                <a:gd name="T7" fmla="*/ 0 h 147"/>
                <a:gd name="T8" fmla="*/ 0 w 61"/>
                <a:gd name="T9" fmla="*/ 0 h 147"/>
                <a:gd name="T10" fmla="*/ 0 w 61"/>
                <a:gd name="T11" fmla="*/ 0 h 147"/>
                <a:gd name="T12" fmla="*/ 0 w 61"/>
                <a:gd name="T13" fmla="*/ 0 h 147"/>
                <a:gd name="T14" fmla="*/ 0 w 61"/>
                <a:gd name="T15" fmla="*/ 0 h 147"/>
                <a:gd name="T16" fmla="*/ 0 w 61"/>
                <a:gd name="T17" fmla="*/ 0 h 147"/>
                <a:gd name="T18" fmla="*/ 0 w 61"/>
                <a:gd name="T19" fmla="*/ 0 h 147"/>
                <a:gd name="T20" fmla="*/ 0 w 61"/>
                <a:gd name="T21" fmla="*/ 0 h 147"/>
                <a:gd name="T22" fmla="*/ 0 w 61"/>
                <a:gd name="T23" fmla="*/ 0 h 147"/>
                <a:gd name="T24" fmla="*/ 0 w 61"/>
                <a:gd name="T25" fmla="*/ 0 h 147"/>
                <a:gd name="T26" fmla="*/ 0 w 61"/>
                <a:gd name="T27" fmla="*/ 0 h 147"/>
                <a:gd name="T28" fmla="*/ 0 w 61"/>
                <a:gd name="T29" fmla="*/ 0 h 147"/>
                <a:gd name="T30" fmla="*/ 0 w 61"/>
                <a:gd name="T31" fmla="*/ 0 h 14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61"/>
                <a:gd name="T49" fmla="*/ 0 h 147"/>
                <a:gd name="T50" fmla="*/ 61 w 61"/>
                <a:gd name="T51" fmla="*/ 147 h 147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61" h="147">
                  <a:moveTo>
                    <a:pt x="0" y="0"/>
                  </a:moveTo>
                  <a:lnTo>
                    <a:pt x="4" y="23"/>
                  </a:lnTo>
                  <a:lnTo>
                    <a:pt x="14" y="58"/>
                  </a:lnTo>
                  <a:lnTo>
                    <a:pt x="22" y="70"/>
                  </a:lnTo>
                  <a:lnTo>
                    <a:pt x="39" y="108"/>
                  </a:lnTo>
                  <a:lnTo>
                    <a:pt x="54" y="147"/>
                  </a:lnTo>
                  <a:lnTo>
                    <a:pt x="57" y="103"/>
                  </a:lnTo>
                  <a:lnTo>
                    <a:pt x="61" y="91"/>
                  </a:lnTo>
                  <a:lnTo>
                    <a:pt x="49" y="79"/>
                  </a:lnTo>
                  <a:lnTo>
                    <a:pt x="51" y="72"/>
                  </a:lnTo>
                  <a:lnTo>
                    <a:pt x="54" y="57"/>
                  </a:lnTo>
                  <a:lnTo>
                    <a:pt x="42" y="50"/>
                  </a:lnTo>
                  <a:lnTo>
                    <a:pt x="26" y="36"/>
                  </a:lnTo>
                  <a:lnTo>
                    <a:pt x="17" y="27"/>
                  </a:lnTo>
                  <a:lnTo>
                    <a:pt x="11" y="19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 w="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9" name="Freeform 140"/>
            <p:cNvSpPr>
              <a:spLocks/>
            </p:cNvSpPr>
            <p:nvPr/>
          </p:nvSpPr>
          <p:spPr bwMode="auto">
            <a:xfrm>
              <a:off x="560" y="2211"/>
              <a:ext cx="8" cy="32"/>
            </a:xfrm>
            <a:custGeom>
              <a:avLst/>
              <a:gdLst>
                <a:gd name="T0" fmla="*/ 0 w 24"/>
                <a:gd name="T1" fmla="*/ 0 h 95"/>
                <a:gd name="T2" fmla="*/ 0 w 24"/>
                <a:gd name="T3" fmla="*/ 0 h 95"/>
                <a:gd name="T4" fmla="*/ 0 w 24"/>
                <a:gd name="T5" fmla="*/ 0 h 95"/>
                <a:gd name="T6" fmla="*/ 0 w 24"/>
                <a:gd name="T7" fmla="*/ 0 h 95"/>
                <a:gd name="T8" fmla="*/ 0 w 24"/>
                <a:gd name="T9" fmla="*/ 0 h 95"/>
                <a:gd name="T10" fmla="*/ 0 w 24"/>
                <a:gd name="T11" fmla="*/ 0 h 95"/>
                <a:gd name="T12" fmla="*/ 0 w 24"/>
                <a:gd name="T13" fmla="*/ 0 h 95"/>
                <a:gd name="T14" fmla="*/ 0 w 24"/>
                <a:gd name="T15" fmla="*/ 0 h 95"/>
                <a:gd name="T16" fmla="*/ 0 w 24"/>
                <a:gd name="T17" fmla="*/ 0 h 95"/>
                <a:gd name="T18" fmla="*/ 0 w 24"/>
                <a:gd name="T19" fmla="*/ 0 h 95"/>
                <a:gd name="T20" fmla="*/ 0 w 24"/>
                <a:gd name="T21" fmla="*/ 0 h 95"/>
                <a:gd name="T22" fmla="*/ 0 w 24"/>
                <a:gd name="T23" fmla="*/ 0 h 9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4"/>
                <a:gd name="T37" fmla="*/ 0 h 95"/>
                <a:gd name="T38" fmla="*/ 24 w 24"/>
                <a:gd name="T39" fmla="*/ 95 h 9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4" h="95">
                  <a:moveTo>
                    <a:pt x="0" y="6"/>
                  </a:moveTo>
                  <a:lnTo>
                    <a:pt x="8" y="16"/>
                  </a:lnTo>
                  <a:lnTo>
                    <a:pt x="4" y="39"/>
                  </a:lnTo>
                  <a:lnTo>
                    <a:pt x="8" y="44"/>
                  </a:lnTo>
                  <a:lnTo>
                    <a:pt x="12" y="59"/>
                  </a:lnTo>
                  <a:lnTo>
                    <a:pt x="21" y="95"/>
                  </a:lnTo>
                  <a:lnTo>
                    <a:pt x="24" y="42"/>
                  </a:lnTo>
                  <a:lnTo>
                    <a:pt x="22" y="12"/>
                  </a:lnTo>
                  <a:lnTo>
                    <a:pt x="20" y="6"/>
                  </a:lnTo>
                  <a:lnTo>
                    <a:pt x="18" y="2"/>
                  </a:lnTo>
                  <a:lnTo>
                    <a:pt x="12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0" name="Freeform 141"/>
            <p:cNvSpPr>
              <a:spLocks/>
            </p:cNvSpPr>
            <p:nvPr/>
          </p:nvSpPr>
          <p:spPr bwMode="auto">
            <a:xfrm>
              <a:off x="560" y="2211"/>
              <a:ext cx="8" cy="32"/>
            </a:xfrm>
            <a:custGeom>
              <a:avLst/>
              <a:gdLst>
                <a:gd name="T0" fmla="*/ 0 w 24"/>
                <a:gd name="T1" fmla="*/ 0 h 95"/>
                <a:gd name="T2" fmla="*/ 0 w 24"/>
                <a:gd name="T3" fmla="*/ 0 h 95"/>
                <a:gd name="T4" fmla="*/ 0 w 24"/>
                <a:gd name="T5" fmla="*/ 0 h 95"/>
                <a:gd name="T6" fmla="*/ 0 w 24"/>
                <a:gd name="T7" fmla="*/ 0 h 95"/>
                <a:gd name="T8" fmla="*/ 0 w 24"/>
                <a:gd name="T9" fmla="*/ 0 h 95"/>
                <a:gd name="T10" fmla="*/ 0 w 24"/>
                <a:gd name="T11" fmla="*/ 0 h 95"/>
                <a:gd name="T12" fmla="*/ 0 w 24"/>
                <a:gd name="T13" fmla="*/ 0 h 95"/>
                <a:gd name="T14" fmla="*/ 0 w 24"/>
                <a:gd name="T15" fmla="*/ 0 h 95"/>
                <a:gd name="T16" fmla="*/ 0 w 24"/>
                <a:gd name="T17" fmla="*/ 0 h 95"/>
                <a:gd name="T18" fmla="*/ 0 w 24"/>
                <a:gd name="T19" fmla="*/ 0 h 95"/>
                <a:gd name="T20" fmla="*/ 0 w 24"/>
                <a:gd name="T21" fmla="*/ 0 h 95"/>
                <a:gd name="T22" fmla="*/ 0 w 24"/>
                <a:gd name="T23" fmla="*/ 0 h 9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4"/>
                <a:gd name="T37" fmla="*/ 0 h 95"/>
                <a:gd name="T38" fmla="*/ 24 w 24"/>
                <a:gd name="T39" fmla="*/ 95 h 9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4" h="95">
                  <a:moveTo>
                    <a:pt x="0" y="6"/>
                  </a:moveTo>
                  <a:lnTo>
                    <a:pt x="8" y="16"/>
                  </a:lnTo>
                  <a:lnTo>
                    <a:pt x="4" y="39"/>
                  </a:lnTo>
                  <a:lnTo>
                    <a:pt x="8" y="44"/>
                  </a:lnTo>
                  <a:lnTo>
                    <a:pt x="12" y="59"/>
                  </a:lnTo>
                  <a:lnTo>
                    <a:pt x="21" y="95"/>
                  </a:lnTo>
                  <a:lnTo>
                    <a:pt x="24" y="42"/>
                  </a:lnTo>
                  <a:lnTo>
                    <a:pt x="22" y="12"/>
                  </a:lnTo>
                  <a:lnTo>
                    <a:pt x="20" y="6"/>
                  </a:lnTo>
                  <a:lnTo>
                    <a:pt x="18" y="2"/>
                  </a:lnTo>
                  <a:lnTo>
                    <a:pt x="12" y="0"/>
                  </a:lnTo>
                  <a:lnTo>
                    <a:pt x="0" y="6"/>
                  </a:lnTo>
                </a:path>
              </a:pathLst>
            </a:custGeom>
            <a:solidFill>
              <a:schemeClr val="accent1"/>
            </a:solidFill>
            <a:ln w="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1" name="Freeform 142"/>
            <p:cNvSpPr>
              <a:spLocks/>
            </p:cNvSpPr>
            <p:nvPr/>
          </p:nvSpPr>
          <p:spPr bwMode="auto">
            <a:xfrm>
              <a:off x="599" y="2139"/>
              <a:ext cx="162" cy="158"/>
            </a:xfrm>
            <a:custGeom>
              <a:avLst/>
              <a:gdLst>
                <a:gd name="T0" fmla="*/ 0 w 496"/>
                <a:gd name="T1" fmla="*/ 0 h 472"/>
                <a:gd name="T2" fmla="*/ 0 w 496"/>
                <a:gd name="T3" fmla="*/ 0 h 472"/>
                <a:gd name="T4" fmla="*/ 0 w 496"/>
                <a:gd name="T5" fmla="*/ 0 h 472"/>
                <a:gd name="T6" fmla="*/ 0 w 496"/>
                <a:gd name="T7" fmla="*/ 0 h 472"/>
                <a:gd name="T8" fmla="*/ 0 w 496"/>
                <a:gd name="T9" fmla="*/ 0 h 472"/>
                <a:gd name="T10" fmla="*/ 0 w 496"/>
                <a:gd name="T11" fmla="*/ 0 h 472"/>
                <a:gd name="T12" fmla="*/ 0 w 496"/>
                <a:gd name="T13" fmla="*/ 0 h 472"/>
                <a:gd name="T14" fmla="*/ 0 w 496"/>
                <a:gd name="T15" fmla="*/ 0 h 472"/>
                <a:gd name="T16" fmla="*/ 0 w 496"/>
                <a:gd name="T17" fmla="*/ 0 h 472"/>
                <a:gd name="T18" fmla="*/ 0 w 496"/>
                <a:gd name="T19" fmla="*/ 0 h 472"/>
                <a:gd name="T20" fmla="*/ 0 w 496"/>
                <a:gd name="T21" fmla="*/ 0 h 472"/>
                <a:gd name="T22" fmla="*/ 0 w 496"/>
                <a:gd name="T23" fmla="*/ 0 h 472"/>
                <a:gd name="T24" fmla="*/ 0 w 496"/>
                <a:gd name="T25" fmla="*/ 0 h 472"/>
                <a:gd name="T26" fmla="*/ 0 w 496"/>
                <a:gd name="T27" fmla="*/ 0 h 472"/>
                <a:gd name="T28" fmla="*/ 0 w 496"/>
                <a:gd name="T29" fmla="*/ 0 h 472"/>
                <a:gd name="T30" fmla="*/ 0 w 496"/>
                <a:gd name="T31" fmla="*/ 0 h 472"/>
                <a:gd name="T32" fmla="*/ 0 w 496"/>
                <a:gd name="T33" fmla="*/ 0 h 472"/>
                <a:gd name="T34" fmla="*/ 0 w 496"/>
                <a:gd name="T35" fmla="*/ 0 h 472"/>
                <a:gd name="T36" fmla="*/ 0 w 496"/>
                <a:gd name="T37" fmla="*/ 0 h 472"/>
                <a:gd name="T38" fmla="*/ 0 w 496"/>
                <a:gd name="T39" fmla="*/ 0 h 472"/>
                <a:gd name="T40" fmla="*/ 0 w 496"/>
                <a:gd name="T41" fmla="*/ 0 h 472"/>
                <a:gd name="T42" fmla="*/ 0 w 496"/>
                <a:gd name="T43" fmla="*/ 0 h 472"/>
                <a:gd name="T44" fmla="*/ 0 w 496"/>
                <a:gd name="T45" fmla="*/ 0 h 472"/>
                <a:gd name="T46" fmla="*/ 0 w 496"/>
                <a:gd name="T47" fmla="*/ 0 h 472"/>
                <a:gd name="T48" fmla="*/ 0 w 496"/>
                <a:gd name="T49" fmla="*/ 0 h 472"/>
                <a:gd name="T50" fmla="*/ 0 w 496"/>
                <a:gd name="T51" fmla="*/ 0 h 472"/>
                <a:gd name="T52" fmla="*/ 0 w 496"/>
                <a:gd name="T53" fmla="*/ 0 h 472"/>
                <a:gd name="T54" fmla="*/ 0 w 496"/>
                <a:gd name="T55" fmla="*/ 0 h 472"/>
                <a:gd name="T56" fmla="*/ 0 w 496"/>
                <a:gd name="T57" fmla="*/ 0 h 472"/>
                <a:gd name="T58" fmla="*/ 0 w 496"/>
                <a:gd name="T59" fmla="*/ 0 h 472"/>
                <a:gd name="T60" fmla="*/ 0 w 496"/>
                <a:gd name="T61" fmla="*/ 0 h 472"/>
                <a:gd name="T62" fmla="*/ 0 w 496"/>
                <a:gd name="T63" fmla="*/ 0 h 472"/>
                <a:gd name="T64" fmla="*/ 0 w 496"/>
                <a:gd name="T65" fmla="*/ 0 h 472"/>
                <a:gd name="T66" fmla="*/ 0 w 496"/>
                <a:gd name="T67" fmla="*/ 0 h 472"/>
                <a:gd name="T68" fmla="*/ 0 w 496"/>
                <a:gd name="T69" fmla="*/ 0 h 472"/>
                <a:gd name="T70" fmla="*/ 0 w 496"/>
                <a:gd name="T71" fmla="*/ 0 h 472"/>
                <a:gd name="T72" fmla="*/ 0 w 496"/>
                <a:gd name="T73" fmla="*/ 0 h 472"/>
                <a:gd name="T74" fmla="*/ 0 w 496"/>
                <a:gd name="T75" fmla="*/ 0 h 472"/>
                <a:gd name="T76" fmla="*/ 0 w 496"/>
                <a:gd name="T77" fmla="*/ 0 h 472"/>
                <a:gd name="T78" fmla="*/ 0 w 496"/>
                <a:gd name="T79" fmla="*/ 0 h 472"/>
                <a:gd name="T80" fmla="*/ 0 w 496"/>
                <a:gd name="T81" fmla="*/ 0 h 472"/>
                <a:gd name="T82" fmla="*/ 0 w 496"/>
                <a:gd name="T83" fmla="*/ 0 h 472"/>
                <a:gd name="T84" fmla="*/ 0 w 496"/>
                <a:gd name="T85" fmla="*/ 0 h 472"/>
                <a:gd name="T86" fmla="*/ 0 w 496"/>
                <a:gd name="T87" fmla="*/ 0 h 472"/>
                <a:gd name="T88" fmla="*/ 0 w 496"/>
                <a:gd name="T89" fmla="*/ 0 h 472"/>
                <a:gd name="T90" fmla="*/ 0 w 496"/>
                <a:gd name="T91" fmla="*/ 0 h 472"/>
                <a:gd name="T92" fmla="*/ 0 w 496"/>
                <a:gd name="T93" fmla="*/ 0 h 472"/>
                <a:gd name="T94" fmla="*/ 0 w 496"/>
                <a:gd name="T95" fmla="*/ 0 h 472"/>
                <a:gd name="T96" fmla="*/ 0 w 496"/>
                <a:gd name="T97" fmla="*/ 0 h 472"/>
                <a:gd name="T98" fmla="*/ 0 w 496"/>
                <a:gd name="T99" fmla="*/ 0 h 472"/>
                <a:gd name="T100" fmla="*/ 0 w 496"/>
                <a:gd name="T101" fmla="*/ 0 h 47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96"/>
                <a:gd name="T154" fmla="*/ 0 h 472"/>
                <a:gd name="T155" fmla="*/ 496 w 496"/>
                <a:gd name="T156" fmla="*/ 472 h 47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96" h="472">
                  <a:moveTo>
                    <a:pt x="9" y="415"/>
                  </a:moveTo>
                  <a:lnTo>
                    <a:pt x="5" y="422"/>
                  </a:lnTo>
                  <a:lnTo>
                    <a:pt x="2" y="442"/>
                  </a:lnTo>
                  <a:lnTo>
                    <a:pt x="0" y="460"/>
                  </a:lnTo>
                  <a:lnTo>
                    <a:pt x="2" y="472"/>
                  </a:lnTo>
                  <a:lnTo>
                    <a:pt x="8" y="465"/>
                  </a:lnTo>
                  <a:lnTo>
                    <a:pt x="16" y="457"/>
                  </a:lnTo>
                  <a:lnTo>
                    <a:pt x="23" y="457"/>
                  </a:lnTo>
                  <a:lnTo>
                    <a:pt x="32" y="465"/>
                  </a:lnTo>
                  <a:lnTo>
                    <a:pt x="56" y="465"/>
                  </a:lnTo>
                  <a:lnTo>
                    <a:pt x="86" y="461"/>
                  </a:lnTo>
                  <a:lnTo>
                    <a:pt x="98" y="455"/>
                  </a:lnTo>
                  <a:lnTo>
                    <a:pt x="110" y="454"/>
                  </a:lnTo>
                  <a:lnTo>
                    <a:pt x="128" y="457"/>
                  </a:lnTo>
                  <a:lnTo>
                    <a:pt x="138" y="461"/>
                  </a:lnTo>
                  <a:lnTo>
                    <a:pt x="149" y="461"/>
                  </a:lnTo>
                  <a:lnTo>
                    <a:pt x="154" y="454"/>
                  </a:lnTo>
                  <a:lnTo>
                    <a:pt x="164" y="450"/>
                  </a:lnTo>
                  <a:lnTo>
                    <a:pt x="167" y="447"/>
                  </a:lnTo>
                  <a:lnTo>
                    <a:pt x="171" y="434"/>
                  </a:lnTo>
                  <a:lnTo>
                    <a:pt x="185" y="434"/>
                  </a:lnTo>
                  <a:lnTo>
                    <a:pt x="191" y="437"/>
                  </a:lnTo>
                  <a:lnTo>
                    <a:pt x="197" y="427"/>
                  </a:lnTo>
                  <a:lnTo>
                    <a:pt x="225" y="415"/>
                  </a:lnTo>
                  <a:lnTo>
                    <a:pt x="233" y="415"/>
                  </a:lnTo>
                  <a:lnTo>
                    <a:pt x="236" y="399"/>
                  </a:lnTo>
                  <a:lnTo>
                    <a:pt x="218" y="411"/>
                  </a:lnTo>
                  <a:lnTo>
                    <a:pt x="207" y="413"/>
                  </a:lnTo>
                  <a:lnTo>
                    <a:pt x="197" y="415"/>
                  </a:lnTo>
                  <a:lnTo>
                    <a:pt x="185" y="415"/>
                  </a:lnTo>
                  <a:lnTo>
                    <a:pt x="189" y="402"/>
                  </a:lnTo>
                  <a:lnTo>
                    <a:pt x="191" y="393"/>
                  </a:lnTo>
                  <a:lnTo>
                    <a:pt x="197" y="383"/>
                  </a:lnTo>
                  <a:lnTo>
                    <a:pt x="204" y="370"/>
                  </a:lnTo>
                  <a:lnTo>
                    <a:pt x="218" y="357"/>
                  </a:lnTo>
                  <a:lnTo>
                    <a:pt x="225" y="353"/>
                  </a:lnTo>
                  <a:lnTo>
                    <a:pt x="265" y="357"/>
                  </a:lnTo>
                  <a:lnTo>
                    <a:pt x="262" y="364"/>
                  </a:lnTo>
                  <a:lnTo>
                    <a:pt x="259" y="375"/>
                  </a:lnTo>
                  <a:lnTo>
                    <a:pt x="256" y="385"/>
                  </a:lnTo>
                  <a:lnTo>
                    <a:pt x="259" y="396"/>
                  </a:lnTo>
                  <a:lnTo>
                    <a:pt x="261" y="403"/>
                  </a:lnTo>
                  <a:lnTo>
                    <a:pt x="269" y="406"/>
                  </a:lnTo>
                  <a:lnTo>
                    <a:pt x="282" y="410"/>
                  </a:lnTo>
                  <a:lnTo>
                    <a:pt x="287" y="416"/>
                  </a:lnTo>
                  <a:lnTo>
                    <a:pt x="292" y="420"/>
                  </a:lnTo>
                  <a:lnTo>
                    <a:pt x="305" y="419"/>
                  </a:lnTo>
                  <a:lnTo>
                    <a:pt x="313" y="422"/>
                  </a:lnTo>
                  <a:lnTo>
                    <a:pt x="318" y="422"/>
                  </a:lnTo>
                  <a:lnTo>
                    <a:pt x="326" y="419"/>
                  </a:lnTo>
                  <a:lnTo>
                    <a:pt x="331" y="419"/>
                  </a:lnTo>
                  <a:lnTo>
                    <a:pt x="341" y="422"/>
                  </a:lnTo>
                  <a:lnTo>
                    <a:pt x="370" y="416"/>
                  </a:lnTo>
                  <a:lnTo>
                    <a:pt x="375" y="413"/>
                  </a:lnTo>
                  <a:lnTo>
                    <a:pt x="381" y="409"/>
                  </a:lnTo>
                  <a:lnTo>
                    <a:pt x="384" y="403"/>
                  </a:lnTo>
                  <a:lnTo>
                    <a:pt x="387" y="399"/>
                  </a:lnTo>
                  <a:lnTo>
                    <a:pt x="399" y="399"/>
                  </a:lnTo>
                  <a:lnTo>
                    <a:pt x="410" y="399"/>
                  </a:lnTo>
                  <a:lnTo>
                    <a:pt x="410" y="394"/>
                  </a:lnTo>
                  <a:lnTo>
                    <a:pt x="409" y="387"/>
                  </a:lnTo>
                  <a:lnTo>
                    <a:pt x="405" y="379"/>
                  </a:lnTo>
                  <a:lnTo>
                    <a:pt x="398" y="373"/>
                  </a:lnTo>
                  <a:lnTo>
                    <a:pt x="387" y="364"/>
                  </a:lnTo>
                  <a:lnTo>
                    <a:pt x="397" y="360"/>
                  </a:lnTo>
                  <a:lnTo>
                    <a:pt x="406" y="357"/>
                  </a:lnTo>
                  <a:lnTo>
                    <a:pt x="413" y="357"/>
                  </a:lnTo>
                  <a:lnTo>
                    <a:pt x="419" y="360"/>
                  </a:lnTo>
                  <a:lnTo>
                    <a:pt x="425" y="366"/>
                  </a:lnTo>
                  <a:lnTo>
                    <a:pt x="437" y="388"/>
                  </a:lnTo>
                  <a:lnTo>
                    <a:pt x="440" y="399"/>
                  </a:lnTo>
                  <a:lnTo>
                    <a:pt x="441" y="406"/>
                  </a:lnTo>
                  <a:lnTo>
                    <a:pt x="460" y="411"/>
                  </a:lnTo>
                  <a:lnTo>
                    <a:pt x="466" y="411"/>
                  </a:lnTo>
                  <a:lnTo>
                    <a:pt x="487" y="396"/>
                  </a:lnTo>
                  <a:lnTo>
                    <a:pt x="492" y="387"/>
                  </a:lnTo>
                  <a:lnTo>
                    <a:pt x="496" y="379"/>
                  </a:lnTo>
                  <a:lnTo>
                    <a:pt x="496" y="363"/>
                  </a:lnTo>
                  <a:lnTo>
                    <a:pt x="492" y="351"/>
                  </a:lnTo>
                  <a:lnTo>
                    <a:pt x="487" y="345"/>
                  </a:lnTo>
                  <a:lnTo>
                    <a:pt x="467" y="325"/>
                  </a:lnTo>
                  <a:lnTo>
                    <a:pt x="464" y="315"/>
                  </a:lnTo>
                  <a:lnTo>
                    <a:pt x="459" y="309"/>
                  </a:lnTo>
                  <a:lnTo>
                    <a:pt x="449" y="303"/>
                  </a:lnTo>
                  <a:lnTo>
                    <a:pt x="434" y="291"/>
                  </a:lnTo>
                  <a:lnTo>
                    <a:pt x="431" y="279"/>
                  </a:lnTo>
                  <a:lnTo>
                    <a:pt x="428" y="275"/>
                  </a:lnTo>
                  <a:lnTo>
                    <a:pt x="416" y="267"/>
                  </a:lnTo>
                  <a:lnTo>
                    <a:pt x="392" y="240"/>
                  </a:lnTo>
                  <a:lnTo>
                    <a:pt x="386" y="215"/>
                  </a:lnTo>
                  <a:lnTo>
                    <a:pt x="379" y="200"/>
                  </a:lnTo>
                  <a:lnTo>
                    <a:pt x="374" y="197"/>
                  </a:lnTo>
                  <a:lnTo>
                    <a:pt x="354" y="189"/>
                  </a:lnTo>
                  <a:lnTo>
                    <a:pt x="367" y="188"/>
                  </a:lnTo>
                  <a:lnTo>
                    <a:pt x="376" y="180"/>
                  </a:lnTo>
                  <a:lnTo>
                    <a:pt x="377" y="170"/>
                  </a:lnTo>
                  <a:lnTo>
                    <a:pt x="384" y="166"/>
                  </a:lnTo>
                  <a:lnTo>
                    <a:pt x="388" y="158"/>
                  </a:lnTo>
                  <a:lnTo>
                    <a:pt x="388" y="149"/>
                  </a:lnTo>
                  <a:lnTo>
                    <a:pt x="386" y="142"/>
                  </a:lnTo>
                  <a:lnTo>
                    <a:pt x="390" y="131"/>
                  </a:lnTo>
                  <a:lnTo>
                    <a:pt x="386" y="116"/>
                  </a:lnTo>
                  <a:lnTo>
                    <a:pt x="377" y="101"/>
                  </a:lnTo>
                  <a:lnTo>
                    <a:pt x="377" y="92"/>
                  </a:lnTo>
                  <a:lnTo>
                    <a:pt x="374" y="76"/>
                  </a:lnTo>
                  <a:lnTo>
                    <a:pt x="366" y="64"/>
                  </a:lnTo>
                  <a:lnTo>
                    <a:pt x="357" y="48"/>
                  </a:lnTo>
                  <a:lnTo>
                    <a:pt x="349" y="40"/>
                  </a:lnTo>
                  <a:lnTo>
                    <a:pt x="342" y="30"/>
                  </a:lnTo>
                  <a:lnTo>
                    <a:pt x="341" y="22"/>
                  </a:lnTo>
                  <a:lnTo>
                    <a:pt x="330" y="14"/>
                  </a:lnTo>
                  <a:lnTo>
                    <a:pt x="318" y="10"/>
                  </a:lnTo>
                  <a:lnTo>
                    <a:pt x="312" y="7"/>
                  </a:lnTo>
                  <a:lnTo>
                    <a:pt x="305" y="2"/>
                  </a:lnTo>
                  <a:lnTo>
                    <a:pt x="291" y="2"/>
                  </a:lnTo>
                  <a:lnTo>
                    <a:pt x="286" y="0"/>
                  </a:lnTo>
                  <a:lnTo>
                    <a:pt x="280" y="0"/>
                  </a:lnTo>
                  <a:lnTo>
                    <a:pt x="268" y="5"/>
                  </a:lnTo>
                  <a:lnTo>
                    <a:pt x="255" y="5"/>
                  </a:lnTo>
                  <a:lnTo>
                    <a:pt x="231" y="14"/>
                  </a:lnTo>
                  <a:lnTo>
                    <a:pt x="222" y="21"/>
                  </a:lnTo>
                  <a:lnTo>
                    <a:pt x="217" y="27"/>
                  </a:lnTo>
                  <a:lnTo>
                    <a:pt x="212" y="38"/>
                  </a:lnTo>
                  <a:lnTo>
                    <a:pt x="202" y="46"/>
                  </a:lnTo>
                  <a:lnTo>
                    <a:pt x="197" y="57"/>
                  </a:lnTo>
                  <a:lnTo>
                    <a:pt x="189" y="67"/>
                  </a:lnTo>
                  <a:lnTo>
                    <a:pt x="182" y="75"/>
                  </a:lnTo>
                  <a:lnTo>
                    <a:pt x="177" y="84"/>
                  </a:lnTo>
                  <a:lnTo>
                    <a:pt x="179" y="96"/>
                  </a:lnTo>
                  <a:lnTo>
                    <a:pt x="173" y="104"/>
                  </a:lnTo>
                  <a:lnTo>
                    <a:pt x="171" y="118"/>
                  </a:lnTo>
                  <a:lnTo>
                    <a:pt x="164" y="125"/>
                  </a:lnTo>
                  <a:lnTo>
                    <a:pt x="160" y="137"/>
                  </a:lnTo>
                  <a:lnTo>
                    <a:pt x="162" y="146"/>
                  </a:lnTo>
                  <a:lnTo>
                    <a:pt x="166" y="154"/>
                  </a:lnTo>
                  <a:lnTo>
                    <a:pt x="167" y="166"/>
                  </a:lnTo>
                  <a:lnTo>
                    <a:pt x="172" y="171"/>
                  </a:lnTo>
                  <a:lnTo>
                    <a:pt x="174" y="177"/>
                  </a:lnTo>
                  <a:lnTo>
                    <a:pt x="180" y="177"/>
                  </a:lnTo>
                  <a:lnTo>
                    <a:pt x="165" y="186"/>
                  </a:lnTo>
                  <a:lnTo>
                    <a:pt x="135" y="197"/>
                  </a:lnTo>
                  <a:lnTo>
                    <a:pt x="132" y="201"/>
                  </a:lnTo>
                  <a:lnTo>
                    <a:pt x="130" y="206"/>
                  </a:lnTo>
                  <a:lnTo>
                    <a:pt x="128" y="221"/>
                  </a:lnTo>
                  <a:lnTo>
                    <a:pt x="86" y="221"/>
                  </a:lnTo>
                  <a:lnTo>
                    <a:pt x="77" y="222"/>
                  </a:lnTo>
                  <a:lnTo>
                    <a:pt x="69" y="224"/>
                  </a:lnTo>
                  <a:lnTo>
                    <a:pt x="64" y="228"/>
                  </a:lnTo>
                  <a:lnTo>
                    <a:pt x="59" y="235"/>
                  </a:lnTo>
                  <a:lnTo>
                    <a:pt x="56" y="245"/>
                  </a:lnTo>
                  <a:lnTo>
                    <a:pt x="56" y="251"/>
                  </a:lnTo>
                  <a:lnTo>
                    <a:pt x="56" y="410"/>
                  </a:lnTo>
                  <a:lnTo>
                    <a:pt x="16" y="409"/>
                  </a:lnTo>
                  <a:lnTo>
                    <a:pt x="9" y="41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2" name="Freeform 143"/>
            <p:cNvSpPr>
              <a:spLocks/>
            </p:cNvSpPr>
            <p:nvPr/>
          </p:nvSpPr>
          <p:spPr bwMode="auto">
            <a:xfrm>
              <a:off x="599" y="2139"/>
              <a:ext cx="162" cy="158"/>
            </a:xfrm>
            <a:custGeom>
              <a:avLst/>
              <a:gdLst>
                <a:gd name="T0" fmla="*/ 0 w 496"/>
                <a:gd name="T1" fmla="*/ 0 h 472"/>
                <a:gd name="T2" fmla="*/ 0 w 496"/>
                <a:gd name="T3" fmla="*/ 0 h 472"/>
                <a:gd name="T4" fmla="*/ 0 w 496"/>
                <a:gd name="T5" fmla="*/ 0 h 472"/>
                <a:gd name="T6" fmla="*/ 0 w 496"/>
                <a:gd name="T7" fmla="*/ 0 h 472"/>
                <a:gd name="T8" fmla="*/ 0 w 496"/>
                <a:gd name="T9" fmla="*/ 0 h 472"/>
                <a:gd name="T10" fmla="*/ 0 w 496"/>
                <a:gd name="T11" fmla="*/ 0 h 472"/>
                <a:gd name="T12" fmla="*/ 0 w 496"/>
                <a:gd name="T13" fmla="*/ 0 h 472"/>
                <a:gd name="T14" fmla="*/ 0 w 496"/>
                <a:gd name="T15" fmla="*/ 0 h 472"/>
                <a:gd name="T16" fmla="*/ 0 w 496"/>
                <a:gd name="T17" fmla="*/ 0 h 472"/>
                <a:gd name="T18" fmla="*/ 0 w 496"/>
                <a:gd name="T19" fmla="*/ 0 h 472"/>
                <a:gd name="T20" fmla="*/ 0 w 496"/>
                <a:gd name="T21" fmla="*/ 0 h 472"/>
                <a:gd name="T22" fmla="*/ 0 w 496"/>
                <a:gd name="T23" fmla="*/ 0 h 472"/>
                <a:gd name="T24" fmla="*/ 0 w 496"/>
                <a:gd name="T25" fmla="*/ 0 h 472"/>
                <a:gd name="T26" fmla="*/ 0 w 496"/>
                <a:gd name="T27" fmla="*/ 0 h 472"/>
                <a:gd name="T28" fmla="*/ 0 w 496"/>
                <a:gd name="T29" fmla="*/ 0 h 472"/>
                <a:gd name="T30" fmla="*/ 0 w 496"/>
                <a:gd name="T31" fmla="*/ 0 h 472"/>
                <a:gd name="T32" fmla="*/ 0 w 496"/>
                <a:gd name="T33" fmla="*/ 0 h 472"/>
                <a:gd name="T34" fmla="*/ 0 w 496"/>
                <a:gd name="T35" fmla="*/ 0 h 472"/>
                <a:gd name="T36" fmla="*/ 0 w 496"/>
                <a:gd name="T37" fmla="*/ 0 h 472"/>
                <a:gd name="T38" fmla="*/ 0 w 496"/>
                <a:gd name="T39" fmla="*/ 0 h 472"/>
                <a:gd name="T40" fmla="*/ 0 w 496"/>
                <a:gd name="T41" fmla="*/ 0 h 472"/>
                <a:gd name="T42" fmla="*/ 0 w 496"/>
                <a:gd name="T43" fmla="*/ 0 h 472"/>
                <a:gd name="T44" fmla="*/ 0 w 496"/>
                <a:gd name="T45" fmla="*/ 0 h 472"/>
                <a:gd name="T46" fmla="*/ 0 w 496"/>
                <a:gd name="T47" fmla="*/ 0 h 472"/>
                <a:gd name="T48" fmla="*/ 0 w 496"/>
                <a:gd name="T49" fmla="*/ 0 h 472"/>
                <a:gd name="T50" fmla="*/ 0 w 496"/>
                <a:gd name="T51" fmla="*/ 0 h 472"/>
                <a:gd name="T52" fmla="*/ 0 w 496"/>
                <a:gd name="T53" fmla="*/ 0 h 472"/>
                <a:gd name="T54" fmla="*/ 0 w 496"/>
                <a:gd name="T55" fmla="*/ 0 h 472"/>
                <a:gd name="T56" fmla="*/ 0 w 496"/>
                <a:gd name="T57" fmla="*/ 0 h 472"/>
                <a:gd name="T58" fmla="*/ 0 w 496"/>
                <a:gd name="T59" fmla="*/ 0 h 472"/>
                <a:gd name="T60" fmla="*/ 0 w 496"/>
                <a:gd name="T61" fmla="*/ 0 h 472"/>
                <a:gd name="T62" fmla="*/ 0 w 496"/>
                <a:gd name="T63" fmla="*/ 0 h 472"/>
                <a:gd name="T64" fmla="*/ 0 w 496"/>
                <a:gd name="T65" fmla="*/ 0 h 472"/>
                <a:gd name="T66" fmla="*/ 0 w 496"/>
                <a:gd name="T67" fmla="*/ 0 h 472"/>
                <a:gd name="T68" fmla="*/ 0 w 496"/>
                <a:gd name="T69" fmla="*/ 0 h 472"/>
                <a:gd name="T70" fmla="*/ 0 w 496"/>
                <a:gd name="T71" fmla="*/ 0 h 472"/>
                <a:gd name="T72" fmla="*/ 0 w 496"/>
                <a:gd name="T73" fmla="*/ 0 h 472"/>
                <a:gd name="T74" fmla="*/ 0 w 496"/>
                <a:gd name="T75" fmla="*/ 0 h 472"/>
                <a:gd name="T76" fmla="*/ 0 w 496"/>
                <a:gd name="T77" fmla="*/ 0 h 472"/>
                <a:gd name="T78" fmla="*/ 0 w 496"/>
                <a:gd name="T79" fmla="*/ 0 h 472"/>
                <a:gd name="T80" fmla="*/ 0 w 496"/>
                <a:gd name="T81" fmla="*/ 0 h 472"/>
                <a:gd name="T82" fmla="*/ 0 w 496"/>
                <a:gd name="T83" fmla="*/ 0 h 472"/>
                <a:gd name="T84" fmla="*/ 0 w 496"/>
                <a:gd name="T85" fmla="*/ 0 h 472"/>
                <a:gd name="T86" fmla="*/ 0 w 496"/>
                <a:gd name="T87" fmla="*/ 0 h 472"/>
                <a:gd name="T88" fmla="*/ 0 w 496"/>
                <a:gd name="T89" fmla="*/ 0 h 472"/>
                <a:gd name="T90" fmla="*/ 0 w 496"/>
                <a:gd name="T91" fmla="*/ 0 h 472"/>
                <a:gd name="T92" fmla="*/ 0 w 496"/>
                <a:gd name="T93" fmla="*/ 0 h 472"/>
                <a:gd name="T94" fmla="*/ 0 w 496"/>
                <a:gd name="T95" fmla="*/ 0 h 472"/>
                <a:gd name="T96" fmla="*/ 0 w 496"/>
                <a:gd name="T97" fmla="*/ 0 h 472"/>
                <a:gd name="T98" fmla="*/ 0 w 496"/>
                <a:gd name="T99" fmla="*/ 0 h 472"/>
                <a:gd name="T100" fmla="*/ 0 w 496"/>
                <a:gd name="T101" fmla="*/ 0 h 47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96"/>
                <a:gd name="T154" fmla="*/ 0 h 472"/>
                <a:gd name="T155" fmla="*/ 496 w 496"/>
                <a:gd name="T156" fmla="*/ 472 h 47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96" h="472">
                  <a:moveTo>
                    <a:pt x="9" y="415"/>
                  </a:moveTo>
                  <a:lnTo>
                    <a:pt x="5" y="422"/>
                  </a:lnTo>
                  <a:lnTo>
                    <a:pt x="2" y="442"/>
                  </a:lnTo>
                  <a:lnTo>
                    <a:pt x="0" y="460"/>
                  </a:lnTo>
                  <a:lnTo>
                    <a:pt x="2" y="472"/>
                  </a:lnTo>
                  <a:lnTo>
                    <a:pt x="8" y="465"/>
                  </a:lnTo>
                  <a:lnTo>
                    <a:pt x="16" y="457"/>
                  </a:lnTo>
                  <a:lnTo>
                    <a:pt x="23" y="457"/>
                  </a:lnTo>
                  <a:lnTo>
                    <a:pt x="32" y="465"/>
                  </a:lnTo>
                  <a:lnTo>
                    <a:pt x="56" y="465"/>
                  </a:lnTo>
                  <a:lnTo>
                    <a:pt x="86" y="461"/>
                  </a:lnTo>
                  <a:lnTo>
                    <a:pt x="98" y="455"/>
                  </a:lnTo>
                  <a:lnTo>
                    <a:pt x="110" y="454"/>
                  </a:lnTo>
                  <a:lnTo>
                    <a:pt x="128" y="457"/>
                  </a:lnTo>
                  <a:lnTo>
                    <a:pt x="138" y="461"/>
                  </a:lnTo>
                  <a:lnTo>
                    <a:pt x="149" y="461"/>
                  </a:lnTo>
                  <a:lnTo>
                    <a:pt x="154" y="454"/>
                  </a:lnTo>
                  <a:lnTo>
                    <a:pt x="164" y="450"/>
                  </a:lnTo>
                  <a:lnTo>
                    <a:pt x="167" y="447"/>
                  </a:lnTo>
                  <a:lnTo>
                    <a:pt x="171" y="434"/>
                  </a:lnTo>
                  <a:lnTo>
                    <a:pt x="185" y="434"/>
                  </a:lnTo>
                  <a:lnTo>
                    <a:pt x="191" y="437"/>
                  </a:lnTo>
                  <a:lnTo>
                    <a:pt x="197" y="427"/>
                  </a:lnTo>
                  <a:lnTo>
                    <a:pt x="225" y="415"/>
                  </a:lnTo>
                  <a:lnTo>
                    <a:pt x="233" y="415"/>
                  </a:lnTo>
                  <a:lnTo>
                    <a:pt x="236" y="399"/>
                  </a:lnTo>
                  <a:lnTo>
                    <a:pt x="218" y="411"/>
                  </a:lnTo>
                  <a:lnTo>
                    <a:pt x="207" y="413"/>
                  </a:lnTo>
                  <a:lnTo>
                    <a:pt x="197" y="415"/>
                  </a:lnTo>
                  <a:lnTo>
                    <a:pt x="185" y="415"/>
                  </a:lnTo>
                  <a:lnTo>
                    <a:pt x="189" y="402"/>
                  </a:lnTo>
                  <a:lnTo>
                    <a:pt x="191" y="393"/>
                  </a:lnTo>
                  <a:lnTo>
                    <a:pt x="197" y="383"/>
                  </a:lnTo>
                  <a:lnTo>
                    <a:pt x="204" y="370"/>
                  </a:lnTo>
                  <a:lnTo>
                    <a:pt x="218" y="357"/>
                  </a:lnTo>
                  <a:lnTo>
                    <a:pt x="225" y="353"/>
                  </a:lnTo>
                  <a:lnTo>
                    <a:pt x="265" y="357"/>
                  </a:lnTo>
                  <a:lnTo>
                    <a:pt x="262" y="364"/>
                  </a:lnTo>
                  <a:lnTo>
                    <a:pt x="259" y="375"/>
                  </a:lnTo>
                  <a:lnTo>
                    <a:pt x="256" y="385"/>
                  </a:lnTo>
                  <a:lnTo>
                    <a:pt x="259" y="396"/>
                  </a:lnTo>
                  <a:lnTo>
                    <a:pt x="261" y="403"/>
                  </a:lnTo>
                  <a:lnTo>
                    <a:pt x="269" y="406"/>
                  </a:lnTo>
                  <a:lnTo>
                    <a:pt x="282" y="410"/>
                  </a:lnTo>
                  <a:lnTo>
                    <a:pt x="287" y="416"/>
                  </a:lnTo>
                  <a:lnTo>
                    <a:pt x="292" y="420"/>
                  </a:lnTo>
                  <a:lnTo>
                    <a:pt x="305" y="419"/>
                  </a:lnTo>
                  <a:lnTo>
                    <a:pt x="313" y="422"/>
                  </a:lnTo>
                  <a:lnTo>
                    <a:pt x="318" y="422"/>
                  </a:lnTo>
                  <a:lnTo>
                    <a:pt x="326" y="419"/>
                  </a:lnTo>
                  <a:lnTo>
                    <a:pt x="331" y="419"/>
                  </a:lnTo>
                  <a:lnTo>
                    <a:pt x="341" y="422"/>
                  </a:lnTo>
                  <a:lnTo>
                    <a:pt x="370" y="416"/>
                  </a:lnTo>
                  <a:lnTo>
                    <a:pt x="375" y="413"/>
                  </a:lnTo>
                  <a:lnTo>
                    <a:pt x="381" y="409"/>
                  </a:lnTo>
                  <a:lnTo>
                    <a:pt x="384" y="403"/>
                  </a:lnTo>
                  <a:lnTo>
                    <a:pt x="387" y="399"/>
                  </a:lnTo>
                  <a:lnTo>
                    <a:pt x="399" y="399"/>
                  </a:lnTo>
                  <a:lnTo>
                    <a:pt x="410" y="399"/>
                  </a:lnTo>
                  <a:lnTo>
                    <a:pt x="410" y="394"/>
                  </a:lnTo>
                  <a:lnTo>
                    <a:pt x="409" y="387"/>
                  </a:lnTo>
                  <a:lnTo>
                    <a:pt x="405" y="379"/>
                  </a:lnTo>
                  <a:lnTo>
                    <a:pt x="398" y="373"/>
                  </a:lnTo>
                  <a:lnTo>
                    <a:pt x="387" y="364"/>
                  </a:lnTo>
                  <a:lnTo>
                    <a:pt x="397" y="360"/>
                  </a:lnTo>
                  <a:lnTo>
                    <a:pt x="406" y="357"/>
                  </a:lnTo>
                  <a:lnTo>
                    <a:pt x="413" y="357"/>
                  </a:lnTo>
                  <a:lnTo>
                    <a:pt x="419" y="360"/>
                  </a:lnTo>
                  <a:lnTo>
                    <a:pt x="425" y="366"/>
                  </a:lnTo>
                  <a:lnTo>
                    <a:pt x="437" y="388"/>
                  </a:lnTo>
                  <a:lnTo>
                    <a:pt x="440" y="399"/>
                  </a:lnTo>
                  <a:lnTo>
                    <a:pt x="441" y="406"/>
                  </a:lnTo>
                  <a:lnTo>
                    <a:pt x="460" y="411"/>
                  </a:lnTo>
                  <a:lnTo>
                    <a:pt x="466" y="411"/>
                  </a:lnTo>
                  <a:lnTo>
                    <a:pt x="487" y="396"/>
                  </a:lnTo>
                  <a:lnTo>
                    <a:pt x="492" y="387"/>
                  </a:lnTo>
                  <a:lnTo>
                    <a:pt x="496" y="379"/>
                  </a:lnTo>
                  <a:lnTo>
                    <a:pt x="496" y="363"/>
                  </a:lnTo>
                  <a:lnTo>
                    <a:pt x="492" y="351"/>
                  </a:lnTo>
                  <a:lnTo>
                    <a:pt x="487" y="345"/>
                  </a:lnTo>
                  <a:lnTo>
                    <a:pt x="467" y="325"/>
                  </a:lnTo>
                  <a:lnTo>
                    <a:pt x="464" y="315"/>
                  </a:lnTo>
                  <a:lnTo>
                    <a:pt x="459" y="309"/>
                  </a:lnTo>
                  <a:lnTo>
                    <a:pt x="449" y="303"/>
                  </a:lnTo>
                  <a:lnTo>
                    <a:pt x="434" y="291"/>
                  </a:lnTo>
                  <a:lnTo>
                    <a:pt x="431" y="279"/>
                  </a:lnTo>
                  <a:lnTo>
                    <a:pt x="428" y="275"/>
                  </a:lnTo>
                  <a:lnTo>
                    <a:pt x="416" y="267"/>
                  </a:lnTo>
                  <a:lnTo>
                    <a:pt x="392" y="240"/>
                  </a:lnTo>
                  <a:lnTo>
                    <a:pt x="386" y="215"/>
                  </a:lnTo>
                  <a:lnTo>
                    <a:pt x="379" y="200"/>
                  </a:lnTo>
                  <a:lnTo>
                    <a:pt x="374" y="197"/>
                  </a:lnTo>
                  <a:lnTo>
                    <a:pt x="354" y="189"/>
                  </a:lnTo>
                  <a:lnTo>
                    <a:pt x="367" y="188"/>
                  </a:lnTo>
                  <a:lnTo>
                    <a:pt x="376" y="180"/>
                  </a:lnTo>
                  <a:lnTo>
                    <a:pt x="377" y="170"/>
                  </a:lnTo>
                  <a:lnTo>
                    <a:pt x="384" y="166"/>
                  </a:lnTo>
                  <a:lnTo>
                    <a:pt x="388" y="158"/>
                  </a:lnTo>
                  <a:lnTo>
                    <a:pt x="388" y="149"/>
                  </a:lnTo>
                  <a:lnTo>
                    <a:pt x="386" y="142"/>
                  </a:lnTo>
                  <a:lnTo>
                    <a:pt x="390" y="131"/>
                  </a:lnTo>
                  <a:lnTo>
                    <a:pt x="386" y="116"/>
                  </a:lnTo>
                  <a:lnTo>
                    <a:pt x="377" y="101"/>
                  </a:lnTo>
                  <a:lnTo>
                    <a:pt x="377" y="92"/>
                  </a:lnTo>
                  <a:lnTo>
                    <a:pt x="374" y="76"/>
                  </a:lnTo>
                  <a:lnTo>
                    <a:pt x="366" y="64"/>
                  </a:lnTo>
                  <a:lnTo>
                    <a:pt x="357" y="48"/>
                  </a:lnTo>
                  <a:lnTo>
                    <a:pt x="349" y="40"/>
                  </a:lnTo>
                  <a:lnTo>
                    <a:pt x="342" y="30"/>
                  </a:lnTo>
                  <a:lnTo>
                    <a:pt x="341" y="22"/>
                  </a:lnTo>
                  <a:lnTo>
                    <a:pt x="330" y="14"/>
                  </a:lnTo>
                  <a:lnTo>
                    <a:pt x="318" y="10"/>
                  </a:lnTo>
                  <a:lnTo>
                    <a:pt x="312" y="7"/>
                  </a:lnTo>
                  <a:lnTo>
                    <a:pt x="305" y="2"/>
                  </a:lnTo>
                  <a:lnTo>
                    <a:pt x="291" y="2"/>
                  </a:lnTo>
                  <a:lnTo>
                    <a:pt x="286" y="0"/>
                  </a:lnTo>
                  <a:lnTo>
                    <a:pt x="280" y="0"/>
                  </a:lnTo>
                  <a:lnTo>
                    <a:pt x="268" y="5"/>
                  </a:lnTo>
                  <a:lnTo>
                    <a:pt x="255" y="5"/>
                  </a:lnTo>
                  <a:lnTo>
                    <a:pt x="231" y="14"/>
                  </a:lnTo>
                  <a:lnTo>
                    <a:pt x="222" y="21"/>
                  </a:lnTo>
                  <a:lnTo>
                    <a:pt x="217" y="27"/>
                  </a:lnTo>
                  <a:lnTo>
                    <a:pt x="212" y="38"/>
                  </a:lnTo>
                  <a:lnTo>
                    <a:pt x="202" y="46"/>
                  </a:lnTo>
                  <a:lnTo>
                    <a:pt x="197" y="57"/>
                  </a:lnTo>
                  <a:lnTo>
                    <a:pt x="189" y="67"/>
                  </a:lnTo>
                  <a:lnTo>
                    <a:pt x="182" y="75"/>
                  </a:lnTo>
                  <a:lnTo>
                    <a:pt x="177" y="84"/>
                  </a:lnTo>
                  <a:lnTo>
                    <a:pt x="179" y="96"/>
                  </a:lnTo>
                  <a:lnTo>
                    <a:pt x="173" y="104"/>
                  </a:lnTo>
                  <a:lnTo>
                    <a:pt x="171" y="118"/>
                  </a:lnTo>
                  <a:lnTo>
                    <a:pt x="164" y="125"/>
                  </a:lnTo>
                  <a:lnTo>
                    <a:pt x="160" y="137"/>
                  </a:lnTo>
                  <a:lnTo>
                    <a:pt x="162" y="146"/>
                  </a:lnTo>
                  <a:lnTo>
                    <a:pt x="166" y="154"/>
                  </a:lnTo>
                  <a:lnTo>
                    <a:pt x="167" y="166"/>
                  </a:lnTo>
                  <a:lnTo>
                    <a:pt x="172" y="171"/>
                  </a:lnTo>
                  <a:lnTo>
                    <a:pt x="174" y="177"/>
                  </a:lnTo>
                  <a:lnTo>
                    <a:pt x="180" y="177"/>
                  </a:lnTo>
                  <a:lnTo>
                    <a:pt x="165" y="186"/>
                  </a:lnTo>
                  <a:lnTo>
                    <a:pt x="135" y="197"/>
                  </a:lnTo>
                  <a:lnTo>
                    <a:pt x="132" y="201"/>
                  </a:lnTo>
                  <a:lnTo>
                    <a:pt x="130" y="206"/>
                  </a:lnTo>
                  <a:lnTo>
                    <a:pt x="128" y="221"/>
                  </a:lnTo>
                  <a:lnTo>
                    <a:pt x="86" y="221"/>
                  </a:lnTo>
                  <a:lnTo>
                    <a:pt x="77" y="222"/>
                  </a:lnTo>
                  <a:lnTo>
                    <a:pt x="69" y="224"/>
                  </a:lnTo>
                  <a:lnTo>
                    <a:pt x="64" y="228"/>
                  </a:lnTo>
                  <a:lnTo>
                    <a:pt x="59" y="235"/>
                  </a:lnTo>
                  <a:lnTo>
                    <a:pt x="56" y="245"/>
                  </a:lnTo>
                  <a:lnTo>
                    <a:pt x="56" y="251"/>
                  </a:lnTo>
                  <a:lnTo>
                    <a:pt x="56" y="410"/>
                  </a:lnTo>
                  <a:lnTo>
                    <a:pt x="16" y="409"/>
                  </a:lnTo>
                  <a:lnTo>
                    <a:pt x="9" y="415"/>
                  </a:lnTo>
                </a:path>
              </a:pathLst>
            </a:custGeom>
            <a:solidFill>
              <a:schemeClr val="accent1"/>
            </a:solidFill>
            <a:ln w="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3" name="Freeform 144"/>
            <p:cNvSpPr>
              <a:spLocks/>
            </p:cNvSpPr>
            <p:nvPr/>
          </p:nvSpPr>
          <p:spPr bwMode="auto">
            <a:xfrm>
              <a:off x="681" y="2215"/>
              <a:ext cx="20" cy="42"/>
            </a:xfrm>
            <a:custGeom>
              <a:avLst/>
              <a:gdLst>
                <a:gd name="T0" fmla="*/ 0 w 59"/>
                <a:gd name="T1" fmla="*/ 0 h 125"/>
                <a:gd name="T2" fmla="*/ 0 w 59"/>
                <a:gd name="T3" fmla="*/ 0 h 125"/>
                <a:gd name="T4" fmla="*/ 0 w 59"/>
                <a:gd name="T5" fmla="*/ 0 h 125"/>
                <a:gd name="T6" fmla="*/ 0 w 59"/>
                <a:gd name="T7" fmla="*/ 0 h 125"/>
                <a:gd name="T8" fmla="*/ 0 w 59"/>
                <a:gd name="T9" fmla="*/ 0 h 125"/>
                <a:gd name="T10" fmla="*/ 0 w 59"/>
                <a:gd name="T11" fmla="*/ 0 h 125"/>
                <a:gd name="T12" fmla="*/ 0 w 59"/>
                <a:gd name="T13" fmla="*/ 0 h 125"/>
                <a:gd name="T14" fmla="*/ 0 w 59"/>
                <a:gd name="T15" fmla="*/ 0 h 125"/>
                <a:gd name="T16" fmla="*/ 0 w 59"/>
                <a:gd name="T17" fmla="*/ 0 h 125"/>
                <a:gd name="T18" fmla="*/ 0 w 59"/>
                <a:gd name="T19" fmla="*/ 0 h 125"/>
                <a:gd name="T20" fmla="*/ 0 w 59"/>
                <a:gd name="T21" fmla="*/ 0 h 125"/>
                <a:gd name="T22" fmla="*/ 0 w 59"/>
                <a:gd name="T23" fmla="*/ 0 h 125"/>
                <a:gd name="T24" fmla="*/ 0 w 59"/>
                <a:gd name="T25" fmla="*/ 0 h 12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9"/>
                <a:gd name="T40" fmla="*/ 0 h 125"/>
                <a:gd name="T41" fmla="*/ 59 w 59"/>
                <a:gd name="T42" fmla="*/ 125 h 125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9" h="125">
                  <a:moveTo>
                    <a:pt x="0" y="4"/>
                  </a:moveTo>
                  <a:lnTo>
                    <a:pt x="8" y="47"/>
                  </a:lnTo>
                  <a:lnTo>
                    <a:pt x="17" y="80"/>
                  </a:lnTo>
                  <a:lnTo>
                    <a:pt x="29" y="125"/>
                  </a:lnTo>
                  <a:lnTo>
                    <a:pt x="59" y="121"/>
                  </a:lnTo>
                  <a:lnTo>
                    <a:pt x="55" y="74"/>
                  </a:lnTo>
                  <a:lnTo>
                    <a:pt x="53" y="50"/>
                  </a:lnTo>
                  <a:lnTo>
                    <a:pt x="51" y="20"/>
                  </a:lnTo>
                  <a:lnTo>
                    <a:pt x="51" y="0"/>
                  </a:lnTo>
                  <a:lnTo>
                    <a:pt x="42" y="4"/>
                  </a:lnTo>
                  <a:lnTo>
                    <a:pt x="27" y="7"/>
                  </a:lnTo>
                  <a:lnTo>
                    <a:pt x="19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4" name="Freeform 145"/>
            <p:cNvSpPr>
              <a:spLocks/>
            </p:cNvSpPr>
            <p:nvPr/>
          </p:nvSpPr>
          <p:spPr bwMode="auto">
            <a:xfrm>
              <a:off x="681" y="2215"/>
              <a:ext cx="20" cy="42"/>
            </a:xfrm>
            <a:custGeom>
              <a:avLst/>
              <a:gdLst>
                <a:gd name="T0" fmla="*/ 0 w 59"/>
                <a:gd name="T1" fmla="*/ 0 h 125"/>
                <a:gd name="T2" fmla="*/ 0 w 59"/>
                <a:gd name="T3" fmla="*/ 0 h 125"/>
                <a:gd name="T4" fmla="*/ 0 w 59"/>
                <a:gd name="T5" fmla="*/ 0 h 125"/>
                <a:gd name="T6" fmla="*/ 0 w 59"/>
                <a:gd name="T7" fmla="*/ 0 h 125"/>
                <a:gd name="T8" fmla="*/ 0 w 59"/>
                <a:gd name="T9" fmla="*/ 0 h 125"/>
                <a:gd name="T10" fmla="*/ 0 w 59"/>
                <a:gd name="T11" fmla="*/ 0 h 125"/>
                <a:gd name="T12" fmla="*/ 0 w 59"/>
                <a:gd name="T13" fmla="*/ 0 h 125"/>
                <a:gd name="T14" fmla="*/ 0 w 59"/>
                <a:gd name="T15" fmla="*/ 0 h 125"/>
                <a:gd name="T16" fmla="*/ 0 w 59"/>
                <a:gd name="T17" fmla="*/ 0 h 125"/>
                <a:gd name="T18" fmla="*/ 0 w 59"/>
                <a:gd name="T19" fmla="*/ 0 h 125"/>
                <a:gd name="T20" fmla="*/ 0 w 59"/>
                <a:gd name="T21" fmla="*/ 0 h 125"/>
                <a:gd name="T22" fmla="*/ 0 w 59"/>
                <a:gd name="T23" fmla="*/ 0 h 125"/>
                <a:gd name="T24" fmla="*/ 0 w 59"/>
                <a:gd name="T25" fmla="*/ 0 h 12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9"/>
                <a:gd name="T40" fmla="*/ 0 h 125"/>
                <a:gd name="T41" fmla="*/ 59 w 59"/>
                <a:gd name="T42" fmla="*/ 125 h 125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9" h="125">
                  <a:moveTo>
                    <a:pt x="0" y="4"/>
                  </a:moveTo>
                  <a:lnTo>
                    <a:pt x="8" y="47"/>
                  </a:lnTo>
                  <a:lnTo>
                    <a:pt x="17" y="80"/>
                  </a:lnTo>
                  <a:lnTo>
                    <a:pt x="29" y="125"/>
                  </a:lnTo>
                  <a:lnTo>
                    <a:pt x="59" y="121"/>
                  </a:lnTo>
                  <a:lnTo>
                    <a:pt x="55" y="74"/>
                  </a:lnTo>
                  <a:lnTo>
                    <a:pt x="53" y="50"/>
                  </a:lnTo>
                  <a:lnTo>
                    <a:pt x="51" y="20"/>
                  </a:lnTo>
                  <a:lnTo>
                    <a:pt x="51" y="0"/>
                  </a:lnTo>
                  <a:lnTo>
                    <a:pt x="42" y="4"/>
                  </a:lnTo>
                  <a:lnTo>
                    <a:pt x="27" y="7"/>
                  </a:lnTo>
                  <a:lnTo>
                    <a:pt x="19" y="7"/>
                  </a:lnTo>
                  <a:lnTo>
                    <a:pt x="0" y="4"/>
                  </a:lnTo>
                </a:path>
              </a:pathLst>
            </a:custGeom>
            <a:solidFill>
              <a:schemeClr val="accent1"/>
            </a:solidFill>
            <a:ln w="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5" name="Freeform 146"/>
            <p:cNvSpPr>
              <a:spLocks/>
            </p:cNvSpPr>
            <p:nvPr/>
          </p:nvSpPr>
          <p:spPr bwMode="auto">
            <a:xfrm>
              <a:off x="720" y="2249"/>
              <a:ext cx="9" cy="12"/>
            </a:xfrm>
            <a:custGeom>
              <a:avLst/>
              <a:gdLst>
                <a:gd name="T0" fmla="*/ 0 w 30"/>
                <a:gd name="T1" fmla="*/ 0 h 35"/>
                <a:gd name="T2" fmla="*/ 0 w 30"/>
                <a:gd name="T3" fmla="*/ 0 h 35"/>
                <a:gd name="T4" fmla="*/ 0 w 30"/>
                <a:gd name="T5" fmla="*/ 0 h 35"/>
                <a:gd name="T6" fmla="*/ 0 w 30"/>
                <a:gd name="T7" fmla="*/ 0 h 35"/>
                <a:gd name="T8" fmla="*/ 0 w 30"/>
                <a:gd name="T9" fmla="*/ 0 h 35"/>
                <a:gd name="T10" fmla="*/ 0 w 30"/>
                <a:gd name="T11" fmla="*/ 0 h 35"/>
                <a:gd name="T12" fmla="*/ 0 w 30"/>
                <a:gd name="T13" fmla="*/ 0 h 35"/>
                <a:gd name="T14" fmla="*/ 0 w 30"/>
                <a:gd name="T15" fmla="*/ 0 h 35"/>
                <a:gd name="T16" fmla="*/ 0 w 30"/>
                <a:gd name="T17" fmla="*/ 0 h 3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5"/>
                <a:gd name="T29" fmla="*/ 30 w 30"/>
                <a:gd name="T30" fmla="*/ 35 h 3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5">
                  <a:moveTo>
                    <a:pt x="4" y="0"/>
                  </a:moveTo>
                  <a:lnTo>
                    <a:pt x="0" y="20"/>
                  </a:lnTo>
                  <a:lnTo>
                    <a:pt x="0" y="35"/>
                  </a:lnTo>
                  <a:lnTo>
                    <a:pt x="12" y="35"/>
                  </a:lnTo>
                  <a:lnTo>
                    <a:pt x="21" y="35"/>
                  </a:lnTo>
                  <a:lnTo>
                    <a:pt x="30" y="28"/>
                  </a:lnTo>
                  <a:lnTo>
                    <a:pt x="18" y="12"/>
                  </a:lnTo>
                  <a:lnTo>
                    <a:pt x="12" y="8"/>
                  </a:lnTo>
                  <a:lnTo>
                    <a:pt x="4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6" name="Freeform 147"/>
            <p:cNvSpPr>
              <a:spLocks/>
            </p:cNvSpPr>
            <p:nvPr/>
          </p:nvSpPr>
          <p:spPr bwMode="auto">
            <a:xfrm>
              <a:off x="720" y="2249"/>
              <a:ext cx="9" cy="12"/>
            </a:xfrm>
            <a:custGeom>
              <a:avLst/>
              <a:gdLst>
                <a:gd name="T0" fmla="*/ 0 w 30"/>
                <a:gd name="T1" fmla="*/ 0 h 35"/>
                <a:gd name="T2" fmla="*/ 0 w 30"/>
                <a:gd name="T3" fmla="*/ 0 h 35"/>
                <a:gd name="T4" fmla="*/ 0 w 30"/>
                <a:gd name="T5" fmla="*/ 0 h 35"/>
                <a:gd name="T6" fmla="*/ 0 w 30"/>
                <a:gd name="T7" fmla="*/ 0 h 35"/>
                <a:gd name="T8" fmla="*/ 0 w 30"/>
                <a:gd name="T9" fmla="*/ 0 h 35"/>
                <a:gd name="T10" fmla="*/ 0 w 30"/>
                <a:gd name="T11" fmla="*/ 0 h 35"/>
                <a:gd name="T12" fmla="*/ 0 w 30"/>
                <a:gd name="T13" fmla="*/ 0 h 35"/>
                <a:gd name="T14" fmla="*/ 0 w 30"/>
                <a:gd name="T15" fmla="*/ 0 h 35"/>
                <a:gd name="T16" fmla="*/ 0 w 30"/>
                <a:gd name="T17" fmla="*/ 0 h 3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5"/>
                <a:gd name="T29" fmla="*/ 30 w 30"/>
                <a:gd name="T30" fmla="*/ 35 h 3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5">
                  <a:moveTo>
                    <a:pt x="4" y="0"/>
                  </a:moveTo>
                  <a:lnTo>
                    <a:pt x="0" y="20"/>
                  </a:lnTo>
                  <a:lnTo>
                    <a:pt x="0" y="35"/>
                  </a:lnTo>
                  <a:lnTo>
                    <a:pt x="12" y="35"/>
                  </a:lnTo>
                  <a:lnTo>
                    <a:pt x="21" y="35"/>
                  </a:lnTo>
                  <a:lnTo>
                    <a:pt x="30" y="28"/>
                  </a:lnTo>
                  <a:lnTo>
                    <a:pt x="18" y="12"/>
                  </a:lnTo>
                  <a:lnTo>
                    <a:pt x="12" y="8"/>
                  </a:lnTo>
                  <a:lnTo>
                    <a:pt x="4" y="0"/>
                  </a:lnTo>
                </a:path>
              </a:pathLst>
            </a:custGeom>
            <a:solidFill>
              <a:schemeClr val="accent1"/>
            </a:solidFill>
            <a:ln w="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7" name="Freeform 148"/>
            <p:cNvSpPr>
              <a:spLocks/>
            </p:cNvSpPr>
            <p:nvPr/>
          </p:nvSpPr>
          <p:spPr bwMode="auto">
            <a:xfrm>
              <a:off x="759" y="2130"/>
              <a:ext cx="145" cy="159"/>
            </a:xfrm>
            <a:custGeom>
              <a:avLst/>
              <a:gdLst>
                <a:gd name="T0" fmla="*/ 0 w 441"/>
                <a:gd name="T1" fmla="*/ 0 h 478"/>
                <a:gd name="T2" fmla="*/ 0 w 441"/>
                <a:gd name="T3" fmla="*/ 0 h 478"/>
                <a:gd name="T4" fmla="*/ 0 w 441"/>
                <a:gd name="T5" fmla="*/ 0 h 478"/>
                <a:gd name="T6" fmla="*/ 0 w 441"/>
                <a:gd name="T7" fmla="*/ 0 h 478"/>
                <a:gd name="T8" fmla="*/ 0 w 441"/>
                <a:gd name="T9" fmla="*/ 0 h 478"/>
                <a:gd name="T10" fmla="*/ 0 w 441"/>
                <a:gd name="T11" fmla="*/ 0 h 478"/>
                <a:gd name="T12" fmla="*/ 0 w 441"/>
                <a:gd name="T13" fmla="*/ 0 h 478"/>
                <a:gd name="T14" fmla="*/ 0 w 441"/>
                <a:gd name="T15" fmla="*/ 0 h 478"/>
                <a:gd name="T16" fmla="*/ 0 w 441"/>
                <a:gd name="T17" fmla="*/ 0 h 478"/>
                <a:gd name="T18" fmla="*/ 0 w 441"/>
                <a:gd name="T19" fmla="*/ 0 h 478"/>
                <a:gd name="T20" fmla="*/ 0 w 441"/>
                <a:gd name="T21" fmla="*/ 0 h 478"/>
                <a:gd name="T22" fmla="*/ 0 w 441"/>
                <a:gd name="T23" fmla="*/ 0 h 478"/>
                <a:gd name="T24" fmla="*/ 0 w 441"/>
                <a:gd name="T25" fmla="*/ 0 h 478"/>
                <a:gd name="T26" fmla="*/ 0 w 441"/>
                <a:gd name="T27" fmla="*/ 0 h 478"/>
                <a:gd name="T28" fmla="*/ 0 w 441"/>
                <a:gd name="T29" fmla="*/ 0 h 478"/>
                <a:gd name="T30" fmla="*/ 0 w 441"/>
                <a:gd name="T31" fmla="*/ 0 h 478"/>
                <a:gd name="T32" fmla="*/ 0 w 441"/>
                <a:gd name="T33" fmla="*/ 0 h 478"/>
                <a:gd name="T34" fmla="*/ 0 w 441"/>
                <a:gd name="T35" fmla="*/ 0 h 478"/>
                <a:gd name="T36" fmla="*/ 0 w 441"/>
                <a:gd name="T37" fmla="*/ 0 h 478"/>
                <a:gd name="T38" fmla="*/ 0 w 441"/>
                <a:gd name="T39" fmla="*/ 0 h 478"/>
                <a:gd name="T40" fmla="*/ 0 w 441"/>
                <a:gd name="T41" fmla="*/ 0 h 478"/>
                <a:gd name="T42" fmla="*/ 0 w 441"/>
                <a:gd name="T43" fmla="*/ 0 h 478"/>
                <a:gd name="T44" fmla="*/ 0 w 441"/>
                <a:gd name="T45" fmla="*/ 0 h 478"/>
                <a:gd name="T46" fmla="*/ 0 w 441"/>
                <a:gd name="T47" fmla="*/ 0 h 478"/>
                <a:gd name="T48" fmla="*/ 0 w 441"/>
                <a:gd name="T49" fmla="*/ 0 h 478"/>
                <a:gd name="T50" fmla="*/ 0 w 441"/>
                <a:gd name="T51" fmla="*/ 0 h 478"/>
                <a:gd name="T52" fmla="*/ 0 w 441"/>
                <a:gd name="T53" fmla="*/ 0 h 478"/>
                <a:gd name="T54" fmla="*/ 0 w 441"/>
                <a:gd name="T55" fmla="*/ 0 h 478"/>
                <a:gd name="T56" fmla="*/ 0 w 441"/>
                <a:gd name="T57" fmla="*/ 0 h 478"/>
                <a:gd name="T58" fmla="*/ 0 w 441"/>
                <a:gd name="T59" fmla="*/ 0 h 478"/>
                <a:gd name="T60" fmla="*/ 0 w 441"/>
                <a:gd name="T61" fmla="*/ 0 h 478"/>
                <a:gd name="T62" fmla="*/ 0 w 441"/>
                <a:gd name="T63" fmla="*/ 0 h 478"/>
                <a:gd name="T64" fmla="*/ 0 w 441"/>
                <a:gd name="T65" fmla="*/ 0 h 478"/>
                <a:gd name="T66" fmla="*/ 0 w 441"/>
                <a:gd name="T67" fmla="*/ 0 h 478"/>
                <a:gd name="T68" fmla="*/ 0 w 441"/>
                <a:gd name="T69" fmla="*/ 0 h 478"/>
                <a:gd name="T70" fmla="*/ 0 w 441"/>
                <a:gd name="T71" fmla="*/ 0 h 478"/>
                <a:gd name="T72" fmla="*/ 0 w 441"/>
                <a:gd name="T73" fmla="*/ 0 h 478"/>
                <a:gd name="T74" fmla="*/ 0 w 441"/>
                <a:gd name="T75" fmla="*/ 0 h 478"/>
                <a:gd name="T76" fmla="*/ 0 w 441"/>
                <a:gd name="T77" fmla="*/ 0 h 478"/>
                <a:gd name="T78" fmla="*/ 0 w 441"/>
                <a:gd name="T79" fmla="*/ 0 h 478"/>
                <a:gd name="T80" fmla="*/ 0 w 441"/>
                <a:gd name="T81" fmla="*/ 0 h 478"/>
                <a:gd name="T82" fmla="*/ 0 w 441"/>
                <a:gd name="T83" fmla="*/ 0 h 478"/>
                <a:gd name="T84" fmla="*/ 0 w 441"/>
                <a:gd name="T85" fmla="*/ 0 h 478"/>
                <a:gd name="T86" fmla="*/ 0 w 441"/>
                <a:gd name="T87" fmla="*/ 0 h 478"/>
                <a:gd name="T88" fmla="*/ 0 w 441"/>
                <a:gd name="T89" fmla="*/ 0 h 478"/>
                <a:gd name="T90" fmla="*/ 0 w 441"/>
                <a:gd name="T91" fmla="*/ 0 h 478"/>
                <a:gd name="T92" fmla="*/ 0 w 441"/>
                <a:gd name="T93" fmla="*/ 0 h 478"/>
                <a:gd name="T94" fmla="*/ 0 w 441"/>
                <a:gd name="T95" fmla="*/ 0 h 478"/>
                <a:gd name="T96" fmla="*/ 0 w 441"/>
                <a:gd name="T97" fmla="*/ 0 h 478"/>
                <a:gd name="T98" fmla="*/ 0 w 441"/>
                <a:gd name="T99" fmla="*/ 0 h 478"/>
                <a:gd name="T100" fmla="*/ 0 w 441"/>
                <a:gd name="T101" fmla="*/ 0 h 47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41"/>
                <a:gd name="T154" fmla="*/ 0 h 478"/>
                <a:gd name="T155" fmla="*/ 441 w 441"/>
                <a:gd name="T156" fmla="*/ 478 h 478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41" h="478">
                  <a:moveTo>
                    <a:pt x="123" y="136"/>
                  </a:moveTo>
                  <a:lnTo>
                    <a:pt x="93" y="152"/>
                  </a:lnTo>
                  <a:lnTo>
                    <a:pt x="59" y="166"/>
                  </a:lnTo>
                  <a:lnTo>
                    <a:pt x="54" y="178"/>
                  </a:lnTo>
                  <a:lnTo>
                    <a:pt x="46" y="225"/>
                  </a:lnTo>
                  <a:lnTo>
                    <a:pt x="25" y="283"/>
                  </a:lnTo>
                  <a:lnTo>
                    <a:pt x="19" y="292"/>
                  </a:lnTo>
                  <a:lnTo>
                    <a:pt x="14" y="305"/>
                  </a:lnTo>
                  <a:lnTo>
                    <a:pt x="11" y="320"/>
                  </a:lnTo>
                  <a:lnTo>
                    <a:pt x="0" y="364"/>
                  </a:lnTo>
                  <a:lnTo>
                    <a:pt x="0" y="377"/>
                  </a:lnTo>
                  <a:lnTo>
                    <a:pt x="4" y="392"/>
                  </a:lnTo>
                  <a:lnTo>
                    <a:pt x="8" y="407"/>
                  </a:lnTo>
                  <a:lnTo>
                    <a:pt x="15" y="414"/>
                  </a:lnTo>
                  <a:lnTo>
                    <a:pt x="43" y="424"/>
                  </a:lnTo>
                  <a:lnTo>
                    <a:pt x="108" y="436"/>
                  </a:lnTo>
                  <a:lnTo>
                    <a:pt x="90" y="449"/>
                  </a:lnTo>
                  <a:lnTo>
                    <a:pt x="76" y="464"/>
                  </a:lnTo>
                  <a:lnTo>
                    <a:pt x="78" y="468"/>
                  </a:lnTo>
                  <a:lnTo>
                    <a:pt x="85" y="470"/>
                  </a:lnTo>
                  <a:lnTo>
                    <a:pt x="91" y="468"/>
                  </a:lnTo>
                  <a:lnTo>
                    <a:pt x="113" y="455"/>
                  </a:lnTo>
                  <a:lnTo>
                    <a:pt x="121" y="451"/>
                  </a:lnTo>
                  <a:lnTo>
                    <a:pt x="120" y="456"/>
                  </a:lnTo>
                  <a:lnTo>
                    <a:pt x="122" y="464"/>
                  </a:lnTo>
                  <a:lnTo>
                    <a:pt x="130" y="466"/>
                  </a:lnTo>
                  <a:lnTo>
                    <a:pt x="138" y="466"/>
                  </a:lnTo>
                  <a:lnTo>
                    <a:pt x="143" y="475"/>
                  </a:lnTo>
                  <a:lnTo>
                    <a:pt x="155" y="476"/>
                  </a:lnTo>
                  <a:lnTo>
                    <a:pt x="164" y="473"/>
                  </a:lnTo>
                  <a:lnTo>
                    <a:pt x="174" y="476"/>
                  </a:lnTo>
                  <a:lnTo>
                    <a:pt x="187" y="472"/>
                  </a:lnTo>
                  <a:lnTo>
                    <a:pt x="199" y="466"/>
                  </a:lnTo>
                  <a:lnTo>
                    <a:pt x="228" y="466"/>
                  </a:lnTo>
                  <a:lnTo>
                    <a:pt x="249" y="459"/>
                  </a:lnTo>
                  <a:lnTo>
                    <a:pt x="267" y="455"/>
                  </a:lnTo>
                  <a:lnTo>
                    <a:pt x="267" y="447"/>
                  </a:lnTo>
                  <a:lnTo>
                    <a:pt x="263" y="437"/>
                  </a:lnTo>
                  <a:lnTo>
                    <a:pt x="253" y="428"/>
                  </a:lnTo>
                  <a:lnTo>
                    <a:pt x="243" y="421"/>
                  </a:lnTo>
                  <a:lnTo>
                    <a:pt x="237" y="419"/>
                  </a:lnTo>
                  <a:lnTo>
                    <a:pt x="228" y="419"/>
                  </a:lnTo>
                  <a:lnTo>
                    <a:pt x="219" y="419"/>
                  </a:lnTo>
                  <a:lnTo>
                    <a:pt x="243" y="409"/>
                  </a:lnTo>
                  <a:lnTo>
                    <a:pt x="255" y="405"/>
                  </a:lnTo>
                  <a:lnTo>
                    <a:pt x="262" y="407"/>
                  </a:lnTo>
                  <a:lnTo>
                    <a:pt x="270" y="409"/>
                  </a:lnTo>
                  <a:lnTo>
                    <a:pt x="281" y="416"/>
                  </a:lnTo>
                  <a:lnTo>
                    <a:pt x="284" y="420"/>
                  </a:lnTo>
                  <a:lnTo>
                    <a:pt x="293" y="443"/>
                  </a:lnTo>
                  <a:lnTo>
                    <a:pt x="299" y="462"/>
                  </a:lnTo>
                  <a:lnTo>
                    <a:pt x="298" y="471"/>
                  </a:lnTo>
                  <a:lnTo>
                    <a:pt x="292" y="478"/>
                  </a:lnTo>
                  <a:lnTo>
                    <a:pt x="319" y="477"/>
                  </a:lnTo>
                  <a:lnTo>
                    <a:pt x="346" y="475"/>
                  </a:lnTo>
                  <a:lnTo>
                    <a:pt x="391" y="465"/>
                  </a:lnTo>
                  <a:lnTo>
                    <a:pt x="397" y="462"/>
                  </a:lnTo>
                  <a:lnTo>
                    <a:pt x="405" y="455"/>
                  </a:lnTo>
                  <a:lnTo>
                    <a:pt x="413" y="451"/>
                  </a:lnTo>
                  <a:lnTo>
                    <a:pt x="417" y="442"/>
                  </a:lnTo>
                  <a:lnTo>
                    <a:pt x="421" y="424"/>
                  </a:lnTo>
                  <a:lnTo>
                    <a:pt x="441" y="424"/>
                  </a:lnTo>
                  <a:lnTo>
                    <a:pt x="441" y="268"/>
                  </a:lnTo>
                  <a:lnTo>
                    <a:pt x="439" y="259"/>
                  </a:lnTo>
                  <a:lnTo>
                    <a:pt x="435" y="248"/>
                  </a:lnTo>
                  <a:lnTo>
                    <a:pt x="430" y="240"/>
                  </a:lnTo>
                  <a:lnTo>
                    <a:pt x="422" y="235"/>
                  </a:lnTo>
                  <a:lnTo>
                    <a:pt x="415" y="233"/>
                  </a:lnTo>
                  <a:lnTo>
                    <a:pt x="407" y="233"/>
                  </a:lnTo>
                  <a:lnTo>
                    <a:pt x="379" y="233"/>
                  </a:lnTo>
                  <a:lnTo>
                    <a:pt x="370" y="211"/>
                  </a:lnTo>
                  <a:lnTo>
                    <a:pt x="360" y="197"/>
                  </a:lnTo>
                  <a:lnTo>
                    <a:pt x="315" y="171"/>
                  </a:lnTo>
                  <a:lnTo>
                    <a:pt x="289" y="158"/>
                  </a:lnTo>
                  <a:lnTo>
                    <a:pt x="285" y="152"/>
                  </a:lnTo>
                  <a:lnTo>
                    <a:pt x="275" y="143"/>
                  </a:lnTo>
                  <a:lnTo>
                    <a:pt x="271" y="138"/>
                  </a:lnTo>
                  <a:lnTo>
                    <a:pt x="278" y="131"/>
                  </a:lnTo>
                  <a:lnTo>
                    <a:pt x="282" y="113"/>
                  </a:lnTo>
                  <a:lnTo>
                    <a:pt x="283" y="100"/>
                  </a:lnTo>
                  <a:lnTo>
                    <a:pt x="282" y="81"/>
                  </a:lnTo>
                  <a:lnTo>
                    <a:pt x="282" y="55"/>
                  </a:lnTo>
                  <a:lnTo>
                    <a:pt x="278" y="39"/>
                  </a:lnTo>
                  <a:lnTo>
                    <a:pt x="273" y="32"/>
                  </a:lnTo>
                  <a:lnTo>
                    <a:pt x="262" y="22"/>
                  </a:lnTo>
                  <a:lnTo>
                    <a:pt x="255" y="11"/>
                  </a:lnTo>
                  <a:lnTo>
                    <a:pt x="245" y="5"/>
                  </a:lnTo>
                  <a:lnTo>
                    <a:pt x="223" y="0"/>
                  </a:lnTo>
                  <a:lnTo>
                    <a:pt x="204" y="4"/>
                  </a:lnTo>
                  <a:lnTo>
                    <a:pt x="195" y="4"/>
                  </a:lnTo>
                  <a:lnTo>
                    <a:pt x="177" y="11"/>
                  </a:lnTo>
                  <a:lnTo>
                    <a:pt x="151" y="27"/>
                  </a:lnTo>
                  <a:lnTo>
                    <a:pt x="126" y="55"/>
                  </a:lnTo>
                  <a:lnTo>
                    <a:pt x="123" y="62"/>
                  </a:lnTo>
                  <a:lnTo>
                    <a:pt x="120" y="69"/>
                  </a:lnTo>
                  <a:lnTo>
                    <a:pt x="120" y="81"/>
                  </a:lnTo>
                  <a:lnTo>
                    <a:pt x="130" y="89"/>
                  </a:lnTo>
                  <a:lnTo>
                    <a:pt x="126" y="114"/>
                  </a:lnTo>
                  <a:lnTo>
                    <a:pt x="130" y="119"/>
                  </a:lnTo>
                  <a:lnTo>
                    <a:pt x="131" y="125"/>
                  </a:lnTo>
                  <a:lnTo>
                    <a:pt x="131" y="132"/>
                  </a:lnTo>
                  <a:lnTo>
                    <a:pt x="123" y="136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8" name="Freeform 149"/>
            <p:cNvSpPr>
              <a:spLocks/>
            </p:cNvSpPr>
            <p:nvPr/>
          </p:nvSpPr>
          <p:spPr bwMode="auto">
            <a:xfrm>
              <a:off x="759" y="2130"/>
              <a:ext cx="145" cy="159"/>
            </a:xfrm>
            <a:custGeom>
              <a:avLst/>
              <a:gdLst>
                <a:gd name="T0" fmla="*/ 0 w 441"/>
                <a:gd name="T1" fmla="*/ 0 h 478"/>
                <a:gd name="T2" fmla="*/ 0 w 441"/>
                <a:gd name="T3" fmla="*/ 0 h 478"/>
                <a:gd name="T4" fmla="*/ 0 w 441"/>
                <a:gd name="T5" fmla="*/ 0 h 478"/>
                <a:gd name="T6" fmla="*/ 0 w 441"/>
                <a:gd name="T7" fmla="*/ 0 h 478"/>
                <a:gd name="T8" fmla="*/ 0 w 441"/>
                <a:gd name="T9" fmla="*/ 0 h 478"/>
                <a:gd name="T10" fmla="*/ 0 w 441"/>
                <a:gd name="T11" fmla="*/ 0 h 478"/>
                <a:gd name="T12" fmla="*/ 0 w 441"/>
                <a:gd name="T13" fmla="*/ 0 h 478"/>
                <a:gd name="T14" fmla="*/ 0 w 441"/>
                <a:gd name="T15" fmla="*/ 0 h 478"/>
                <a:gd name="T16" fmla="*/ 0 w 441"/>
                <a:gd name="T17" fmla="*/ 0 h 478"/>
                <a:gd name="T18" fmla="*/ 0 w 441"/>
                <a:gd name="T19" fmla="*/ 0 h 478"/>
                <a:gd name="T20" fmla="*/ 0 w 441"/>
                <a:gd name="T21" fmla="*/ 0 h 478"/>
                <a:gd name="T22" fmla="*/ 0 w 441"/>
                <a:gd name="T23" fmla="*/ 0 h 478"/>
                <a:gd name="T24" fmla="*/ 0 w 441"/>
                <a:gd name="T25" fmla="*/ 0 h 478"/>
                <a:gd name="T26" fmla="*/ 0 w 441"/>
                <a:gd name="T27" fmla="*/ 0 h 478"/>
                <a:gd name="T28" fmla="*/ 0 w 441"/>
                <a:gd name="T29" fmla="*/ 0 h 478"/>
                <a:gd name="T30" fmla="*/ 0 w 441"/>
                <a:gd name="T31" fmla="*/ 0 h 478"/>
                <a:gd name="T32" fmla="*/ 0 w 441"/>
                <a:gd name="T33" fmla="*/ 0 h 478"/>
                <a:gd name="T34" fmla="*/ 0 w 441"/>
                <a:gd name="T35" fmla="*/ 0 h 478"/>
                <a:gd name="T36" fmla="*/ 0 w 441"/>
                <a:gd name="T37" fmla="*/ 0 h 478"/>
                <a:gd name="T38" fmla="*/ 0 w 441"/>
                <a:gd name="T39" fmla="*/ 0 h 478"/>
                <a:gd name="T40" fmla="*/ 0 w 441"/>
                <a:gd name="T41" fmla="*/ 0 h 478"/>
                <a:gd name="T42" fmla="*/ 0 w 441"/>
                <a:gd name="T43" fmla="*/ 0 h 478"/>
                <a:gd name="T44" fmla="*/ 0 w 441"/>
                <a:gd name="T45" fmla="*/ 0 h 478"/>
                <a:gd name="T46" fmla="*/ 0 w 441"/>
                <a:gd name="T47" fmla="*/ 0 h 478"/>
                <a:gd name="T48" fmla="*/ 0 w 441"/>
                <a:gd name="T49" fmla="*/ 0 h 478"/>
                <a:gd name="T50" fmla="*/ 0 w 441"/>
                <a:gd name="T51" fmla="*/ 0 h 478"/>
                <a:gd name="T52" fmla="*/ 0 w 441"/>
                <a:gd name="T53" fmla="*/ 0 h 478"/>
                <a:gd name="T54" fmla="*/ 0 w 441"/>
                <a:gd name="T55" fmla="*/ 0 h 478"/>
                <a:gd name="T56" fmla="*/ 0 w 441"/>
                <a:gd name="T57" fmla="*/ 0 h 478"/>
                <a:gd name="T58" fmla="*/ 0 w 441"/>
                <a:gd name="T59" fmla="*/ 0 h 478"/>
                <a:gd name="T60" fmla="*/ 0 w 441"/>
                <a:gd name="T61" fmla="*/ 0 h 478"/>
                <a:gd name="T62" fmla="*/ 0 w 441"/>
                <a:gd name="T63" fmla="*/ 0 h 478"/>
                <a:gd name="T64" fmla="*/ 0 w 441"/>
                <a:gd name="T65" fmla="*/ 0 h 478"/>
                <a:gd name="T66" fmla="*/ 0 w 441"/>
                <a:gd name="T67" fmla="*/ 0 h 478"/>
                <a:gd name="T68" fmla="*/ 0 w 441"/>
                <a:gd name="T69" fmla="*/ 0 h 478"/>
                <a:gd name="T70" fmla="*/ 0 w 441"/>
                <a:gd name="T71" fmla="*/ 0 h 478"/>
                <a:gd name="T72" fmla="*/ 0 w 441"/>
                <a:gd name="T73" fmla="*/ 0 h 478"/>
                <a:gd name="T74" fmla="*/ 0 w 441"/>
                <a:gd name="T75" fmla="*/ 0 h 478"/>
                <a:gd name="T76" fmla="*/ 0 w 441"/>
                <a:gd name="T77" fmla="*/ 0 h 478"/>
                <a:gd name="T78" fmla="*/ 0 w 441"/>
                <a:gd name="T79" fmla="*/ 0 h 478"/>
                <a:gd name="T80" fmla="*/ 0 w 441"/>
                <a:gd name="T81" fmla="*/ 0 h 478"/>
                <a:gd name="T82" fmla="*/ 0 w 441"/>
                <a:gd name="T83" fmla="*/ 0 h 478"/>
                <a:gd name="T84" fmla="*/ 0 w 441"/>
                <a:gd name="T85" fmla="*/ 0 h 478"/>
                <a:gd name="T86" fmla="*/ 0 w 441"/>
                <a:gd name="T87" fmla="*/ 0 h 478"/>
                <a:gd name="T88" fmla="*/ 0 w 441"/>
                <a:gd name="T89" fmla="*/ 0 h 478"/>
                <a:gd name="T90" fmla="*/ 0 w 441"/>
                <a:gd name="T91" fmla="*/ 0 h 478"/>
                <a:gd name="T92" fmla="*/ 0 w 441"/>
                <a:gd name="T93" fmla="*/ 0 h 478"/>
                <a:gd name="T94" fmla="*/ 0 w 441"/>
                <a:gd name="T95" fmla="*/ 0 h 478"/>
                <a:gd name="T96" fmla="*/ 0 w 441"/>
                <a:gd name="T97" fmla="*/ 0 h 478"/>
                <a:gd name="T98" fmla="*/ 0 w 441"/>
                <a:gd name="T99" fmla="*/ 0 h 478"/>
                <a:gd name="T100" fmla="*/ 0 w 441"/>
                <a:gd name="T101" fmla="*/ 0 h 47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41"/>
                <a:gd name="T154" fmla="*/ 0 h 478"/>
                <a:gd name="T155" fmla="*/ 441 w 441"/>
                <a:gd name="T156" fmla="*/ 478 h 478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41" h="478">
                  <a:moveTo>
                    <a:pt x="123" y="136"/>
                  </a:moveTo>
                  <a:lnTo>
                    <a:pt x="93" y="152"/>
                  </a:lnTo>
                  <a:lnTo>
                    <a:pt x="59" y="166"/>
                  </a:lnTo>
                  <a:lnTo>
                    <a:pt x="54" y="178"/>
                  </a:lnTo>
                  <a:lnTo>
                    <a:pt x="46" y="225"/>
                  </a:lnTo>
                  <a:lnTo>
                    <a:pt x="25" y="283"/>
                  </a:lnTo>
                  <a:lnTo>
                    <a:pt x="19" y="292"/>
                  </a:lnTo>
                  <a:lnTo>
                    <a:pt x="14" y="305"/>
                  </a:lnTo>
                  <a:lnTo>
                    <a:pt x="11" y="320"/>
                  </a:lnTo>
                  <a:lnTo>
                    <a:pt x="0" y="364"/>
                  </a:lnTo>
                  <a:lnTo>
                    <a:pt x="0" y="377"/>
                  </a:lnTo>
                  <a:lnTo>
                    <a:pt x="4" y="392"/>
                  </a:lnTo>
                  <a:lnTo>
                    <a:pt x="8" y="407"/>
                  </a:lnTo>
                  <a:lnTo>
                    <a:pt x="15" y="414"/>
                  </a:lnTo>
                  <a:lnTo>
                    <a:pt x="43" y="424"/>
                  </a:lnTo>
                  <a:lnTo>
                    <a:pt x="108" y="436"/>
                  </a:lnTo>
                  <a:lnTo>
                    <a:pt x="90" y="449"/>
                  </a:lnTo>
                  <a:lnTo>
                    <a:pt x="76" y="464"/>
                  </a:lnTo>
                  <a:lnTo>
                    <a:pt x="78" y="468"/>
                  </a:lnTo>
                  <a:lnTo>
                    <a:pt x="85" y="470"/>
                  </a:lnTo>
                  <a:lnTo>
                    <a:pt x="91" y="468"/>
                  </a:lnTo>
                  <a:lnTo>
                    <a:pt x="113" y="455"/>
                  </a:lnTo>
                  <a:lnTo>
                    <a:pt x="121" y="451"/>
                  </a:lnTo>
                  <a:lnTo>
                    <a:pt x="120" y="456"/>
                  </a:lnTo>
                  <a:lnTo>
                    <a:pt x="122" y="464"/>
                  </a:lnTo>
                  <a:lnTo>
                    <a:pt x="130" y="466"/>
                  </a:lnTo>
                  <a:lnTo>
                    <a:pt x="138" y="466"/>
                  </a:lnTo>
                  <a:lnTo>
                    <a:pt x="143" y="475"/>
                  </a:lnTo>
                  <a:lnTo>
                    <a:pt x="155" y="476"/>
                  </a:lnTo>
                  <a:lnTo>
                    <a:pt x="164" y="473"/>
                  </a:lnTo>
                  <a:lnTo>
                    <a:pt x="174" y="476"/>
                  </a:lnTo>
                  <a:lnTo>
                    <a:pt x="187" y="472"/>
                  </a:lnTo>
                  <a:lnTo>
                    <a:pt x="199" y="466"/>
                  </a:lnTo>
                  <a:lnTo>
                    <a:pt x="228" y="466"/>
                  </a:lnTo>
                  <a:lnTo>
                    <a:pt x="249" y="459"/>
                  </a:lnTo>
                  <a:lnTo>
                    <a:pt x="267" y="455"/>
                  </a:lnTo>
                  <a:lnTo>
                    <a:pt x="267" y="447"/>
                  </a:lnTo>
                  <a:lnTo>
                    <a:pt x="263" y="437"/>
                  </a:lnTo>
                  <a:lnTo>
                    <a:pt x="253" y="428"/>
                  </a:lnTo>
                  <a:lnTo>
                    <a:pt x="243" y="421"/>
                  </a:lnTo>
                  <a:lnTo>
                    <a:pt x="237" y="419"/>
                  </a:lnTo>
                  <a:lnTo>
                    <a:pt x="228" y="419"/>
                  </a:lnTo>
                  <a:lnTo>
                    <a:pt x="219" y="419"/>
                  </a:lnTo>
                  <a:lnTo>
                    <a:pt x="243" y="409"/>
                  </a:lnTo>
                  <a:lnTo>
                    <a:pt x="255" y="405"/>
                  </a:lnTo>
                  <a:lnTo>
                    <a:pt x="262" y="407"/>
                  </a:lnTo>
                  <a:lnTo>
                    <a:pt x="270" y="409"/>
                  </a:lnTo>
                  <a:lnTo>
                    <a:pt x="281" y="416"/>
                  </a:lnTo>
                  <a:lnTo>
                    <a:pt x="284" y="420"/>
                  </a:lnTo>
                  <a:lnTo>
                    <a:pt x="293" y="443"/>
                  </a:lnTo>
                  <a:lnTo>
                    <a:pt x="299" y="462"/>
                  </a:lnTo>
                  <a:lnTo>
                    <a:pt x="298" y="471"/>
                  </a:lnTo>
                  <a:lnTo>
                    <a:pt x="292" y="478"/>
                  </a:lnTo>
                  <a:lnTo>
                    <a:pt x="319" y="477"/>
                  </a:lnTo>
                  <a:lnTo>
                    <a:pt x="346" y="475"/>
                  </a:lnTo>
                  <a:lnTo>
                    <a:pt x="391" y="465"/>
                  </a:lnTo>
                  <a:lnTo>
                    <a:pt x="397" y="462"/>
                  </a:lnTo>
                  <a:lnTo>
                    <a:pt x="405" y="455"/>
                  </a:lnTo>
                  <a:lnTo>
                    <a:pt x="413" y="451"/>
                  </a:lnTo>
                  <a:lnTo>
                    <a:pt x="417" y="442"/>
                  </a:lnTo>
                  <a:lnTo>
                    <a:pt x="421" y="424"/>
                  </a:lnTo>
                  <a:lnTo>
                    <a:pt x="441" y="424"/>
                  </a:lnTo>
                  <a:lnTo>
                    <a:pt x="441" y="268"/>
                  </a:lnTo>
                  <a:lnTo>
                    <a:pt x="439" y="259"/>
                  </a:lnTo>
                  <a:lnTo>
                    <a:pt x="435" y="248"/>
                  </a:lnTo>
                  <a:lnTo>
                    <a:pt x="430" y="240"/>
                  </a:lnTo>
                  <a:lnTo>
                    <a:pt x="422" y="235"/>
                  </a:lnTo>
                  <a:lnTo>
                    <a:pt x="415" y="233"/>
                  </a:lnTo>
                  <a:lnTo>
                    <a:pt x="407" y="233"/>
                  </a:lnTo>
                  <a:lnTo>
                    <a:pt x="379" y="233"/>
                  </a:lnTo>
                  <a:lnTo>
                    <a:pt x="370" y="211"/>
                  </a:lnTo>
                  <a:lnTo>
                    <a:pt x="360" y="197"/>
                  </a:lnTo>
                  <a:lnTo>
                    <a:pt x="315" y="171"/>
                  </a:lnTo>
                  <a:lnTo>
                    <a:pt x="289" y="158"/>
                  </a:lnTo>
                  <a:lnTo>
                    <a:pt x="285" y="152"/>
                  </a:lnTo>
                  <a:lnTo>
                    <a:pt x="275" y="143"/>
                  </a:lnTo>
                  <a:lnTo>
                    <a:pt x="271" y="138"/>
                  </a:lnTo>
                  <a:lnTo>
                    <a:pt x="278" y="131"/>
                  </a:lnTo>
                  <a:lnTo>
                    <a:pt x="282" y="113"/>
                  </a:lnTo>
                  <a:lnTo>
                    <a:pt x="283" y="100"/>
                  </a:lnTo>
                  <a:lnTo>
                    <a:pt x="282" y="81"/>
                  </a:lnTo>
                  <a:lnTo>
                    <a:pt x="282" y="55"/>
                  </a:lnTo>
                  <a:lnTo>
                    <a:pt x="278" y="39"/>
                  </a:lnTo>
                  <a:lnTo>
                    <a:pt x="273" y="32"/>
                  </a:lnTo>
                  <a:lnTo>
                    <a:pt x="262" y="22"/>
                  </a:lnTo>
                  <a:lnTo>
                    <a:pt x="255" y="11"/>
                  </a:lnTo>
                  <a:lnTo>
                    <a:pt x="245" y="5"/>
                  </a:lnTo>
                  <a:lnTo>
                    <a:pt x="223" y="0"/>
                  </a:lnTo>
                  <a:lnTo>
                    <a:pt x="204" y="4"/>
                  </a:lnTo>
                  <a:lnTo>
                    <a:pt x="195" y="4"/>
                  </a:lnTo>
                  <a:lnTo>
                    <a:pt x="177" y="11"/>
                  </a:lnTo>
                  <a:lnTo>
                    <a:pt x="151" y="27"/>
                  </a:lnTo>
                  <a:lnTo>
                    <a:pt x="126" y="55"/>
                  </a:lnTo>
                  <a:lnTo>
                    <a:pt x="123" y="62"/>
                  </a:lnTo>
                  <a:lnTo>
                    <a:pt x="120" y="69"/>
                  </a:lnTo>
                  <a:lnTo>
                    <a:pt x="120" y="81"/>
                  </a:lnTo>
                  <a:lnTo>
                    <a:pt x="130" y="89"/>
                  </a:lnTo>
                  <a:lnTo>
                    <a:pt x="126" y="114"/>
                  </a:lnTo>
                  <a:lnTo>
                    <a:pt x="130" y="119"/>
                  </a:lnTo>
                  <a:lnTo>
                    <a:pt x="131" y="125"/>
                  </a:lnTo>
                  <a:lnTo>
                    <a:pt x="131" y="132"/>
                  </a:lnTo>
                  <a:lnTo>
                    <a:pt x="123" y="136"/>
                  </a:lnTo>
                </a:path>
              </a:pathLst>
            </a:custGeom>
            <a:solidFill>
              <a:schemeClr val="accent1"/>
            </a:solidFill>
            <a:ln w="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9" name="Freeform 150"/>
            <p:cNvSpPr>
              <a:spLocks/>
            </p:cNvSpPr>
            <p:nvPr/>
          </p:nvSpPr>
          <p:spPr bwMode="auto">
            <a:xfrm>
              <a:off x="785" y="2239"/>
              <a:ext cx="6" cy="13"/>
            </a:xfrm>
            <a:custGeom>
              <a:avLst/>
              <a:gdLst>
                <a:gd name="T0" fmla="*/ 0 w 14"/>
                <a:gd name="T1" fmla="*/ 0 h 35"/>
                <a:gd name="T2" fmla="*/ 0 w 14"/>
                <a:gd name="T3" fmla="*/ 0 h 35"/>
                <a:gd name="T4" fmla="*/ 0 w 14"/>
                <a:gd name="T5" fmla="*/ 0 h 35"/>
                <a:gd name="T6" fmla="*/ 0 w 14"/>
                <a:gd name="T7" fmla="*/ 0 h 35"/>
                <a:gd name="T8" fmla="*/ 0 w 14"/>
                <a:gd name="T9" fmla="*/ 0 h 35"/>
                <a:gd name="T10" fmla="*/ 0 w 14"/>
                <a:gd name="T11" fmla="*/ 0 h 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"/>
                <a:gd name="T19" fmla="*/ 0 h 35"/>
                <a:gd name="T20" fmla="*/ 14 w 14"/>
                <a:gd name="T21" fmla="*/ 35 h 3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" h="35">
                  <a:moveTo>
                    <a:pt x="8" y="0"/>
                  </a:moveTo>
                  <a:lnTo>
                    <a:pt x="14" y="35"/>
                  </a:lnTo>
                  <a:lnTo>
                    <a:pt x="5" y="25"/>
                  </a:lnTo>
                  <a:lnTo>
                    <a:pt x="0" y="22"/>
                  </a:lnTo>
                  <a:lnTo>
                    <a:pt x="2" y="15"/>
                  </a:lnTo>
                  <a:lnTo>
                    <a:pt x="8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0" name="Freeform 151"/>
            <p:cNvSpPr>
              <a:spLocks/>
            </p:cNvSpPr>
            <p:nvPr/>
          </p:nvSpPr>
          <p:spPr bwMode="auto">
            <a:xfrm>
              <a:off x="785" y="2239"/>
              <a:ext cx="6" cy="13"/>
            </a:xfrm>
            <a:custGeom>
              <a:avLst/>
              <a:gdLst>
                <a:gd name="T0" fmla="*/ 0 w 14"/>
                <a:gd name="T1" fmla="*/ 0 h 35"/>
                <a:gd name="T2" fmla="*/ 0 w 14"/>
                <a:gd name="T3" fmla="*/ 0 h 35"/>
                <a:gd name="T4" fmla="*/ 0 w 14"/>
                <a:gd name="T5" fmla="*/ 0 h 35"/>
                <a:gd name="T6" fmla="*/ 0 w 14"/>
                <a:gd name="T7" fmla="*/ 0 h 35"/>
                <a:gd name="T8" fmla="*/ 0 w 14"/>
                <a:gd name="T9" fmla="*/ 0 h 35"/>
                <a:gd name="T10" fmla="*/ 0 w 14"/>
                <a:gd name="T11" fmla="*/ 0 h 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"/>
                <a:gd name="T19" fmla="*/ 0 h 35"/>
                <a:gd name="T20" fmla="*/ 14 w 14"/>
                <a:gd name="T21" fmla="*/ 35 h 3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" h="35">
                  <a:moveTo>
                    <a:pt x="8" y="0"/>
                  </a:moveTo>
                  <a:lnTo>
                    <a:pt x="14" y="35"/>
                  </a:lnTo>
                  <a:lnTo>
                    <a:pt x="5" y="25"/>
                  </a:lnTo>
                  <a:lnTo>
                    <a:pt x="0" y="22"/>
                  </a:lnTo>
                  <a:lnTo>
                    <a:pt x="2" y="15"/>
                  </a:lnTo>
                  <a:lnTo>
                    <a:pt x="8" y="0"/>
                  </a:lnTo>
                </a:path>
              </a:pathLst>
            </a:custGeom>
            <a:solidFill>
              <a:schemeClr val="accent1"/>
            </a:solidFill>
            <a:ln w="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1" name="Freeform 152"/>
            <p:cNvSpPr>
              <a:spLocks/>
            </p:cNvSpPr>
            <p:nvPr/>
          </p:nvSpPr>
          <p:spPr bwMode="auto">
            <a:xfrm>
              <a:off x="808" y="2200"/>
              <a:ext cx="9" cy="52"/>
            </a:xfrm>
            <a:custGeom>
              <a:avLst/>
              <a:gdLst>
                <a:gd name="T0" fmla="*/ 0 w 25"/>
                <a:gd name="T1" fmla="*/ 0 h 154"/>
                <a:gd name="T2" fmla="*/ 0 w 25"/>
                <a:gd name="T3" fmla="*/ 0 h 154"/>
                <a:gd name="T4" fmla="*/ 0 w 25"/>
                <a:gd name="T5" fmla="*/ 0 h 154"/>
                <a:gd name="T6" fmla="*/ 0 w 25"/>
                <a:gd name="T7" fmla="*/ 0 h 154"/>
                <a:gd name="T8" fmla="*/ 0 w 25"/>
                <a:gd name="T9" fmla="*/ 0 h 154"/>
                <a:gd name="T10" fmla="*/ 0 w 25"/>
                <a:gd name="T11" fmla="*/ 0 h 154"/>
                <a:gd name="T12" fmla="*/ 0 w 25"/>
                <a:gd name="T13" fmla="*/ 0 h 154"/>
                <a:gd name="T14" fmla="*/ 0 w 25"/>
                <a:gd name="T15" fmla="*/ 0 h 154"/>
                <a:gd name="T16" fmla="*/ 0 w 25"/>
                <a:gd name="T17" fmla="*/ 0 h 154"/>
                <a:gd name="T18" fmla="*/ 0 w 25"/>
                <a:gd name="T19" fmla="*/ 0 h 154"/>
                <a:gd name="T20" fmla="*/ 0 w 25"/>
                <a:gd name="T21" fmla="*/ 0 h 154"/>
                <a:gd name="T22" fmla="*/ 0 w 25"/>
                <a:gd name="T23" fmla="*/ 0 h 154"/>
                <a:gd name="T24" fmla="*/ 0 w 25"/>
                <a:gd name="T25" fmla="*/ 0 h 1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5"/>
                <a:gd name="T40" fmla="*/ 0 h 154"/>
                <a:gd name="T41" fmla="*/ 25 w 25"/>
                <a:gd name="T42" fmla="*/ 154 h 15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5" h="154">
                  <a:moveTo>
                    <a:pt x="0" y="0"/>
                  </a:moveTo>
                  <a:lnTo>
                    <a:pt x="5" y="46"/>
                  </a:lnTo>
                  <a:lnTo>
                    <a:pt x="13" y="126"/>
                  </a:lnTo>
                  <a:lnTo>
                    <a:pt x="17" y="154"/>
                  </a:lnTo>
                  <a:lnTo>
                    <a:pt x="14" y="92"/>
                  </a:lnTo>
                  <a:lnTo>
                    <a:pt x="18" y="67"/>
                  </a:lnTo>
                  <a:lnTo>
                    <a:pt x="25" y="53"/>
                  </a:lnTo>
                  <a:lnTo>
                    <a:pt x="17" y="45"/>
                  </a:lnTo>
                  <a:lnTo>
                    <a:pt x="19" y="33"/>
                  </a:lnTo>
                  <a:lnTo>
                    <a:pt x="21" y="25"/>
                  </a:lnTo>
                  <a:lnTo>
                    <a:pt x="14" y="23"/>
                  </a:lnTo>
                  <a:lnTo>
                    <a:pt x="7" y="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2" name="Freeform 153"/>
            <p:cNvSpPr>
              <a:spLocks/>
            </p:cNvSpPr>
            <p:nvPr/>
          </p:nvSpPr>
          <p:spPr bwMode="auto">
            <a:xfrm>
              <a:off x="808" y="2200"/>
              <a:ext cx="9" cy="52"/>
            </a:xfrm>
            <a:custGeom>
              <a:avLst/>
              <a:gdLst>
                <a:gd name="T0" fmla="*/ 0 w 25"/>
                <a:gd name="T1" fmla="*/ 0 h 154"/>
                <a:gd name="T2" fmla="*/ 0 w 25"/>
                <a:gd name="T3" fmla="*/ 0 h 154"/>
                <a:gd name="T4" fmla="*/ 0 w 25"/>
                <a:gd name="T5" fmla="*/ 0 h 154"/>
                <a:gd name="T6" fmla="*/ 0 w 25"/>
                <a:gd name="T7" fmla="*/ 0 h 154"/>
                <a:gd name="T8" fmla="*/ 0 w 25"/>
                <a:gd name="T9" fmla="*/ 0 h 154"/>
                <a:gd name="T10" fmla="*/ 0 w 25"/>
                <a:gd name="T11" fmla="*/ 0 h 154"/>
                <a:gd name="T12" fmla="*/ 0 w 25"/>
                <a:gd name="T13" fmla="*/ 0 h 154"/>
                <a:gd name="T14" fmla="*/ 0 w 25"/>
                <a:gd name="T15" fmla="*/ 0 h 154"/>
                <a:gd name="T16" fmla="*/ 0 w 25"/>
                <a:gd name="T17" fmla="*/ 0 h 154"/>
                <a:gd name="T18" fmla="*/ 0 w 25"/>
                <a:gd name="T19" fmla="*/ 0 h 154"/>
                <a:gd name="T20" fmla="*/ 0 w 25"/>
                <a:gd name="T21" fmla="*/ 0 h 154"/>
                <a:gd name="T22" fmla="*/ 0 w 25"/>
                <a:gd name="T23" fmla="*/ 0 h 154"/>
                <a:gd name="T24" fmla="*/ 0 w 25"/>
                <a:gd name="T25" fmla="*/ 0 h 1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5"/>
                <a:gd name="T40" fmla="*/ 0 h 154"/>
                <a:gd name="T41" fmla="*/ 25 w 25"/>
                <a:gd name="T42" fmla="*/ 154 h 15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5" h="154">
                  <a:moveTo>
                    <a:pt x="0" y="0"/>
                  </a:moveTo>
                  <a:lnTo>
                    <a:pt x="5" y="46"/>
                  </a:lnTo>
                  <a:lnTo>
                    <a:pt x="13" y="126"/>
                  </a:lnTo>
                  <a:lnTo>
                    <a:pt x="17" y="154"/>
                  </a:lnTo>
                  <a:lnTo>
                    <a:pt x="14" y="92"/>
                  </a:lnTo>
                  <a:lnTo>
                    <a:pt x="18" y="67"/>
                  </a:lnTo>
                  <a:lnTo>
                    <a:pt x="25" y="53"/>
                  </a:lnTo>
                  <a:lnTo>
                    <a:pt x="17" y="45"/>
                  </a:lnTo>
                  <a:lnTo>
                    <a:pt x="19" y="33"/>
                  </a:lnTo>
                  <a:lnTo>
                    <a:pt x="21" y="25"/>
                  </a:lnTo>
                  <a:lnTo>
                    <a:pt x="14" y="23"/>
                  </a:lnTo>
                  <a:lnTo>
                    <a:pt x="7" y="16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 w="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3" name="Freeform 154"/>
            <p:cNvSpPr>
              <a:spLocks/>
            </p:cNvSpPr>
            <p:nvPr/>
          </p:nvSpPr>
          <p:spPr bwMode="auto">
            <a:xfrm>
              <a:off x="823" y="2187"/>
              <a:ext cx="20" cy="68"/>
            </a:xfrm>
            <a:custGeom>
              <a:avLst/>
              <a:gdLst>
                <a:gd name="T0" fmla="*/ 0 w 59"/>
                <a:gd name="T1" fmla="*/ 0 h 198"/>
                <a:gd name="T2" fmla="*/ 0 w 59"/>
                <a:gd name="T3" fmla="*/ 0 h 198"/>
                <a:gd name="T4" fmla="*/ 0 w 59"/>
                <a:gd name="T5" fmla="*/ 0 h 198"/>
                <a:gd name="T6" fmla="*/ 0 w 59"/>
                <a:gd name="T7" fmla="*/ 0 h 198"/>
                <a:gd name="T8" fmla="*/ 0 w 59"/>
                <a:gd name="T9" fmla="*/ 0 h 198"/>
                <a:gd name="T10" fmla="*/ 0 w 59"/>
                <a:gd name="T11" fmla="*/ 0 h 198"/>
                <a:gd name="T12" fmla="*/ 0 w 59"/>
                <a:gd name="T13" fmla="*/ 0 h 198"/>
                <a:gd name="T14" fmla="*/ 0 w 59"/>
                <a:gd name="T15" fmla="*/ 0 h 198"/>
                <a:gd name="T16" fmla="*/ 0 w 59"/>
                <a:gd name="T17" fmla="*/ 0 h 198"/>
                <a:gd name="T18" fmla="*/ 0 w 59"/>
                <a:gd name="T19" fmla="*/ 0 h 198"/>
                <a:gd name="T20" fmla="*/ 0 w 59"/>
                <a:gd name="T21" fmla="*/ 0 h 198"/>
                <a:gd name="T22" fmla="*/ 0 w 59"/>
                <a:gd name="T23" fmla="*/ 0 h 198"/>
                <a:gd name="T24" fmla="*/ 0 w 59"/>
                <a:gd name="T25" fmla="*/ 0 h 198"/>
                <a:gd name="T26" fmla="*/ 0 w 59"/>
                <a:gd name="T27" fmla="*/ 0 h 198"/>
                <a:gd name="T28" fmla="*/ 0 w 59"/>
                <a:gd name="T29" fmla="*/ 0 h 198"/>
                <a:gd name="T30" fmla="*/ 0 w 59"/>
                <a:gd name="T31" fmla="*/ 0 h 198"/>
                <a:gd name="T32" fmla="*/ 0 w 59"/>
                <a:gd name="T33" fmla="*/ 0 h 198"/>
                <a:gd name="T34" fmla="*/ 0 w 59"/>
                <a:gd name="T35" fmla="*/ 0 h 19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59"/>
                <a:gd name="T55" fmla="*/ 0 h 198"/>
                <a:gd name="T56" fmla="*/ 59 w 59"/>
                <a:gd name="T57" fmla="*/ 198 h 198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59" h="198">
                  <a:moveTo>
                    <a:pt x="0" y="63"/>
                  </a:moveTo>
                  <a:lnTo>
                    <a:pt x="15" y="56"/>
                  </a:lnTo>
                  <a:lnTo>
                    <a:pt x="26" y="49"/>
                  </a:lnTo>
                  <a:lnTo>
                    <a:pt x="39" y="39"/>
                  </a:lnTo>
                  <a:lnTo>
                    <a:pt x="48" y="23"/>
                  </a:lnTo>
                  <a:lnTo>
                    <a:pt x="59" y="0"/>
                  </a:lnTo>
                  <a:lnTo>
                    <a:pt x="48" y="50"/>
                  </a:lnTo>
                  <a:lnTo>
                    <a:pt x="36" y="101"/>
                  </a:lnTo>
                  <a:lnTo>
                    <a:pt x="31" y="132"/>
                  </a:lnTo>
                  <a:lnTo>
                    <a:pt x="26" y="155"/>
                  </a:lnTo>
                  <a:lnTo>
                    <a:pt x="23" y="198"/>
                  </a:lnTo>
                  <a:lnTo>
                    <a:pt x="15" y="194"/>
                  </a:lnTo>
                  <a:lnTo>
                    <a:pt x="11" y="148"/>
                  </a:lnTo>
                  <a:lnTo>
                    <a:pt x="5" y="103"/>
                  </a:lnTo>
                  <a:lnTo>
                    <a:pt x="1" y="90"/>
                  </a:lnTo>
                  <a:lnTo>
                    <a:pt x="11" y="80"/>
                  </a:lnTo>
                  <a:lnTo>
                    <a:pt x="6" y="72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4" name="Freeform 155"/>
            <p:cNvSpPr>
              <a:spLocks/>
            </p:cNvSpPr>
            <p:nvPr/>
          </p:nvSpPr>
          <p:spPr bwMode="auto">
            <a:xfrm>
              <a:off x="823" y="2187"/>
              <a:ext cx="20" cy="68"/>
            </a:xfrm>
            <a:custGeom>
              <a:avLst/>
              <a:gdLst>
                <a:gd name="T0" fmla="*/ 0 w 59"/>
                <a:gd name="T1" fmla="*/ 0 h 198"/>
                <a:gd name="T2" fmla="*/ 0 w 59"/>
                <a:gd name="T3" fmla="*/ 0 h 198"/>
                <a:gd name="T4" fmla="*/ 0 w 59"/>
                <a:gd name="T5" fmla="*/ 0 h 198"/>
                <a:gd name="T6" fmla="*/ 0 w 59"/>
                <a:gd name="T7" fmla="*/ 0 h 198"/>
                <a:gd name="T8" fmla="*/ 0 w 59"/>
                <a:gd name="T9" fmla="*/ 0 h 198"/>
                <a:gd name="T10" fmla="*/ 0 w 59"/>
                <a:gd name="T11" fmla="*/ 0 h 198"/>
                <a:gd name="T12" fmla="*/ 0 w 59"/>
                <a:gd name="T13" fmla="*/ 0 h 198"/>
                <a:gd name="T14" fmla="*/ 0 w 59"/>
                <a:gd name="T15" fmla="*/ 0 h 198"/>
                <a:gd name="T16" fmla="*/ 0 w 59"/>
                <a:gd name="T17" fmla="*/ 0 h 198"/>
                <a:gd name="T18" fmla="*/ 0 w 59"/>
                <a:gd name="T19" fmla="*/ 0 h 198"/>
                <a:gd name="T20" fmla="*/ 0 w 59"/>
                <a:gd name="T21" fmla="*/ 0 h 198"/>
                <a:gd name="T22" fmla="*/ 0 w 59"/>
                <a:gd name="T23" fmla="*/ 0 h 198"/>
                <a:gd name="T24" fmla="*/ 0 w 59"/>
                <a:gd name="T25" fmla="*/ 0 h 198"/>
                <a:gd name="T26" fmla="*/ 0 w 59"/>
                <a:gd name="T27" fmla="*/ 0 h 198"/>
                <a:gd name="T28" fmla="*/ 0 w 59"/>
                <a:gd name="T29" fmla="*/ 0 h 198"/>
                <a:gd name="T30" fmla="*/ 0 w 59"/>
                <a:gd name="T31" fmla="*/ 0 h 198"/>
                <a:gd name="T32" fmla="*/ 0 w 59"/>
                <a:gd name="T33" fmla="*/ 0 h 198"/>
                <a:gd name="T34" fmla="*/ 0 w 59"/>
                <a:gd name="T35" fmla="*/ 0 h 19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59"/>
                <a:gd name="T55" fmla="*/ 0 h 198"/>
                <a:gd name="T56" fmla="*/ 59 w 59"/>
                <a:gd name="T57" fmla="*/ 198 h 198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59" h="198">
                  <a:moveTo>
                    <a:pt x="0" y="63"/>
                  </a:moveTo>
                  <a:lnTo>
                    <a:pt x="15" y="56"/>
                  </a:lnTo>
                  <a:lnTo>
                    <a:pt x="26" y="49"/>
                  </a:lnTo>
                  <a:lnTo>
                    <a:pt x="39" y="39"/>
                  </a:lnTo>
                  <a:lnTo>
                    <a:pt x="48" y="23"/>
                  </a:lnTo>
                  <a:lnTo>
                    <a:pt x="59" y="0"/>
                  </a:lnTo>
                  <a:lnTo>
                    <a:pt x="48" y="50"/>
                  </a:lnTo>
                  <a:lnTo>
                    <a:pt x="36" y="101"/>
                  </a:lnTo>
                  <a:lnTo>
                    <a:pt x="31" y="132"/>
                  </a:lnTo>
                  <a:lnTo>
                    <a:pt x="26" y="155"/>
                  </a:lnTo>
                  <a:lnTo>
                    <a:pt x="23" y="198"/>
                  </a:lnTo>
                  <a:lnTo>
                    <a:pt x="15" y="194"/>
                  </a:lnTo>
                  <a:lnTo>
                    <a:pt x="11" y="148"/>
                  </a:lnTo>
                  <a:lnTo>
                    <a:pt x="5" y="103"/>
                  </a:lnTo>
                  <a:lnTo>
                    <a:pt x="1" y="90"/>
                  </a:lnTo>
                  <a:lnTo>
                    <a:pt x="11" y="80"/>
                  </a:lnTo>
                  <a:lnTo>
                    <a:pt x="6" y="72"/>
                  </a:lnTo>
                  <a:lnTo>
                    <a:pt x="0" y="63"/>
                  </a:lnTo>
                </a:path>
              </a:pathLst>
            </a:custGeom>
            <a:solidFill>
              <a:schemeClr val="accent1"/>
            </a:solidFill>
            <a:ln w="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5" name="Freeform 156"/>
            <p:cNvSpPr>
              <a:spLocks/>
            </p:cNvSpPr>
            <p:nvPr/>
          </p:nvSpPr>
          <p:spPr bwMode="auto">
            <a:xfrm>
              <a:off x="808" y="2259"/>
              <a:ext cx="18" cy="12"/>
            </a:xfrm>
            <a:custGeom>
              <a:avLst/>
              <a:gdLst>
                <a:gd name="T0" fmla="*/ 0 w 55"/>
                <a:gd name="T1" fmla="*/ 0 h 32"/>
                <a:gd name="T2" fmla="*/ 0 w 55"/>
                <a:gd name="T3" fmla="*/ 0 h 32"/>
                <a:gd name="T4" fmla="*/ 0 w 55"/>
                <a:gd name="T5" fmla="*/ 0 h 32"/>
                <a:gd name="T6" fmla="*/ 0 w 55"/>
                <a:gd name="T7" fmla="*/ 0 h 32"/>
                <a:gd name="T8" fmla="*/ 0 w 55"/>
                <a:gd name="T9" fmla="*/ 0 h 32"/>
                <a:gd name="T10" fmla="*/ 0 w 55"/>
                <a:gd name="T11" fmla="*/ 0 h 32"/>
                <a:gd name="T12" fmla="*/ 0 w 55"/>
                <a:gd name="T13" fmla="*/ 0 h 32"/>
                <a:gd name="T14" fmla="*/ 0 w 55"/>
                <a:gd name="T15" fmla="*/ 0 h 32"/>
                <a:gd name="T16" fmla="*/ 0 w 55"/>
                <a:gd name="T17" fmla="*/ 0 h 32"/>
                <a:gd name="T18" fmla="*/ 0 w 55"/>
                <a:gd name="T19" fmla="*/ 0 h 32"/>
                <a:gd name="T20" fmla="*/ 0 w 55"/>
                <a:gd name="T21" fmla="*/ 0 h 3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5"/>
                <a:gd name="T34" fmla="*/ 0 h 32"/>
                <a:gd name="T35" fmla="*/ 55 w 55"/>
                <a:gd name="T36" fmla="*/ 32 h 3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5" h="32">
                  <a:moveTo>
                    <a:pt x="20" y="0"/>
                  </a:moveTo>
                  <a:lnTo>
                    <a:pt x="12" y="4"/>
                  </a:lnTo>
                  <a:lnTo>
                    <a:pt x="4" y="10"/>
                  </a:lnTo>
                  <a:lnTo>
                    <a:pt x="0" y="20"/>
                  </a:lnTo>
                  <a:lnTo>
                    <a:pt x="1" y="28"/>
                  </a:lnTo>
                  <a:lnTo>
                    <a:pt x="40" y="32"/>
                  </a:lnTo>
                  <a:lnTo>
                    <a:pt x="41" y="22"/>
                  </a:lnTo>
                  <a:lnTo>
                    <a:pt x="45" y="14"/>
                  </a:lnTo>
                  <a:lnTo>
                    <a:pt x="49" y="6"/>
                  </a:lnTo>
                  <a:lnTo>
                    <a:pt x="55" y="0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6" name="Freeform 157"/>
            <p:cNvSpPr>
              <a:spLocks/>
            </p:cNvSpPr>
            <p:nvPr/>
          </p:nvSpPr>
          <p:spPr bwMode="auto">
            <a:xfrm>
              <a:off x="808" y="2259"/>
              <a:ext cx="18" cy="12"/>
            </a:xfrm>
            <a:custGeom>
              <a:avLst/>
              <a:gdLst>
                <a:gd name="T0" fmla="*/ 0 w 55"/>
                <a:gd name="T1" fmla="*/ 0 h 32"/>
                <a:gd name="T2" fmla="*/ 0 w 55"/>
                <a:gd name="T3" fmla="*/ 0 h 32"/>
                <a:gd name="T4" fmla="*/ 0 w 55"/>
                <a:gd name="T5" fmla="*/ 0 h 32"/>
                <a:gd name="T6" fmla="*/ 0 w 55"/>
                <a:gd name="T7" fmla="*/ 0 h 32"/>
                <a:gd name="T8" fmla="*/ 0 w 55"/>
                <a:gd name="T9" fmla="*/ 0 h 32"/>
                <a:gd name="T10" fmla="*/ 0 w 55"/>
                <a:gd name="T11" fmla="*/ 0 h 32"/>
                <a:gd name="T12" fmla="*/ 0 w 55"/>
                <a:gd name="T13" fmla="*/ 0 h 32"/>
                <a:gd name="T14" fmla="*/ 0 w 55"/>
                <a:gd name="T15" fmla="*/ 0 h 32"/>
                <a:gd name="T16" fmla="*/ 0 w 55"/>
                <a:gd name="T17" fmla="*/ 0 h 32"/>
                <a:gd name="T18" fmla="*/ 0 w 55"/>
                <a:gd name="T19" fmla="*/ 0 h 32"/>
                <a:gd name="T20" fmla="*/ 0 w 55"/>
                <a:gd name="T21" fmla="*/ 0 h 3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5"/>
                <a:gd name="T34" fmla="*/ 0 h 32"/>
                <a:gd name="T35" fmla="*/ 55 w 55"/>
                <a:gd name="T36" fmla="*/ 32 h 3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5" h="32">
                  <a:moveTo>
                    <a:pt x="20" y="0"/>
                  </a:moveTo>
                  <a:lnTo>
                    <a:pt x="12" y="4"/>
                  </a:lnTo>
                  <a:lnTo>
                    <a:pt x="4" y="10"/>
                  </a:lnTo>
                  <a:lnTo>
                    <a:pt x="0" y="20"/>
                  </a:lnTo>
                  <a:lnTo>
                    <a:pt x="1" y="28"/>
                  </a:lnTo>
                  <a:lnTo>
                    <a:pt x="40" y="32"/>
                  </a:lnTo>
                  <a:lnTo>
                    <a:pt x="41" y="22"/>
                  </a:lnTo>
                  <a:lnTo>
                    <a:pt x="45" y="14"/>
                  </a:lnTo>
                  <a:lnTo>
                    <a:pt x="49" y="6"/>
                  </a:lnTo>
                  <a:lnTo>
                    <a:pt x="55" y="0"/>
                  </a:lnTo>
                  <a:lnTo>
                    <a:pt x="20" y="0"/>
                  </a:lnTo>
                </a:path>
              </a:pathLst>
            </a:custGeom>
            <a:solidFill>
              <a:schemeClr val="accent1"/>
            </a:solidFill>
            <a:ln w="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7" name="Freeform 158"/>
            <p:cNvSpPr>
              <a:spLocks/>
            </p:cNvSpPr>
            <p:nvPr/>
          </p:nvSpPr>
          <p:spPr bwMode="auto">
            <a:xfrm>
              <a:off x="442" y="2301"/>
              <a:ext cx="29" cy="29"/>
            </a:xfrm>
            <a:custGeom>
              <a:avLst/>
              <a:gdLst>
                <a:gd name="T0" fmla="*/ 0 w 96"/>
                <a:gd name="T1" fmla="*/ 0 h 90"/>
                <a:gd name="T2" fmla="*/ 0 w 96"/>
                <a:gd name="T3" fmla="*/ 0 h 90"/>
                <a:gd name="T4" fmla="*/ 0 w 96"/>
                <a:gd name="T5" fmla="*/ 0 h 90"/>
                <a:gd name="T6" fmla="*/ 0 w 96"/>
                <a:gd name="T7" fmla="*/ 0 h 90"/>
                <a:gd name="T8" fmla="*/ 0 w 96"/>
                <a:gd name="T9" fmla="*/ 0 h 90"/>
                <a:gd name="T10" fmla="*/ 0 w 96"/>
                <a:gd name="T11" fmla="*/ 0 h 90"/>
                <a:gd name="T12" fmla="*/ 0 w 96"/>
                <a:gd name="T13" fmla="*/ 0 h 90"/>
                <a:gd name="T14" fmla="*/ 0 w 96"/>
                <a:gd name="T15" fmla="*/ 0 h 90"/>
                <a:gd name="T16" fmla="*/ 0 w 96"/>
                <a:gd name="T17" fmla="*/ 0 h 90"/>
                <a:gd name="T18" fmla="*/ 0 w 96"/>
                <a:gd name="T19" fmla="*/ 0 h 90"/>
                <a:gd name="T20" fmla="*/ 0 w 96"/>
                <a:gd name="T21" fmla="*/ 0 h 90"/>
                <a:gd name="T22" fmla="*/ 0 w 96"/>
                <a:gd name="T23" fmla="*/ 0 h 90"/>
                <a:gd name="T24" fmla="*/ 0 w 96"/>
                <a:gd name="T25" fmla="*/ 0 h 90"/>
                <a:gd name="T26" fmla="*/ 0 w 96"/>
                <a:gd name="T27" fmla="*/ 0 h 90"/>
                <a:gd name="T28" fmla="*/ 0 w 96"/>
                <a:gd name="T29" fmla="*/ 0 h 9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96"/>
                <a:gd name="T46" fmla="*/ 0 h 90"/>
                <a:gd name="T47" fmla="*/ 96 w 96"/>
                <a:gd name="T48" fmla="*/ 90 h 9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96" h="90">
                  <a:moveTo>
                    <a:pt x="0" y="9"/>
                  </a:moveTo>
                  <a:lnTo>
                    <a:pt x="18" y="11"/>
                  </a:lnTo>
                  <a:lnTo>
                    <a:pt x="36" y="20"/>
                  </a:lnTo>
                  <a:lnTo>
                    <a:pt x="51" y="37"/>
                  </a:lnTo>
                  <a:lnTo>
                    <a:pt x="61" y="56"/>
                  </a:lnTo>
                  <a:lnTo>
                    <a:pt x="68" y="77"/>
                  </a:lnTo>
                  <a:lnTo>
                    <a:pt x="69" y="90"/>
                  </a:lnTo>
                  <a:lnTo>
                    <a:pt x="96" y="88"/>
                  </a:lnTo>
                  <a:lnTo>
                    <a:pt x="96" y="67"/>
                  </a:lnTo>
                  <a:lnTo>
                    <a:pt x="82" y="28"/>
                  </a:lnTo>
                  <a:lnTo>
                    <a:pt x="70" y="12"/>
                  </a:lnTo>
                  <a:lnTo>
                    <a:pt x="58" y="3"/>
                  </a:lnTo>
                  <a:lnTo>
                    <a:pt x="48" y="0"/>
                  </a:lnTo>
                  <a:lnTo>
                    <a:pt x="22" y="5"/>
                  </a:lnTo>
                  <a:lnTo>
                    <a:pt x="0" y="9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8" name="Freeform 159"/>
            <p:cNvSpPr>
              <a:spLocks/>
            </p:cNvSpPr>
            <p:nvPr/>
          </p:nvSpPr>
          <p:spPr bwMode="auto">
            <a:xfrm>
              <a:off x="442" y="2301"/>
              <a:ext cx="29" cy="29"/>
            </a:xfrm>
            <a:custGeom>
              <a:avLst/>
              <a:gdLst>
                <a:gd name="T0" fmla="*/ 0 w 96"/>
                <a:gd name="T1" fmla="*/ 0 h 90"/>
                <a:gd name="T2" fmla="*/ 0 w 96"/>
                <a:gd name="T3" fmla="*/ 0 h 90"/>
                <a:gd name="T4" fmla="*/ 0 w 96"/>
                <a:gd name="T5" fmla="*/ 0 h 90"/>
                <a:gd name="T6" fmla="*/ 0 w 96"/>
                <a:gd name="T7" fmla="*/ 0 h 90"/>
                <a:gd name="T8" fmla="*/ 0 w 96"/>
                <a:gd name="T9" fmla="*/ 0 h 90"/>
                <a:gd name="T10" fmla="*/ 0 w 96"/>
                <a:gd name="T11" fmla="*/ 0 h 90"/>
                <a:gd name="T12" fmla="*/ 0 w 96"/>
                <a:gd name="T13" fmla="*/ 0 h 90"/>
                <a:gd name="T14" fmla="*/ 0 w 96"/>
                <a:gd name="T15" fmla="*/ 0 h 90"/>
                <a:gd name="T16" fmla="*/ 0 w 96"/>
                <a:gd name="T17" fmla="*/ 0 h 90"/>
                <a:gd name="T18" fmla="*/ 0 w 96"/>
                <a:gd name="T19" fmla="*/ 0 h 90"/>
                <a:gd name="T20" fmla="*/ 0 w 96"/>
                <a:gd name="T21" fmla="*/ 0 h 90"/>
                <a:gd name="T22" fmla="*/ 0 w 96"/>
                <a:gd name="T23" fmla="*/ 0 h 90"/>
                <a:gd name="T24" fmla="*/ 0 w 96"/>
                <a:gd name="T25" fmla="*/ 0 h 90"/>
                <a:gd name="T26" fmla="*/ 0 w 96"/>
                <a:gd name="T27" fmla="*/ 0 h 90"/>
                <a:gd name="T28" fmla="*/ 0 w 96"/>
                <a:gd name="T29" fmla="*/ 0 h 9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96"/>
                <a:gd name="T46" fmla="*/ 0 h 90"/>
                <a:gd name="T47" fmla="*/ 96 w 96"/>
                <a:gd name="T48" fmla="*/ 90 h 9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96" h="90">
                  <a:moveTo>
                    <a:pt x="0" y="9"/>
                  </a:moveTo>
                  <a:lnTo>
                    <a:pt x="18" y="11"/>
                  </a:lnTo>
                  <a:lnTo>
                    <a:pt x="36" y="20"/>
                  </a:lnTo>
                  <a:lnTo>
                    <a:pt x="51" y="37"/>
                  </a:lnTo>
                  <a:lnTo>
                    <a:pt x="61" y="56"/>
                  </a:lnTo>
                  <a:lnTo>
                    <a:pt x="68" y="77"/>
                  </a:lnTo>
                  <a:lnTo>
                    <a:pt x="69" y="90"/>
                  </a:lnTo>
                  <a:lnTo>
                    <a:pt x="96" y="88"/>
                  </a:lnTo>
                  <a:lnTo>
                    <a:pt x="96" y="67"/>
                  </a:lnTo>
                  <a:lnTo>
                    <a:pt x="82" y="28"/>
                  </a:lnTo>
                  <a:lnTo>
                    <a:pt x="70" y="12"/>
                  </a:lnTo>
                  <a:lnTo>
                    <a:pt x="58" y="3"/>
                  </a:lnTo>
                  <a:lnTo>
                    <a:pt x="48" y="0"/>
                  </a:lnTo>
                  <a:lnTo>
                    <a:pt x="22" y="5"/>
                  </a:lnTo>
                  <a:lnTo>
                    <a:pt x="0" y="9"/>
                  </a:lnTo>
                </a:path>
              </a:pathLst>
            </a:custGeom>
            <a:solidFill>
              <a:schemeClr val="accent1"/>
            </a:solidFill>
            <a:ln w="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19" name="Picture 130" descr="box 01 copy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6838" y="1682750"/>
            <a:ext cx="4151312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0" name="Text Box 131"/>
          <p:cNvSpPr txBox="1">
            <a:spLocks noChangeArrowheads="1"/>
          </p:cNvSpPr>
          <p:nvPr/>
        </p:nvSpPr>
        <p:spPr bwMode="auto">
          <a:xfrm>
            <a:off x="6078538" y="1770063"/>
            <a:ext cx="2247900" cy="330200"/>
          </a:xfrm>
          <a:prstGeom prst="rect">
            <a:avLst/>
          </a:prstGeom>
          <a:noFill/>
          <a:ln>
            <a:noFill/>
          </a:ln>
          <a:extLst/>
        </p:spPr>
        <p:txBody>
          <a:bodyPr lIns="90000" tIns="46800" rIns="90000" bIns="46800" anchor="ctr" anchorCtr="1">
            <a:spAutoFit/>
          </a:bodyPr>
          <a:lstStyle>
            <a:lvl1pPr defTabSz="863600">
              <a:defRPr b="1">
                <a:solidFill>
                  <a:schemeClr val="tx1"/>
                </a:solidFill>
                <a:latin typeface="Optima" pitchFamily="2" charset="2"/>
                <a:ea typeface="가는각진제목체" pitchFamily="18" charset="-127"/>
              </a:defRPr>
            </a:lvl1pPr>
            <a:lvl2pPr marL="742950" indent="-285750" defTabSz="863600">
              <a:defRPr b="1">
                <a:solidFill>
                  <a:schemeClr val="tx1"/>
                </a:solidFill>
                <a:latin typeface="Optima" pitchFamily="2" charset="2"/>
                <a:ea typeface="가는각진제목체" pitchFamily="18" charset="-127"/>
              </a:defRPr>
            </a:lvl2pPr>
            <a:lvl3pPr marL="1143000" indent="-228600" defTabSz="863600">
              <a:defRPr b="1">
                <a:solidFill>
                  <a:schemeClr val="tx1"/>
                </a:solidFill>
                <a:latin typeface="Optima" pitchFamily="2" charset="2"/>
                <a:ea typeface="가는각진제목체" pitchFamily="18" charset="-127"/>
              </a:defRPr>
            </a:lvl3pPr>
            <a:lvl4pPr marL="1600200" indent="-228600" defTabSz="863600">
              <a:defRPr b="1">
                <a:solidFill>
                  <a:schemeClr val="tx1"/>
                </a:solidFill>
                <a:latin typeface="Optima" pitchFamily="2" charset="2"/>
                <a:ea typeface="가는각진제목체" pitchFamily="18" charset="-127"/>
              </a:defRPr>
            </a:lvl4pPr>
            <a:lvl5pPr marL="2057400" indent="-228600" defTabSz="863600">
              <a:defRPr b="1">
                <a:solidFill>
                  <a:schemeClr val="tx1"/>
                </a:solidFill>
                <a:latin typeface="Optima" pitchFamily="2" charset="2"/>
                <a:ea typeface="가는각진제목체" pitchFamily="18" charset="-127"/>
              </a:defRPr>
            </a:lvl5pPr>
            <a:lvl6pPr marL="2514600" indent="-228600" algn="ctr" defTabSz="863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Optima" pitchFamily="2" charset="2"/>
                <a:ea typeface="가는각진제목체" pitchFamily="18" charset="-127"/>
              </a:defRPr>
            </a:lvl6pPr>
            <a:lvl7pPr marL="2971800" indent="-228600" algn="ctr" defTabSz="863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Optima" pitchFamily="2" charset="2"/>
                <a:ea typeface="가는각진제목체" pitchFamily="18" charset="-127"/>
              </a:defRPr>
            </a:lvl7pPr>
            <a:lvl8pPr marL="3429000" indent="-228600" algn="ctr" defTabSz="863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Optima" pitchFamily="2" charset="2"/>
                <a:ea typeface="가는각진제목체" pitchFamily="18" charset="-127"/>
              </a:defRPr>
            </a:lvl8pPr>
            <a:lvl9pPr marL="3886200" indent="-228600" algn="ctr" defTabSz="863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Optima" pitchFamily="2" charset="2"/>
                <a:ea typeface="가는각진제목체" pitchFamily="18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spcAft>
                <a:spcPct val="20000"/>
              </a:spcAft>
              <a:defRPr/>
            </a:pPr>
            <a:r>
              <a:rPr lang="en-US" altLang="ko-KR" sz="14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Call Center </a:t>
            </a:r>
            <a:r>
              <a:rPr lang="ko-KR" altLang="en-US" sz="14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 운영</a:t>
            </a:r>
          </a:p>
        </p:txBody>
      </p:sp>
      <p:grpSp>
        <p:nvGrpSpPr>
          <p:cNvPr id="121" name="Group 132"/>
          <p:cNvGrpSpPr>
            <a:grpSpLocks/>
          </p:cNvGrpSpPr>
          <p:nvPr/>
        </p:nvGrpSpPr>
        <p:grpSpPr bwMode="auto">
          <a:xfrm>
            <a:off x="5372100" y="1695450"/>
            <a:ext cx="595313" cy="311150"/>
            <a:chOff x="330" y="2130"/>
            <a:chExt cx="574" cy="284"/>
          </a:xfrm>
        </p:grpSpPr>
        <p:sp>
          <p:nvSpPr>
            <p:cNvPr id="122" name="Freeform 133"/>
            <p:cNvSpPr>
              <a:spLocks/>
            </p:cNvSpPr>
            <p:nvPr/>
          </p:nvSpPr>
          <p:spPr bwMode="auto">
            <a:xfrm>
              <a:off x="382" y="2208"/>
              <a:ext cx="61" cy="57"/>
            </a:xfrm>
            <a:custGeom>
              <a:avLst/>
              <a:gdLst>
                <a:gd name="T0" fmla="*/ 0 w 181"/>
                <a:gd name="T1" fmla="*/ 0 h 170"/>
                <a:gd name="T2" fmla="*/ 0 w 181"/>
                <a:gd name="T3" fmla="*/ 0 h 170"/>
                <a:gd name="T4" fmla="*/ 0 w 181"/>
                <a:gd name="T5" fmla="*/ 0 h 170"/>
                <a:gd name="T6" fmla="*/ 0 w 181"/>
                <a:gd name="T7" fmla="*/ 0 h 170"/>
                <a:gd name="T8" fmla="*/ 0 w 181"/>
                <a:gd name="T9" fmla="*/ 0 h 170"/>
                <a:gd name="T10" fmla="*/ 0 w 181"/>
                <a:gd name="T11" fmla="*/ 0 h 170"/>
                <a:gd name="T12" fmla="*/ 0 w 181"/>
                <a:gd name="T13" fmla="*/ 0 h 170"/>
                <a:gd name="T14" fmla="*/ 0 w 181"/>
                <a:gd name="T15" fmla="*/ 0 h 17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81"/>
                <a:gd name="T25" fmla="*/ 0 h 170"/>
                <a:gd name="T26" fmla="*/ 181 w 181"/>
                <a:gd name="T27" fmla="*/ 170 h 17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81" h="170">
                  <a:moveTo>
                    <a:pt x="16" y="0"/>
                  </a:moveTo>
                  <a:lnTo>
                    <a:pt x="10" y="1"/>
                  </a:lnTo>
                  <a:lnTo>
                    <a:pt x="0" y="24"/>
                  </a:lnTo>
                  <a:lnTo>
                    <a:pt x="35" y="123"/>
                  </a:lnTo>
                  <a:lnTo>
                    <a:pt x="168" y="170"/>
                  </a:lnTo>
                  <a:lnTo>
                    <a:pt x="181" y="135"/>
                  </a:lnTo>
                  <a:lnTo>
                    <a:pt x="153" y="75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3" name="Freeform 134"/>
            <p:cNvSpPr>
              <a:spLocks/>
            </p:cNvSpPr>
            <p:nvPr/>
          </p:nvSpPr>
          <p:spPr bwMode="auto">
            <a:xfrm>
              <a:off x="658" y="2256"/>
              <a:ext cx="32" cy="23"/>
            </a:xfrm>
            <a:custGeom>
              <a:avLst/>
              <a:gdLst>
                <a:gd name="T0" fmla="*/ 0 w 106"/>
                <a:gd name="T1" fmla="*/ 0 h 72"/>
                <a:gd name="T2" fmla="*/ 0 w 106"/>
                <a:gd name="T3" fmla="*/ 0 h 72"/>
                <a:gd name="T4" fmla="*/ 0 w 106"/>
                <a:gd name="T5" fmla="*/ 0 h 72"/>
                <a:gd name="T6" fmla="*/ 0 w 106"/>
                <a:gd name="T7" fmla="*/ 0 h 72"/>
                <a:gd name="T8" fmla="*/ 0 w 106"/>
                <a:gd name="T9" fmla="*/ 0 h 72"/>
                <a:gd name="T10" fmla="*/ 0 w 106"/>
                <a:gd name="T11" fmla="*/ 0 h 72"/>
                <a:gd name="T12" fmla="*/ 0 w 106"/>
                <a:gd name="T13" fmla="*/ 0 h 72"/>
                <a:gd name="T14" fmla="*/ 0 w 106"/>
                <a:gd name="T15" fmla="*/ 0 h 72"/>
                <a:gd name="T16" fmla="*/ 0 w 106"/>
                <a:gd name="T17" fmla="*/ 0 h 72"/>
                <a:gd name="T18" fmla="*/ 0 w 106"/>
                <a:gd name="T19" fmla="*/ 0 h 7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6"/>
                <a:gd name="T31" fmla="*/ 0 h 72"/>
                <a:gd name="T32" fmla="*/ 106 w 106"/>
                <a:gd name="T33" fmla="*/ 72 h 7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6" h="72">
                  <a:moveTo>
                    <a:pt x="90" y="7"/>
                  </a:moveTo>
                  <a:lnTo>
                    <a:pt x="42" y="0"/>
                  </a:lnTo>
                  <a:lnTo>
                    <a:pt x="5" y="55"/>
                  </a:lnTo>
                  <a:lnTo>
                    <a:pt x="0" y="72"/>
                  </a:lnTo>
                  <a:lnTo>
                    <a:pt x="50" y="62"/>
                  </a:lnTo>
                  <a:lnTo>
                    <a:pt x="58" y="57"/>
                  </a:lnTo>
                  <a:lnTo>
                    <a:pt x="87" y="56"/>
                  </a:lnTo>
                  <a:lnTo>
                    <a:pt x="106" y="31"/>
                  </a:lnTo>
                  <a:lnTo>
                    <a:pt x="99" y="13"/>
                  </a:lnTo>
                  <a:lnTo>
                    <a:pt x="90" y="7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4" name="Freeform 135"/>
            <p:cNvSpPr>
              <a:spLocks/>
            </p:cNvSpPr>
            <p:nvPr/>
          </p:nvSpPr>
          <p:spPr bwMode="auto">
            <a:xfrm>
              <a:off x="579" y="2273"/>
              <a:ext cx="26" cy="22"/>
            </a:xfrm>
            <a:custGeom>
              <a:avLst/>
              <a:gdLst>
                <a:gd name="T0" fmla="*/ 0 w 78"/>
                <a:gd name="T1" fmla="*/ 0 h 67"/>
                <a:gd name="T2" fmla="*/ 0 w 78"/>
                <a:gd name="T3" fmla="*/ 0 h 67"/>
                <a:gd name="T4" fmla="*/ 0 w 78"/>
                <a:gd name="T5" fmla="*/ 0 h 67"/>
                <a:gd name="T6" fmla="*/ 0 w 78"/>
                <a:gd name="T7" fmla="*/ 0 h 67"/>
                <a:gd name="T8" fmla="*/ 0 w 78"/>
                <a:gd name="T9" fmla="*/ 0 h 67"/>
                <a:gd name="T10" fmla="*/ 0 w 78"/>
                <a:gd name="T11" fmla="*/ 0 h 67"/>
                <a:gd name="T12" fmla="*/ 0 w 78"/>
                <a:gd name="T13" fmla="*/ 0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8"/>
                <a:gd name="T22" fmla="*/ 0 h 67"/>
                <a:gd name="T23" fmla="*/ 78 w 78"/>
                <a:gd name="T24" fmla="*/ 67 h 6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8" h="67">
                  <a:moveTo>
                    <a:pt x="58" y="0"/>
                  </a:moveTo>
                  <a:lnTo>
                    <a:pt x="78" y="3"/>
                  </a:lnTo>
                  <a:lnTo>
                    <a:pt x="61" y="67"/>
                  </a:lnTo>
                  <a:lnTo>
                    <a:pt x="34" y="67"/>
                  </a:lnTo>
                  <a:lnTo>
                    <a:pt x="0" y="61"/>
                  </a:lnTo>
                  <a:lnTo>
                    <a:pt x="14" y="1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5" name="Freeform 136"/>
            <p:cNvSpPr>
              <a:spLocks/>
            </p:cNvSpPr>
            <p:nvPr/>
          </p:nvSpPr>
          <p:spPr bwMode="auto">
            <a:xfrm>
              <a:off x="330" y="2131"/>
              <a:ext cx="269" cy="283"/>
            </a:xfrm>
            <a:custGeom>
              <a:avLst/>
              <a:gdLst>
                <a:gd name="T0" fmla="*/ 0 w 808"/>
                <a:gd name="T1" fmla="*/ 0 h 845"/>
                <a:gd name="T2" fmla="*/ 0 w 808"/>
                <a:gd name="T3" fmla="*/ 0 h 845"/>
                <a:gd name="T4" fmla="*/ 0 w 808"/>
                <a:gd name="T5" fmla="*/ 0 h 845"/>
                <a:gd name="T6" fmla="*/ 0 w 808"/>
                <a:gd name="T7" fmla="*/ 0 h 845"/>
                <a:gd name="T8" fmla="*/ 0 w 808"/>
                <a:gd name="T9" fmla="*/ 0 h 845"/>
                <a:gd name="T10" fmla="*/ 0 w 808"/>
                <a:gd name="T11" fmla="*/ 0 h 845"/>
                <a:gd name="T12" fmla="*/ 0 w 808"/>
                <a:gd name="T13" fmla="*/ 0 h 845"/>
                <a:gd name="T14" fmla="*/ 0 w 808"/>
                <a:gd name="T15" fmla="*/ 0 h 845"/>
                <a:gd name="T16" fmla="*/ 0 w 808"/>
                <a:gd name="T17" fmla="*/ 0 h 845"/>
                <a:gd name="T18" fmla="*/ 0 w 808"/>
                <a:gd name="T19" fmla="*/ 0 h 845"/>
                <a:gd name="T20" fmla="*/ 0 w 808"/>
                <a:gd name="T21" fmla="*/ 0 h 845"/>
                <a:gd name="T22" fmla="*/ 0 w 808"/>
                <a:gd name="T23" fmla="*/ 0 h 845"/>
                <a:gd name="T24" fmla="*/ 0 w 808"/>
                <a:gd name="T25" fmla="*/ 0 h 845"/>
                <a:gd name="T26" fmla="*/ 0 w 808"/>
                <a:gd name="T27" fmla="*/ 0 h 845"/>
                <a:gd name="T28" fmla="*/ 0 w 808"/>
                <a:gd name="T29" fmla="*/ 0 h 845"/>
                <a:gd name="T30" fmla="*/ 0 w 808"/>
                <a:gd name="T31" fmla="*/ 0 h 845"/>
                <a:gd name="T32" fmla="*/ 0 w 808"/>
                <a:gd name="T33" fmla="*/ 0 h 845"/>
                <a:gd name="T34" fmla="*/ 0 w 808"/>
                <a:gd name="T35" fmla="*/ 0 h 845"/>
                <a:gd name="T36" fmla="*/ 0 w 808"/>
                <a:gd name="T37" fmla="*/ 0 h 845"/>
                <a:gd name="T38" fmla="*/ 0 w 808"/>
                <a:gd name="T39" fmla="*/ 0 h 845"/>
                <a:gd name="T40" fmla="*/ 0 w 808"/>
                <a:gd name="T41" fmla="*/ 0 h 845"/>
                <a:gd name="T42" fmla="*/ 0 w 808"/>
                <a:gd name="T43" fmla="*/ 0 h 845"/>
                <a:gd name="T44" fmla="*/ 0 w 808"/>
                <a:gd name="T45" fmla="*/ 0 h 845"/>
                <a:gd name="T46" fmla="*/ 0 w 808"/>
                <a:gd name="T47" fmla="*/ 0 h 845"/>
                <a:gd name="T48" fmla="*/ 0 w 808"/>
                <a:gd name="T49" fmla="*/ 0 h 845"/>
                <a:gd name="T50" fmla="*/ 0 w 808"/>
                <a:gd name="T51" fmla="*/ 0 h 845"/>
                <a:gd name="T52" fmla="*/ 0 w 808"/>
                <a:gd name="T53" fmla="*/ 0 h 845"/>
                <a:gd name="T54" fmla="*/ 0 w 808"/>
                <a:gd name="T55" fmla="*/ 0 h 845"/>
                <a:gd name="T56" fmla="*/ 0 w 808"/>
                <a:gd name="T57" fmla="*/ 0 h 845"/>
                <a:gd name="T58" fmla="*/ 0 w 808"/>
                <a:gd name="T59" fmla="*/ 0 h 845"/>
                <a:gd name="T60" fmla="*/ 0 w 808"/>
                <a:gd name="T61" fmla="*/ 0 h 845"/>
                <a:gd name="T62" fmla="*/ 0 w 808"/>
                <a:gd name="T63" fmla="*/ 0 h 845"/>
                <a:gd name="T64" fmla="*/ 0 w 808"/>
                <a:gd name="T65" fmla="*/ 0 h 845"/>
                <a:gd name="T66" fmla="*/ 0 w 808"/>
                <a:gd name="T67" fmla="*/ 0 h 845"/>
                <a:gd name="T68" fmla="*/ 0 w 808"/>
                <a:gd name="T69" fmla="*/ 0 h 845"/>
                <a:gd name="T70" fmla="*/ 0 w 808"/>
                <a:gd name="T71" fmla="*/ 0 h 845"/>
                <a:gd name="T72" fmla="*/ 0 w 808"/>
                <a:gd name="T73" fmla="*/ 0 h 845"/>
                <a:gd name="T74" fmla="*/ 0 w 808"/>
                <a:gd name="T75" fmla="*/ 0 h 845"/>
                <a:gd name="T76" fmla="*/ 0 w 808"/>
                <a:gd name="T77" fmla="*/ 0 h 845"/>
                <a:gd name="T78" fmla="*/ 0 w 808"/>
                <a:gd name="T79" fmla="*/ 0 h 845"/>
                <a:gd name="T80" fmla="*/ 0 w 808"/>
                <a:gd name="T81" fmla="*/ 0 h 845"/>
                <a:gd name="T82" fmla="*/ 0 w 808"/>
                <a:gd name="T83" fmla="*/ 0 h 845"/>
                <a:gd name="T84" fmla="*/ 0 w 808"/>
                <a:gd name="T85" fmla="*/ 0 h 845"/>
                <a:gd name="T86" fmla="*/ 0 w 808"/>
                <a:gd name="T87" fmla="*/ 0 h 845"/>
                <a:gd name="T88" fmla="*/ 0 w 808"/>
                <a:gd name="T89" fmla="*/ 0 h 845"/>
                <a:gd name="T90" fmla="*/ 0 w 808"/>
                <a:gd name="T91" fmla="*/ 0 h 845"/>
                <a:gd name="T92" fmla="*/ 0 w 808"/>
                <a:gd name="T93" fmla="*/ 0 h 845"/>
                <a:gd name="T94" fmla="*/ 0 w 808"/>
                <a:gd name="T95" fmla="*/ 0 h 845"/>
                <a:gd name="T96" fmla="*/ 0 w 808"/>
                <a:gd name="T97" fmla="*/ 0 h 845"/>
                <a:gd name="T98" fmla="*/ 0 w 808"/>
                <a:gd name="T99" fmla="*/ 0 h 845"/>
                <a:gd name="T100" fmla="*/ 0 w 808"/>
                <a:gd name="T101" fmla="*/ 0 h 845"/>
                <a:gd name="T102" fmla="*/ 0 w 808"/>
                <a:gd name="T103" fmla="*/ 0 h 845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808"/>
                <a:gd name="T157" fmla="*/ 0 h 845"/>
                <a:gd name="T158" fmla="*/ 808 w 808"/>
                <a:gd name="T159" fmla="*/ 845 h 845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808" h="845">
                  <a:moveTo>
                    <a:pt x="311" y="374"/>
                  </a:moveTo>
                  <a:lnTo>
                    <a:pt x="286" y="355"/>
                  </a:lnTo>
                  <a:lnTo>
                    <a:pt x="236" y="324"/>
                  </a:lnTo>
                  <a:lnTo>
                    <a:pt x="218" y="312"/>
                  </a:lnTo>
                  <a:lnTo>
                    <a:pt x="188" y="281"/>
                  </a:lnTo>
                  <a:lnTo>
                    <a:pt x="163" y="256"/>
                  </a:lnTo>
                  <a:lnTo>
                    <a:pt x="159" y="247"/>
                  </a:lnTo>
                  <a:lnTo>
                    <a:pt x="130" y="272"/>
                  </a:lnTo>
                  <a:lnTo>
                    <a:pt x="127" y="284"/>
                  </a:lnTo>
                  <a:lnTo>
                    <a:pt x="90" y="330"/>
                  </a:lnTo>
                  <a:lnTo>
                    <a:pt x="29" y="417"/>
                  </a:lnTo>
                  <a:lnTo>
                    <a:pt x="15" y="463"/>
                  </a:lnTo>
                  <a:lnTo>
                    <a:pt x="15" y="506"/>
                  </a:lnTo>
                  <a:lnTo>
                    <a:pt x="0" y="637"/>
                  </a:lnTo>
                  <a:lnTo>
                    <a:pt x="5" y="798"/>
                  </a:lnTo>
                  <a:lnTo>
                    <a:pt x="3" y="845"/>
                  </a:lnTo>
                  <a:lnTo>
                    <a:pt x="567" y="844"/>
                  </a:lnTo>
                  <a:lnTo>
                    <a:pt x="578" y="817"/>
                  </a:lnTo>
                  <a:lnTo>
                    <a:pt x="381" y="629"/>
                  </a:lnTo>
                  <a:lnTo>
                    <a:pt x="396" y="608"/>
                  </a:lnTo>
                  <a:lnTo>
                    <a:pt x="417" y="605"/>
                  </a:lnTo>
                  <a:lnTo>
                    <a:pt x="425" y="617"/>
                  </a:lnTo>
                  <a:lnTo>
                    <a:pt x="434" y="624"/>
                  </a:lnTo>
                  <a:lnTo>
                    <a:pt x="443" y="627"/>
                  </a:lnTo>
                  <a:lnTo>
                    <a:pt x="455" y="622"/>
                  </a:lnTo>
                  <a:lnTo>
                    <a:pt x="488" y="596"/>
                  </a:lnTo>
                  <a:lnTo>
                    <a:pt x="530" y="556"/>
                  </a:lnTo>
                  <a:lnTo>
                    <a:pt x="543" y="536"/>
                  </a:lnTo>
                  <a:lnTo>
                    <a:pt x="547" y="516"/>
                  </a:lnTo>
                  <a:lnTo>
                    <a:pt x="551" y="494"/>
                  </a:lnTo>
                  <a:lnTo>
                    <a:pt x="546" y="468"/>
                  </a:lnTo>
                  <a:lnTo>
                    <a:pt x="557" y="468"/>
                  </a:lnTo>
                  <a:lnTo>
                    <a:pt x="563" y="485"/>
                  </a:lnTo>
                  <a:lnTo>
                    <a:pt x="566" y="493"/>
                  </a:lnTo>
                  <a:lnTo>
                    <a:pt x="577" y="500"/>
                  </a:lnTo>
                  <a:lnTo>
                    <a:pt x="585" y="506"/>
                  </a:lnTo>
                  <a:lnTo>
                    <a:pt x="657" y="514"/>
                  </a:lnTo>
                  <a:lnTo>
                    <a:pt x="777" y="514"/>
                  </a:lnTo>
                  <a:lnTo>
                    <a:pt x="780" y="509"/>
                  </a:lnTo>
                  <a:lnTo>
                    <a:pt x="782" y="503"/>
                  </a:lnTo>
                  <a:lnTo>
                    <a:pt x="786" y="493"/>
                  </a:lnTo>
                  <a:lnTo>
                    <a:pt x="771" y="491"/>
                  </a:lnTo>
                  <a:lnTo>
                    <a:pt x="771" y="480"/>
                  </a:lnTo>
                  <a:lnTo>
                    <a:pt x="772" y="468"/>
                  </a:lnTo>
                  <a:lnTo>
                    <a:pt x="781" y="443"/>
                  </a:lnTo>
                  <a:lnTo>
                    <a:pt x="787" y="432"/>
                  </a:lnTo>
                  <a:lnTo>
                    <a:pt x="791" y="426"/>
                  </a:lnTo>
                  <a:lnTo>
                    <a:pt x="808" y="427"/>
                  </a:lnTo>
                  <a:lnTo>
                    <a:pt x="805" y="384"/>
                  </a:lnTo>
                  <a:lnTo>
                    <a:pt x="806" y="357"/>
                  </a:lnTo>
                  <a:lnTo>
                    <a:pt x="805" y="319"/>
                  </a:lnTo>
                  <a:lnTo>
                    <a:pt x="795" y="276"/>
                  </a:lnTo>
                  <a:lnTo>
                    <a:pt x="791" y="239"/>
                  </a:lnTo>
                  <a:lnTo>
                    <a:pt x="789" y="228"/>
                  </a:lnTo>
                  <a:lnTo>
                    <a:pt x="780" y="222"/>
                  </a:lnTo>
                  <a:lnTo>
                    <a:pt x="737" y="199"/>
                  </a:lnTo>
                  <a:lnTo>
                    <a:pt x="738" y="193"/>
                  </a:lnTo>
                  <a:lnTo>
                    <a:pt x="746" y="162"/>
                  </a:lnTo>
                  <a:lnTo>
                    <a:pt x="749" y="152"/>
                  </a:lnTo>
                  <a:lnTo>
                    <a:pt x="750" y="137"/>
                  </a:lnTo>
                  <a:lnTo>
                    <a:pt x="758" y="122"/>
                  </a:lnTo>
                  <a:lnTo>
                    <a:pt x="759" y="101"/>
                  </a:lnTo>
                  <a:lnTo>
                    <a:pt x="760" y="91"/>
                  </a:lnTo>
                  <a:lnTo>
                    <a:pt x="770" y="84"/>
                  </a:lnTo>
                  <a:lnTo>
                    <a:pt x="773" y="62"/>
                  </a:lnTo>
                  <a:lnTo>
                    <a:pt x="761" y="44"/>
                  </a:lnTo>
                  <a:lnTo>
                    <a:pt x="744" y="32"/>
                  </a:lnTo>
                  <a:lnTo>
                    <a:pt x="723" y="9"/>
                  </a:lnTo>
                  <a:lnTo>
                    <a:pt x="698" y="0"/>
                  </a:lnTo>
                  <a:lnTo>
                    <a:pt x="689" y="0"/>
                  </a:lnTo>
                  <a:lnTo>
                    <a:pt x="657" y="9"/>
                  </a:lnTo>
                  <a:lnTo>
                    <a:pt x="643" y="20"/>
                  </a:lnTo>
                  <a:lnTo>
                    <a:pt x="637" y="32"/>
                  </a:lnTo>
                  <a:lnTo>
                    <a:pt x="618" y="51"/>
                  </a:lnTo>
                  <a:lnTo>
                    <a:pt x="611" y="74"/>
                  </a:lnTo>
                  <a:lnTo>
                    <a:pt x="608" y="101"/>
                  </a:lnTo>
                  <a:lnTo>
                    <a:pt x="611" y="113"/>
                  </a:lnTo>
                  <a:lnTo>
                    <a:pt x="605" y="120"/>
                  </a:lnTo>
                  <a:lnTo>
                    <a:pt x="604" y="134"/>
                  </a:lnTo>
                  <a:lnTo>
                    <a:pt x="614" y="164"/>
                  </a:lnTo>
                  <a:lnTo>
                    <a:pt x="600" y="180"/>
                  </a:lnTo>
                  <a:lnTo>
                    <a:pt x="567" y="194"/>
                  </a:lnTo>
                  <a:lnTo>
                    <a:pt x="554" y="205"/>
                  </a:lnTo>
                  <a:lnTo>
                    <a:pt x="528" y="218"/>
                  </a:lnTo>
                  <a:lnTo>
                    <a:pt x="507" y="241"/>
                  </a:lnTo>
                  <a:lnTo>
                    <a:pt x="503" y="253"/>
                  </a:lnTo>
                  <a:lnTo>
                    <a:pt x="465" y="253"/>
                  </a:lnTo>
                  <a:lnTo>
                    <a:pt x="451" y="255"/>
                  </a:lnTo>
                  <a:lnTo>
                    <a:pt x="442" y="260"/>
                  </a:lnTo>
                  <a:lnTo>
                    <a:pt x="435" y="269"/>
                  </a:lnTo>
                  <a:lnTo>
                    <a:pt x="432" y="281"/>
                  </a:lnTo>
                  <a:lnTo>
                    <a:pt x="431" y="296"/>
                  </a:lnTo>
                  <a:lnTo>
                    <a:pt x="431" y="389"/>
                  </a:lnTo>
                  <a:lnTo>
                    <a:pt x="398" y="366"/>
                  </a:lnTo>
                  <a:lnTo>
                    <a:pt x="372" y="358"/>
                  </a:lnTo>
                  <a:lnTo>
                    <a:pt x="369" y="343"/>
                  </a:lnTo>
                  <a:lnTo>
                    <a:pt x="354" y="327"/>
                  </a:lnTo>
                  <a:lnTo>
                    <a:pt x="340" y="316"/>
                  </a:lnTo>
                  <a:lnTo>
                    <a:pt x="383" y="307"/>
                  </a:lnTo>
                  <a:lnTo>
                    <a:pt x="393" y="304"/>
                  </a:lnTo>
                  <a:lnTo>
                    <a:pt x="399" y="295"/>
                  </a:lnTo>
                  <a:lnTo>
                    <a:pt x="401" y="285"/>
                  </a:lnTo>
                  <a:lnTo>
                    <a:pt x="402" y="272"/>
                  </a:lnTo>
                  <a:lnTo>
                    <a:pt x="405" y="269"/>
                  </a:lnTo>
                  <a:lnTo>
                    <a:pt x="412" y="260"/>
                  </a:lnTo>
                  <a:lnTo>
                    <a:pt x="412" y="258"/>
                  </a:lnTo>
                  <a:lnTo>
                    <a:pt x="412" y="253"/>
                  </a:lnTo>
                  <a:lnTo>
                    <a:pt x="408" y="249"/>
                  </a:lnTo>
                  <a:lnTo>
                    <a:pt x="415" y="242"/>
                  </a:lnTo>
                  <a:lnTo>
                    <a:pt x="416" y="226"/>
                  </a:lnTo>
                  <a:lnTo>
                    <a:pt x="425" y="220"/>
                  </a:lnTo>
                  <a:lnTo>
                    <a:pt x="430" y="214"/>
                  </a:lnTo>
                  <a:lnTo>
                    <a:pt x="431" y="209"/>
                  </a:lnTo>
                  <a:lnTo>
                    <a:pt x="427" y="203"/>
                  </a:lnTo>
                  <a:lnTo>
                    <a:pt x="415" y="187"/>
                  </a:lnTo>
                  <a:lnTo>
                    <a:pt x="412" y="179"/>
                  </a:lnTo>
                  <a:lnTo>
                    <a:pt x="410" y="168"/>
                  </a:lnTo>
                  <a:lnTo>
                    <a:pt x="412" y="148"/>
                  </a:lnTo>
                  <a:lnTo>
                    <a:pt x="412" y="141"/>
                  </a:lnTo>
                  <a:lnTo>
                    <a:pt x="393" y="94"/>
                  </a:lnTo>
                  <a:lnTo>
                    <a:pt x="383" y="82"/>
                  </a:lnTo>
                  <a:lnTo>
                    <a:pt x="375" y="74"/>
                  </a:lnTo>
                  <a:lnTo>
                    <a:pt x="372" y="55"/>
                  </a:lnTo>
                  <a:lnTo>
                    <a:pt x="357" y="43"/>
                  </a:lnTo>
                  <a:lnTo>
                    <a:pt x="338" y="38"/>
                  </a:lnTo>
                  <a:lnTo>
                    <a:pt x="318" y="28"/>
                  </a:lnTo>
                  <a:lnTo>
                    <a:pt x="304" y="23"/>
                  </a:lnTo>
                  <a:lnTo>
                    <a:pt x="289" y="23"/>
                  </a:lnTo>
                  <a:lnTo>
                    <a:pt x="278" y="20"/>
                  </a:lnTo>
                  <a:lnTo>
                    <a:pt x="253" y="25"/>
                  </a:lnTo>
                  <a:lnTo>
                    <a:pt x="240" y="25"/>
                  </a:lnTo>
                  <a:lnTo>
                    <a:pt x="224" y="31"/>
                  </a:lnTo>
                  <a:lnTo>
                    <a:pt x="213" y="37"/>
                  </a:lnTo>
                  <a:lnTo>
                    <a:pt x="201" y="43"/>
                  </a:lnTo>
                  <a:lnTo>
                    <a:pt x="174" y="69"/>
                  </a:lnTo>
                  <a:lnTo>
                    <a:pt x="169" y="82"/>
                  </a:lnTo>
                  <a:lnTo>
                    <a:pt x="163" y="101"/>
                  </a:lnTo>
                  <a:lnTo>
                    <a:pt x="159" y="113"/>
                  </a:lnTo>
                  <a:lnTo>
                    <a:pt x="154" y="130"/>
                  </a:lnTo>
                  <a:lnTo>
                    <a:pt x="154" y="145"/>
                  </a:lnTo>
                  <a:lnTo>
                    <a:pt x="154" y="160"/>
                  </a:lnTo>
                  <a:lnTo>
                    <a:pt x="158" y="173"/>
                  </a:lnTo>
                  <a:lnTo>
                    <a:pt x="157" y="185"/>
                  </a:lnTo>
                  <a:lnTo>
                    <a:pt x="162" y="197"/>
                  </a:lnTo>
                  <a:lnTo>
                    <a:pt x="167" y="203"/>
                  </a:lnTo>
                  <a:lnTo>
                    <a:pt x="174" y="210"/>
                  </a:lnTo>
                  <a:lnTo>
                    <a:pt x="174" y="226"/>
                  </a:lnTo>
                  <a:lnTo>
                    <a:pt x="200" y="249"/>
                  </a:lnTo>
                  <a:lnTo>
                    <a:pt x="235" y="282"/>
                  </a:lnTo>
                  <a:lnTo>
                    <a:pt x="282" y="319"/>
                  </a:lnTo>
                  <a:lnTo>
                    <a:pt x="291" y="324"/>
                  </a:lnTo>
                  <a:lnTo>
                    <a:pt x="300" y="327"/>
                  </a:lnTo>
                  <a:lnTo>
                    <a:pt x="318" y="319"/>
                  </a:lnTo>
                  <a:lnTo>
                    <a:pt x="308" y="335"/>
                  </a:lnTo>
                  <a:lnTo>
                    <a:pt x="318" y="350"/>
                  </a:lnTo>
                  <a:lnTo>
                    <a:pt x="315" y="362"/>
                  </a:lnTo>
                  <a:lnTo>
                    <a:pt x="311" y="374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6" name="Freeform 137"/>
            <p:cNvSpPr>
              <a:spLocks/>
            </p:cNvSpPr>
            <p:nvPr/>
          </p:nvSpPr>
          <p:spPr bwMode="auto">
            <a:xfrm>
              <a:off x="330" y="2131"/>
              <a:ext cx="269" cy="283"/>
            </a:xfrm>
            <a:custGeom>
              <a:avLst/>
              <a:gdLst>
                <a:gd name="T0" fmla="*/ 0 w 808"/>
                <a:gd name="T1" fmla="*/ 0 h 845"/>
                <a:gd name="T2" fmla="*/ 0 w 808"/>
                <a:gd name="T3" fmla="*/ 0 h 845"/>
                <a:gd name="T4" fmla="*/ 0 w 808"/>
                <a:gd name="T5" fmla="*/ 0 h 845"/>
                <a:gd name="T6" fmla="*/ 0 w 808"/>
                <a:gd name="T7" fmla="*/ 0 h 845"/>
                <a:gd name="T8" fmla="*/ 0 w 808"/>
                <a:gd name="T9" fmla="*/ 0 h 845"/>
                <a:gd name="T10" fmla="*/ 0 w 808"/>
                <a:gd name="T11" fmla="*/ 0 h 845"/>
                <a:gd name="T12" fmla="*/ 0 w 808"/>
                <a:gd name="T13" fmla="*/ 0 h 845"/>
                <a:gd name="T14" fmla="*/ 0 w 808"/>
                <a:gd name="T15" fmla="*/ 0 h 845"/>
                <a:gd name="T16" fmla="*/ 0 w 808"/>
                <a:gd name="T17" fmla="*/ 0 h 845"/>
                <a:gd name="T18" fmla="*/ 0 w 808"/>
                <a:gd name="T19" fmla="*/ 0 h 845"/>
                <a:gd name="T20" fmla="*/ 0 w 808"/>
                <a:gd name="T21" fmla="*/ 0 h 845"/>
                <a:gd name="T22" fmla="*/ 0 w 808"/>
                <a:gd name="T23" fmla="*/ 0 h 845"/>
                <a:gd name="T24" fmla="*/ 0 w 808"/>
                <a:gd name="T25" fmla="*/ 0 h 845"/>
                <a:gd name="T26" fmla="*/ 0 w 808"/>
                <a:gd name="T27" fmla="*/ 0 h 845"/>
                <a:gd name="T28" fmla="*/ 0 w 808"/>
                <a:gd name="T29" fmla="*/ 0 h 845"/>
                <a:gd name="T30" fmla="*/ 0 w 808"/>
                <a:gd name="T31" fmla="*/ 0 h 845"/>
                <a:gd name="T32" fmla="*/ 0 w 808"/>
                <a:gd name="T33" fmla="*/ 0 h 845"/>
                <a:gd name="T34" fmla="*/ 0 w 808"/>
                <a:gd name="T35" fmla="*/ 0 h 845"/>
                <a:gd name="T36" fmla="*/ 0 w 808"/>
                <a:gd name="T37" fmla="*/ 0 h 845"/>
                <a:gd name="T38" fmla="*/ 0 w 808"/>
                <a:gd name="T39" fmla="*/ 0 h 845"/>
                <a:gd name="T40" fmla="*/ 0 w 808"/>
                <a:gd name="T41" fmla="*/ 0 h 845"/>
                <a:gd name="T42" fmla="*/ 0 w 808"/>
                <a:gd name="T43" fmla="*/ 0 h 845"/>
                <a:gd name="T44" fmla="*/ 0 w 808"/>
                <a:gd name="T45" fmla="*/ 0 h 845"/>
                <a:gd name="T46" fmla="*/ 0 w 808"/>
                <a:gd name="T47" fmla="*/ 0 h 845"/>
                <a:gd name="T48" fmla="*/ 0 w 808"/>
                <a:gd name="T49" fmla="*/ 0 h 845"/>
                <a:gd name="T50" fmla="*/ 0 w 808"/>
                <a:gd name="T51" fmla="*/ 0 h 845"/>
                <a:gd name="T52" fmla="*/ 0 w 808"/>
                <a:gd name="T53" fmla="*/ 0 h 845"/>
                <a:gd name="T54" fmla="*/ 0 w 808"/>
                <a:gd name="T55" fmla="*/ 0 h 845"/>
                <a:gd name="T56" fmla="*/ 0 w 808"/>
                <a:gd name="T57" fmla="*/ 0 h 845"/>
                <a:gd name="T58" fmla="*/ 0 w 808"/>
                <a:gd name="T59" fmla="*/ 0 h 845"/>
                <a:gd name="T60" fmla="*/ 0 w 808"/>
                <a:gd name="T61" fmla="*/ 0 h 845"/>
                <a:gd name="T62" fmla="*/ 0 w 808"/>
                <a:gd name="T63" fmla="*/ 0 h 845"/>
                <a:gd name="T64" fmla="*/ 0 w 808"/>
                <a:gd name="T65" fmla="*/ 0 h 845"/>
                <a:gd name="T66" fmla="*/ 0 w 808"/>
                <a:gd name="T67" fmla="*/ 0 h 845"/>
                <a:gd name="T68" fmla="*/ 0 w 808"/>
                <a:gd name="T69" fmla="*/ 0 h 845"/>
                <a:gd name="T70" fmla="*/ 0 w 808"/>
                <a:gd name="T71" fmla="*/ 0 h 845"/>
                <a:gd name="T72" fmla="*/ 0 w 808"/>
                <a:gd name="T73" fmla="*/ 0 h 845"/>
                <a:gd name="T74" fmla="*/ 0 w 808"/>
                <a:gd name="T75" fmla="*/ 0 h 845"/>
                <a:gd name="T76" fmla="*/ 0 w 808"/>
                <a:gd name="T77" fmla="*/ 0 h 845"/>
                <a:gd name="T78" fmla="*/ 0 w 808"/>
                <a:gd name="T79" fmla="*/ 0 h 845"/>
                <a:gd name="T80" fmla="*/ 0 w 808"/>
                <a:gd name="T81" fmla="*/ 0 h 845"/>
                <a:gd name="T82" fmla="*/ 0 w 808"/>
                <a:gd name="T83" fmla="*/ 0 h 845"/>
                <a:gd name="T84" fmla="*/ 0 w 808"/>
                <a:gd name="T85" fmla="*/ 0 h 845"/>
                <a:gd name="T86" fmla="*/ 0 w 808"/>
                <a:gd name="T87" fmla="*/ 0 h 845"/>
                <a:gd name="T88" fmla="*/ 0 w 808"/>
                <a:gd name="T89" fmla="*/ 0 h 845"/>
                <a:gd name="T90" fmla="*/ 0 w 808"/>
                <a:gd name="T91" fmla="*/ 0 h 845"/>
                <a:gd name="T92" fmla="*/ 0 w 808"/>
                <a:gd name="T93" fmla="*/ 0 h 845"/>
                <a:gd name="T94" fmla="*/ 0 w 808"/>
                <a:gd name="T95" fmla="*/ 0 h 845"/>
                <a:gd name="T96" fmla="*/ 0 w 808"/>
                <a:gd name="T97" fmla="*/ 0 h 845"/>
                <a:gd name="T98" fmla="*/ 0 w 808"/>
                <a:gd name="T99" fmla="*/ 0 h 845"/>
                <a:gd name="T100" fmla="*/ 0 w 808"/>
                <a:gd name="T101" fmla="*/ 0 h 845"/>
                <a:gd name="T102" fmla="*/ 0 w 808"/>
                <a:gd name="T103" fmla="*/ 0 h 845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808"/>
                <a:gd name="T157" fmla="*/ 0 h 845"/>
                <a:gd name="T158" fmla="*/ 808 w 808"/>
                <a:gd name="T159" fmla="*/ 845 h 845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808" h="845">
                  <a:moveTo>
                    <a:pt x="311" y="374"/>
                  </a:moveTo>
                  <a:lnTo>
                    <a:pt x="286" y="355"/>
                  </a:lnTo>
                  <a:lnTo>
                    <a:pt x="236" y="324"/>
                  </a:lnTo>
                  <a:lnTo>
                    <a:pt x="218" y="312"/>
                  </a:lnTo>
                  <a:lnTo>
                    <a:pt x="188" y="281"/>
                  </a:lnTo>
                  <a:lnTo>
                    <a:pt x="163" y="256"/>
                  </a:lnTo>
                  <a:lnTo>
                    <a:pt x="159" y="247"/>
                  </a:lnTo>
                  <a:lnTo>
                    <a:pt x="130" y="272"/>
                  </a:lnTo>
                  <a:lnTo>
                    <a:pt x="127" y="284"/>
                  </a:lnTo>
                  <a:lnTo>
                    <a:pt x="90" y="330"/>
                  </a:lnTo>
                  <a:lnTo>
                    <a:pt x="29" y="417"/>
                  </a:lnTo>
                  <a:lnTo>
                    <a:pt x="15" y="463"/>
                  </a:lnTo>
                  <a:lnTo>
                    <a:pt x="15" y="506"/>
                  </a:lnTo>
                  <a:lnTo>
                    <a:pt x="0" y="637"/>
                  </a:lnTo>
                  <a:lnTo>
                    <a:pt x="5" y="798"/>
                  </a:lnTo>
                  <a:lnTo>
                    <a:pt x="3" y="845"/>
                  </a:lnTo>
                  <a:lnTo>
                    <a:pt x="567" y="844"/>
                  </a:lnTo>
                  <a:lnTo>
                    <a:pt x="578" y="817"/>
                  </a:lnTo>
                  <a:lnTo>
                    <a:pt x="381" y="629"/>
                  </a:lnTo>
                  <a:lnTo>
                    <a:pt x="396" y="608"/>
                  </a:lnTo>
                  <a:lnTo>
                    <a:pt x="417" y="605"/>
                  </a:lnTo>
                  <a:lnTo>
                    <a:pt x="425" y="617"/>
                  </a:lnTo>
                  <a:lnTo>
                    <a:pt x="434" y="624"/>
                  </a:lnTo>
                  <a:lnTo>
                    <a:pt x="443" y="627"/>
                  </a:lnTo>
                  <a:lnTo>
                    <a:pt x="455" y="622"/>
                  </a:lnTo>
                  <a:lnTo>
                    <a:pt x="488" y="596"/>
                  </a:lnTo>
                  <a:lnTo>
                    <a:pt x="530" y="556"/>
                  </a:lnTo>
                  <a:lnTo>
                    <a:pt x="543" y="536"/>
                  </a:lnTo>
                  <a:lnTo>
                    <a:pt x="547" y="516"/>
                  </a:lnTo>
                  <a:lnTo>
                    <a:pt x="551" y="494"/>
                  </a:lnTo>
                  <a:lnTo>
                    <a:pt x="546" y="468"/>
                  </a:lnTo>
                  <a:lnTo>
                    <a:pt x="557" y="468"/>
                  </a:lnTo>
                  <a:lnTo>
                    <a:pt x="563" y="485"/>
                  </a:lnTo>
                  <a:lnTo>
                    <a:pt x="566" y="493"/>
                  </a:lnTo>
                  <a:lnTo>
                    <a:pt x="577" y="500"/>
                  </a:lnTo>
                  <a:lnTo>
                    <a:pt x="585" y="506"/>
                  </a:lnTo>
                  <a:lnTo>
                    <a:pt x="657" y="514"/>
                  </a:lnTo>
                  <a:lnTo>
                    <a:pt x="777" y="514"/>
                  </a:lnTo>
                  <a:lnTo>
                    <a:pt x="780" y="509"/>
                  </a:lnTo>
                  <a:lnTo>
                    <a:pt x="782" y="503"/>
                  </a:lnTo>
                  <a:lnTo>
                    <a:pt x="786" y="493"/>
                  </a:lnTo>
                  <a:lnTo>
                    <a:pt x="771" y="491"/>
                  </a:lnTo>
                  <a:lnTo>
                    <a:pt x="771" y="480"/>
                  </a:lnTo>
                  <a:lnTo>
                    <a:pt x="772" y="468"/>
                  </a:lnTo>
                  <a:lnTo>
                    <a:pt x="781" y="443"/>
                  </a:lnTo>
                  <a:lnTo>
                    <a:pt x="787" y="432"/>
                  </a:lnTo>
                  <a:lnTo>
                    <a:pt x="791" y="426"/>
                  </a:lnTo>
                  <a:lnTo>
                    <a:pt x="808" y="427"/>
                  </a:lnTo>
                  <a:lnTo>
                    <a:pt x="805" y="384"/>
                  </a:lnTo>
                  <a:lnTo>
                    <a:pt x="806" y="357"/>
                  </a:lnTo>
                  <a:lnTo>
                    <a:pt x="805" y="319"/>
                  </a:lnTo>
                  <a:lnTo>
                    <a:pt x="795" y="276"/>
                  </a:lnTo>
                  <a:lnTo>
                    <a:pt x="791" y="239"/>
                  </a:lnTo>
                  <a:lnTo>
                    <a:pt x="789" y="228"/>
                  </a:lnTo>
                  <a:lnTo>
                    <a:pt x="780" y="222"/>
                  </a:lnTo>
                  <a:lnTo>
                    <a:pt x="737" y="199"/>
                  </a:lnTo>
                  <a:lnTo>
                    <a:pt x="738" y="193"/>
                  </a:lnTo>
                  <a:lnTo>
                    <a:pt x="746" y="162"/>
                  </a:lnTo>
                  <a:lnTo>
                    <a:pt x="749" y="152"/>
                  </a:lnTo>
                  <a:lnTo>
                    <a:pt x="750" y="137"/>
                  </a:lnTo>
                  <a:lnTo>
                    <a:pt x="758" y="122"/>
                  </a:lnTo>
                  <a:lnTo>
                    <a:pt x="759" y="101"/>
                  </a:lnTo>
                  <a:lnTo>
                    <a:pt x="760" y="91"/>
                  </a:lnTo>
                  <a:lnTo>
                    <a:pt x="770" y="84"/>
                  </a:lnTo>
                  <a:lnTo>
                    <a:pt x="773" y="62"/>
                  </a:lnTo>
                  <a:lnTo>
                    <a:pt x="761" y="44"/>
                  </a:lnTo>
                  <a:lnTo>
                    <a:pt x="744" y="32"/>
                  </a:lnTo>
                  <a:lnTo>
                    <a:pt x="723" y="9"/>
                  </a:lnTo>
                  <a:lnTo>
                    <a:pt x="698" y="0"/>
                  </a:lnTo>
                  <a:lnTo>
                    <a:pt x="689" y="0"/>
                  </a:lnTo>
                  <a:lnTo>
                    <a:pt x="657" y="9"/>
                  </a:lnTo>
                  <a:lnTo>
                    <a:pt x="643" y="20"/>
                  </a:lnTo>
                  <a:lnTo>
                    <a:pt x="637" y="32"/>
                  </a:lnTo>
                  <a:lnTo>
                    <a:pt x="618" y="51"/>
                  </a:lnTo>
                  <a:lnTo>
                    <a:pt x="611" y="74"/>
                  </a:lnTo>
                  <a:lnTo>
                    <a:pt x="608" y="101"/>
                  </a:lnTo>
                  <a:lnTo>
                    <a:pt x="611" y="113"/>
                  </a:lnTo>
                  <a:lnTo>
                    <a:pt x="605" y="120"/>
                  </a:lnTo>
                  <a:lnTo>
                    <a:pt x="604" y="134"/>
                  </a:lnTo>
                  <a:lnTo>
                    <a:pt x="614" y="164"/>
                  </a:lnTo>
                  <a:lnTo>
                    <a:pt x="600" y="180"/>
                  </a:lnTo>
                  <a:lnTo>
                    <a:pt x="567" y="194"/>
                  </a:lnTo>
                  <a:lnTo>
                    <a:pt x="554" y="205"/>
                  </a:lnTo>
                  <a:lnTo>
                    <a:pt x="528" y="218"/>
                  </a:lnTo>
                  <a:lnTo>
                    <a:pt x="507" y="241"/>
                  </a:lnTo>
                  <a:lnTo>
                    <a:pt x="503" y="253"/>
                  </a:lnTo>
                  <a:lnTo>
                    <a:pt x="465" y="253"/>
                  </a:lnTo>
                  <a:lnTo>
                    <a:pt x="451" y="255"/>
                  </a:lnTo>
                  <a:lnTo>
                    <a:pt x="442" y="260"/>
                  </a:lnTo>
                  <a:lnTo>
                    <a:pt x="435" y="269"/>
                  </a:lnTo>
                  <a:lnTo>
                    <a:pt x="432" y="281"/>
                  </a:lnTo>
                  <a:lnTo>
                    <a:pt x="431" y="296"/>
                  </a:lnTo>
                  <a:lnTo>
                    <a:pt x="431" y="389"/>
                  </a:lnTo>
                  <a:lnTo>
                    <a:pt x="398" y="366"/>
                  </a:lnTo>
                  <a:lnTo>
                    <a:pt x="372" y="358"/>
                  </a:lnTo>
                  <a:lnTo>
                    <a:pt x="369" y="343"/>
                  </a:lnTo>
                  <a:lnTo>
                    <a:pt x="354" y="327"/>
                  </a:lnTo>
                  <a:lnTo>
                    <a:pt x="340" y="316"/>
                  </a:lnTo>
                  <a:lnTo>
                    <a:pt x="383" y="307"/>
                  </a:lnTo>
                  <a:lnTo>
                    <a:pt x="393" y="304"/>
                  </a:lnTo>
                  <a:lnTo>
                    <a:pt x="399" y="295"/>
                  </a:lnTo>
                  <a:lnTo>
                    <a:pt x="401" y="285"/>
                  </a:lnTo>
                  <a:lnTo>
                    <a:pt x="402" y="272"/>
                  </a:lnTo>
                  <a:lnTo>
                    <a:pt x="405" y="269"/>
                  </a:lnTo>
                  <a:lnTo>
                    <a:pt x="412" y="260"/>
                  </a:lnTo>
                  <a:lnTo>
                    <a:pt x="412" y="258"/>
                  </a:lnTo>
                  <a:lnTo>
                    <a:pt x="412" y="253"/>
                  </a:lnTo>
                  <a:lnTo>
                    <a:pt x="408" y="249"/>
                  </a:lnTo>
                  <a:lnTo>
                    <a:pt x="415" y="242"/>
                  </a:lnTo>
                  <a:lnTo>
                    <a:pt x="416" y="226"/>
                  </a:lnTo>
                  <a:lnTo>
                    <a:pt x="425" y="220"/>
                  </a:lnTo>
                  <a:lnTo>
                    <a:pt x="430" y="214"/>
                  </a:lnTo>
                  <a:lnTo>
                    <a:pt x="431" y="209"/>
                  </a:lnTo>
                  <a:lnTo>
                    <a:pt x="427" y="203"/>
                  </a:lnTo>
                  <a:lnTo>
                    <a:pt x="415" y="187"/>
                  </a:lnTo>
                  <a:lnTo>
                    <a:pt x="412" y="179"/>
                  </a:lnTo>
                  <a:lnTo>
                    <a:pt x="410" y="168"/>
                  </a:lnTo>
                  <a:lnTo>
                    <a:pt x="412" y="148"/>
                  </a:lnTo>
                  <a:lnTo>
                    <a:pt x="412" y="141"/>
                  </a:lnTo>
                  <a:lnTo>
                    <a:pt x="393" y="94"/>
                  </a:lnTo>
                  <a:lnTo>
                    <a:pt x="383" y="82"/>
                  </a:lnTo>
                  <a:lnTo>
                    <a:pt x="375" y="74"/>
                  </a:lnTo>
                  <a:lnTo>
                    <a:pt x="372" y="55"/>
                  </a:lnTo>
                  <a:lnTo>
                    <a:pt x="357" y="43"/>
                  </a:lnTo>
                  <a:lnTo>
                    <a:pt x="338" y="38"/>
                  </a:lnTo>
                  <a:lnTo>
                    <a:pt x="318" y="28"/>
                  </a:lnTo>
                  <a:lnTo>
                    <a:pt x="304" y="23"/>
                  </a:lnTo>
                  <a:lnTo>
                    <a:pt x="289" y="23"/>
                  </a:lnTo>
                  <a:lnTo>
                    <a:pt x="278" y="20"/>
                  </a:lnTo>
                  <a:lnTo>
                    <a:pt x="253" y="25"/>
                  </a:lnTo>
                  <a:lnTo>
                    <a:pt x="240" y="25"/>
                  </a:lnTo>
                  <a:lnTo>
                    <a:pt x="224" y="31"/>
                  </a:lnTo>
                  <a:lnTo>
                    <a:pt x="213" y="37"/>
                  </a:lnTo>
                  <a:lnTo>
                    <a:pt x="201" y="43"/>
                  </a:lnTo>
                  <a:lnTo>
                    <a:pt x="174" y="69"/>
                  </a:lnTo>
                  <a:lnTo>
                    <a:pt x="169" y="82"/>
                  </a:lnTo>
                  <a:lnTo>
                    <a:pt x="163" y="101"/>
                  </a:lnTo>
                  <a:lnTo>
                    <a:pt x="159" y="113"/>
                  </a:lnTo>
                  <a:lnTo>
                    <a:pt x="154" y="130"/>
                  </a:lnTo>
                  <a:lnTo>
                    <a:pt x="154" y="145"/>
                  </a:lnTo>
                  <a:lnTo>
                    <a:pt x="154" y="160"/>
                  </a:lnTo>
                  <a:lnTo>
                    <a:pt x="158" y="173"/>
                  </a:lnTo>
                  <a:lnTo>
                    <a:pt x="157" y="185"/>
                  </a:lnTo>
                  <a:lnTo>
                    <a:pt x="162" y="197"/>
                  </a:lnTo>
                  <a:lnTo>
                    <a:pt x="167" y="203"/>
                  </a:lnTo>
                  <a:lnTo>
                    <a:pt x="174" y="210"/>
                  </a:lnTo>
                  <a:lnTo>
                    <a:pt x="174" y="226"/>
                  </a:lnTo>
                  <a:lnTo>
                    <a:pt x="200" y="249"/>
                  </a:lnTo>
                  <a:lnTo>
                    <a:pt x="235" y="282"/>
                  </a:lnTo>
                  <a:lnTo>
                    <a:pt x="282" y="319"/>
                  </a:lnTo>
                  <a:lnTo>
                    <a:pt x="291" y="324"/>
                  </a:lnTo>
                  <a:lnTo>
                    <a:pt x="300" y="327"/>
                  </a:lnTo>
                  <a:lnTo>
                    <a:pt x="318" y="319"/>
                  </a:lnTo>
                  <a:lnTo>
                    <a:pt x="308" y="335"/>
                  </a:lnTo>
                  <a:lnTo>
                    <a:pt x="318" y="350"/>
                  </a:lnTo>
                  <a:lnTo>
                    <a:pt x="315" y="362"/>
                  </a:lnTo>
                  <a:lnTo>
                    <a:pt x="311" y="374"/>
                  </a:lnTo>
                </a:path>
              </a:pathLst>
            </a:custGeom>
            <a:solidFill>
              <a:schemeClr val="accent1"/>
            </a:solidFill>
            <a:ln w="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7" name="Freeform 138"/>
            <p:cNvSpPr>
              <a:spLocks/>
            </p:cNvSpPr>
            <p:nvPr/>
          </p:nvSpPr>
          <p:spPr bwMode="auto">
            <a:xfrm>
              <a:off x="535" y="2191"/>
              <a:ext cx="20" cy="51"/>
            </a:xfrm>
            <a:custGeom>
              <a:avLst/>
              <a:gdLst>
                <a:gd name="T0" fmla="*/ 0 w 61"/>
                <a:gd name="T1" fmla="*/ 0 h 147"/>
                <a:gd name="T2" fmla="*/ 0 w 61"/>
                <a:gd name="T3" fmla="*/ 0 h 147"/>
                <a:gd name="T4" fmla="*/ 0 w 61"/>
                <a:gd name="T5" fmla="*/ 0 h 147"/>
                <a:gd name="T6" fmla="*/ 0 w 61"/>
                <a:gd name="T7" fmla="*/ 0 h 147"/>
                <a:gd name="T8" fmla="*/ 0 w 61"/>
                <a:gd name="T9" fmla="*/ 0 h 147"/>
                <a:gd name="T10" fmla="*/ 0 w 61"/>
                <a:gd name="T11" fmla="*/ 0 h 147"/>
                <a:gd name="T12" fmla="*/ 0 w 61"/>
                <a:gd name="T13" fmla="*/ 0 h 147"/>
                <a:gd name="T14" fmla="*/ 0 w 61"/>
                <a:gd name="T15" fmla="*/ 0 h 147"/>
                <a:gd name="T16" fmla="*/ 0 w 61"/>
                <a:gd name="T17" fmla="*/ 0 h 147"/>
                <a:gd name="T18" fmla="*/ 0 w 61"/>
                <a:gd name="T19" fmla="*/ 0 h 147"/>
                <a:gd name="T20" fmla="*/ 0 w 61"/>
                <a:gd name="T21" fmla="*/ 0 h 147"/>
                <a:gd name="T22" fmla="*/ 0 w 61"/>
                <a:gd name="T23" fmla="*/ 0 h 147"/>
                <a:gd name="T24" fmla="*/ 0 w 61"/>
                <a:gd name="T25" fmla="*/ 0 h 147"/>
                <a:gd name="T26" fmla="*/ 0 w 61"/>
                <a:gd name="T27" fmla="*/ 0 h 147"/>
                <a:gd name="T28" fmla="*/ 0 w 61"/>
                <a:gd name="T29" fmla="*/ 0 h 147"/>
                <a:gd name="T30" fmla="*/ 0 w 61"/>
                <a:gd name="T31" fmla="*/ 0 h 14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61"/>
                <a:gd name="T49" fmla="*/ 0 h 147"/>
                <a:gd name="T50" fmla="*/ 61 w 61"/>
                <a:gd name="T51" fmla="*/ 147 h 147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61" h="147">
                  <a:moveTo>
                    <a:pt x="0" y="0"/>
                  </a:moveTo>
                  <a:lnTo>
                    <a:pt x="4" y="23"/>
                  </a:lnTo>
                  <a:lnTo>
                    <a:pt x="14" y="58"/>
                  </a:lnTo>
                  <a:lnTo>
                    <a:pt x="22" y="70"/>
                  </a:lnTo>
                  <a:lnTo>
                    <a:pt x="39" y="108"/>
                  </a:lnTo>
                  <a:lnTo>
                    <a:pt x="54" y="147"/>
                  </a:lnTo>
                  <a:lnTo>
                    <a:pt x="57" y="103"/>
                  </a:lnTo>
                  <a:lnTo>
                    <a:pt x="61" y="91"/>
                  </a:lnTo>
                  <a:lnTo>
                    <a:pt x="49" y="79"/>
                  </a:lnTo>
                  <a:lnTo>
                    <a:pt x="51" y="72"/>
                  </a:lnTo>
                  <a:lnTo>
                    <a:pt x="54" y="57"/>
                  </a:lnTo>
                  <a:lnTo>
                    <a:pt x="42" y="50"/>
                  </a:lnTo>
                  <a:lnTo>
                    <a:pt x="26" y="36"/>
                  </a:lnTo>
                  <a:lnTo>
                    <a:pt x="17" y="27"/>
                  </a:lnTo>
                  <a:lnTo>
                    <a:pt x="11" y="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8" name="Freeform 139"/>
            <p:cNvSpPr>
              <a:spLocks/>
            </p:cNvSpPr>
            <p:nvPr/>
          </p:nvSpPr>
          <p:spPr bwMode="auto">
            <a:xfrm>
              <a:off x="535" y="2191"/>
              <a:ext cx="20" cy="51"/>
            </a:xfrm>
            <a:custGeom>
              <a:avLst/>
              <a:gdLst>
                <a:gd name="T0" fmla="*/ 0 w 61"/>
                <a:gd name="T1" fmla="*/ 0 h 147"/>
                <a:gd name="T2" fmla="*/ 0 w 61"/>
                <a:gd name="T3" fmla="*/ 0 h 147"/>
                <a:gd name="T4" fmla="*/ 0 w 61"/>
                <a:gd name="T5" fmla="*/ 0 h 147"/>
                <a:gd name="T6" fmla="*/ 0 w 61"/>
                <a:gd name="T7" fmla="*/ 0 h 147"/>
                <a:gd name="T8" fmla="*/ 0 w 61"/>
                <a:gd name="T9" fmla="*/ 0 h 147"/>
                <a:gd name="T10" fmla="*/ 0 w 61"/>
                <a:gd name="T11" fmla="*/ 0 h 147"/>
                <a:gd name="T12" fmla="*/ 0 w 61"/>
                <a:gd name="T13" fmla="*/ 0 h 147"/>
                <a:gd name="T14" fmla="*/ 0 w 61"/>
                <a:gd name="T15" fmla="*/ 0 h 147"/>
                <a:gd name="T16" fmla="*/ 0 w 61"/>
                <a:gd name="T17" fmla="*/ 0 h 147"/>
                <a:gd name="T18" fmla="*/ 0 w 61"/>
                <a:gd name="T19" fmla="*/ 0 h 147"/>
                <a:gd name="T20" fmla="*/ 0 w 61"/>
                <a:gd name="T21" fmla="*/ 0 h 147"/>
                <a:gd name="T22" fmla="*/ 0 w 61"/>
                <a:gd name="T23" fmla="*/ 0 h 147"/>
                <a:gd name="T24" fmla="*/ 0 w 61"/>
                <a:gd name="T25" fmla="*/ 0 h 147"/>
                <a:gd name="T26" fmla="*/ 0 w 61"/>
                <a:gd name="T27" fmla="*/ 0 h 147"/>
                <a:gd name="T28" fmla="*/ 0 w 61"/>
                <a:gd name="T29" fmla="*/ 0 h 147"/>
                <a:gd name="T30" fmla="*/ 0 w 61"/>
                <a:gd name="T31" fmla="*/ 0 h 14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61"/>
                <a:gd name="T49" fmla="*/ 0 h 147"/>
                <a:gd name="T50" fmla="*/ 61 w 61"/>
                <a:gd name="T51" fmla="*/ 147 h 147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61" h="147">
                  <a:moveTo>
                    <a:pt x="0" y="0"/>
                  </a:moveTo>
                  <a:lnTo>
                    <a:pt x="4" y="23"/>
                  </a:lnTo>
                  <a:lnTo>
                    <a:pt x="14" y="58"/>
                  </a:lnTo>
                  <a:lnTo>
                    <a:pt x="22" y="70"/>
                  </a:lnTo>
                  <a:lnTo>
                    <a:pt x="39" y="108"/>
                  </a:lnTo>
                  <a:lnTo>
                    <a:pt x="54" y="147"/>
                  </a:lnTo>
                  <a:lnTo>
                    <a:pt x="57" y="103"/>
                  </a:lnTo>
                  <a:lnTo>
                    <a:pt x="61" y="91"/>
                  </a:lnTo>
                  <a:lnTo>
                    <a:pt x="49" y="79"/>
                  </a:lnTo>
                  <a:lnTo>
                    <a:pt x="51" y="72"/>
                  </a:lnTo>
                  <a:lnTo>
                    <a:pt x="54" y="57"/>
                  </a:lnTo>
                  <a:lnTo>
                    <a:pt x="42" y="50"/>
                  </a:lnTo>
                  <a:lnTo>
                    <a:pt x="26" y="36"/>
                  </a:lnTo>
                  <a:lnTo>
                    <a:pt x="17" y="27"/>
                  </a:lnTo>
                  <a:lnTo>
                    <a:pt x="11" y="19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 w="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9" name="Freeform 140"/>
            <p:cNvSpPr>
              <a:spLocks/>
            </p:cNvSpPr>
            <p:nvPr/>
          </p:nvSpPr>
          <p:spPr bwMode="auto">
            <a:xfrm>
              <a:off x="560" y="2211"/>
              <a:ext cx="8" cy="32"/>
            </a:xfrm>
            <a:custGeom>
              <a:avLst/>
              <a:gdLst>
                <a:gd name="T0" fmla="*/ 0 w 24"/>
                <a:gd name="T1" fmla="*/ 0 h 95"/>
                <a:gd name="T2" fmla="*/ 0 w 24"/>
                <a:gd name="T3" fmla="*/ 0 h 95"/>
                <a:gd name="T4" fmla="*/ 0 w 24"/>
                <a:gd name="T5" fmla="*/ 0 h 95"/>
                <a:gd name="T6" fmla="*/ 0 w 24"/>
                <a:gd name="T7" fmla="*/ 0 h 95"/>
                <a:gd name="T8" fmla="*/ 0 w 24"/>
                <a:gd name="T9" fmla="*/ 0 h 95"/>
                <a:gd name="T10" fmla="*/ 0 w 24"/>
                <a:gd name="T11" fmla="*/ 0 h 95"/>
                <a:gd name="T12" fmla="*/ 0 w 24"/>
                <a:gd name="T13" fmla="*/ 0 h 95"/>
                <a:gd name="T14" fmla="*/ 0 w 24"/>
                <a:gd name="T15" fmla="*/ 0 h 95"/>
                <a:gd name="T16" fmla="*/ 0 w 24"/>
                <a:gd name="T17" fmla="*/ 0 h 95"/>
                <a:gd name="T18" fmla="*/ 0 w 24"/>
                <a:gd name="T19" fmla="*/ 0 h 95"/>
                <a:gd name="T20" fmla="*/ 0 w 24"/>
                <a:gd name="T21" fmla="*/ 0 h 95"/>
                <a:gd name="T22" fmla="*/ 0 w 24"/>
                <a:gd name="T23" fmla="*/ 0 h 9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4"/>
                <a:gd name="T37" fmla="*/ 0 h 95"/>
                <a:gd name="T38" fmla="*/ 24 w 24"/>
                <a:gd name="T39" fmla="*/ 95 h 9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4" h="95">
                  <a:moveTo>
                    <a:pt x="0" y="6"/>
                  </a:moveTo>
                  <a:lnTo>
                    <a:pt x="8" y="16"/>
                  </a:lnTo>
                  <a:lnTo>
                    <a:pt x="4" y="39"/>
                  </a:lnTo>
                  <a:lnTo>
                    <a:pt x="8" y="44"/>
                  </a:lnTo>
                  <a:lnTo>
                    <a:pt x="12" y="59"/>
                  </a:lnTo>
                  <a:lnTo>
                    <a:pt x="21" y="95"/>
                  </a:lnTo>
                  <a:lnTo>
                    <a:pt x="24" y="42"/>
                  </a:lnTo>
                  <a:lnTo>
                    <a:pt x="22" y="12"/>
                  </a:lnTo>
                  <a:lnTo>
                    <a:pt x="20" y="6"/>
                  </a:lnTo>
                  <a:lnTo>
                    <a:pt x="18" y="2"/>
                  </a:lnTo>
                  <a:lnTo>
                    <a:pt x="12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0" name="Freeform 141"/>
            <p:cNvSpPr>
              <a:spLocks/>
            </p:cNvSpPr>
            <p:nvPr/>
          </p:nvSpPr>
          <p:spPr bwMode="auto">
            <a:xfrm>
              <a:off x="560" y="2211"/>
              <a:ext cx="8" cy="32"/>
            </a:xfrm>
            <a:custGeom>
              <a:avLst/>
              <a:gdLst>
                <a:gd name="T0" fmla="*/ 0 w 24"/>
                <a:gd name="T1" fmla="*/ 0 h 95"/>
                <a:gd name="T2" fmla="*/ 0 w 24"/>
                <a:gd name="T3" fmla="*/ 0 h 95"/>
                <a:gd name="T4" fmla="*/ 0 w 24"/>
                <a:gd name="T5" fmla="*/ 0 h 95"/>
                <a:gd name="T6" fmla="*/ 0 w 24"/>
                <a:gd name="T7" fmla="*/ 0 h 95"/>
                <a:gd name="T8" fmla="*/ 0 w 24"/>
                <a:gd name="T9" fmla="*/ 0 h 95"/>
                <a:gd name="T10" fmla="*/ 0 w 24"/>
                <a:gd name="T11" fmla="*/ 0 h 95"/>
                <a:gd name="T12" fmla="*/ 0 w 24"/>
                <a:gd name="T13" fmla="*/ 0 h 95"/>
                <a:gd name="T14" fmla="*/ 0 w 24"/>
                <a:gd name="T15" fmla="*/ 0 h 95"/>
                <a:gd name="T16" fmla="*/ 0 w 24"/>
                <a:gd name="T17" fmla="*/ 0 h 95"/>
                <a:gd name="T18" fmla="*/ 0 w 24"/>
                <a:gd name="T19" fmla="*/ 0 h 95"/>
                <a:gd name="T20" fmla="*/ 0 w 24"/>
                <a:gd name="T21" fmla="*/ 0 h 95"/>
                <a:gd name="T22" fmla="*/ 0 w 24"/>
                <a:gd name="T23" fmla="*/ 0 h 9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4"/>
                <a:gd name="T37" fmla="*/ 0 h 95"/>
                <a:gd name="T38" fmla="*/ 24 w 24"/>
                <a:gd name="T39" fmla="*/ 95 h 9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4" h="95">
                  <a:moveTo>
                    <a:pt x="0" y="6"/>
                  </a:moveTo>
                  <a:lnTo>
                    <a:pt x="8" y="16"/>
                  </a:lnTo>
                  <a:lnTo>
                    <a:pt x="4" y="39"/>
                  </a:lnTo>
                  <a:lnTo>
                    <a:pt x="8" y="44"/>
                  </a:lnTo>
                  <a:lnTo>
                    <a:pt x="12" y="59"/>
                  </a:lnTo>
                  <a:lnTo>
                    <a:pt x="21" y="95"/>
                  </a:lnTo>
                  <a:lnTo>
                    <a:pt x="24" y="42"/>
                  </a:lnTo>
                  <a:lnTo>
                    <a:pt x="22" y="12"/>
                  </a:lnTo>
                  <a:lnTo>
                    <a:pt x="20" y="6"/>
                  </a:lnTo>
                  <a:lnTo>
                    <a:pt x="18" y="2"/>
                  </a:lnTo>
                  <a:lnTo>
                    <a:pt x="12" y="0"/>
                  </a:lnTo>
                  <a:lnTo>
                    <a:pt x="0" y="6"/>
                  </a:lnTo>
                </a:path>
              </a:pathLst>
            </a:custGeom>
            <a:solidFill>
              <a:schemeClr val="accent1"/>
            </a:solidFill>
            <a:ln w="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1" name="Freeform 142"/>
            <p:cNvSpPr>
              <a:spLocks/>
            </p:cNvSpPr>
            <p:nvPr/>
          </p:nvSpPr>
          <p:spPr bwMode="auto">
            <a:xfrm>
              <a:off x="599" y="2139"/>
              <a:ext cx="162" cy="158"/>
            </a:xfrm>
            <a:custGeom>
              <a:avLst/>
              <a:gdLst>
                <a:gd name="T0" fmla="*/ 0 w 496"/>
                <a:gd name="T1" fmla="*/ 0 h 472"/>
                <a:gd name="T2" fmla="*/ 0 w 496"/>
                <a:gd name="T3" fmla="*/ 0 h 472"/>
                <a:gd name="T4" fmla="*/ 0 w 496"/>
                <a:gd name="T5" fmla="*/ 0 h 472"/>
                <a:gd name="T6" fmla="*/ 0 w 496"/>
                <a:gd name="T7" fmla="*/ 0 h 472"/>
                <a:gd name="T8" fmla="*/ 0 w 496"/>
                <a:gd name="T9" fmla="*/ 0 h 472"/>
                <a:gd name="T10" fmla="*/ 0 w 496"/>
                <a:gd name="T11" fmla="*/ 0 h 472"/>
                <a:gd name="T12" fmla="*/ 0 w 496"/>
                <a:gd name="T13" fmla="*/ 0 h 472"/>
                <a:gd name="T14" fmla="*/ 0 w 496"/>
                <a:gd name="T15" fmla="*/ 0 h 472"/>
                <a:gd name="T16" fmla="*/ 0 w 496"/>
                <a:gd name="T17" fmla="*/ 0 h 472"/>
                <a:gd name="T18" fmla="*/ 0 w 496"/>
                <a:gd name="T19" fmla="*/ 0 h 472"/>
                <a:gd name="T20" fmla="*/ 0 w 496"/>
                <a:gd name="T21" fmla="*/ 0 h 472"/>
                <a:gd name="T22" fmla="*/ 0 w 496"/>
                <a:gd name="T23" fmla="*/ 0 h 472"/>
                <a:gd name="T24" fmla="*/ 0 w 496"/>
                <a:gd name="T25" fmla="*/ 0 h 472"/>
                <a:gd name="T26" fmla="*/ 0 w 496"/>
                <a:gd name="T27" fmla="*/ 0 h 472"/>
                <a:gd name="T28" fmla="*/ 0 w 496"/>
                <a:gd name="T29" fmla="*/ 0 h 472"/>
                <a:gd name="T30" fmla="*/ 0 w 496"/>
                <a:gd name="T31" fmla="*/ 0 h 472"/>
                <a:gd name="T32" fmla="*/ 0 w 496"/>
                <a:gd name="T33" fmla="*/ 0 h 472"/>
                <a:gd name="T34" fmla="*/ 0 w 496"/>
                <a:gd name="T35" fmla="*/ 0 h 472"/>
                <a:gd name="T36" fmla="*/ 0 w 496"/>
                <a:gd name="T37" fmla="*/ 0 h 472"/>
                <a:gd name="T38" fmla="*/ 0 w 496"/>
                <a:gd name="T39" fmla="*/ 0 h 472"/>
                <a:gd name="T40" fmla="*/ 0 w 496"/>
                <a:gd name="T41" fmla="*/ 0 h 472"/>
                <a:gd name="T42" fmla="*/ 0 w 496"/>
                <a:gd name="T43" fmla="*/ 0 h 472"/>
                <a:gd name="T44" fmla="*/ 0 w 496"/>
                <a:gd name="T45" fmla="*/ 0 h 472"/>
                <a:gd name="T46" fmla="*/ 0 w 496"/>
                <a:gd name="T47" fmla="*/ 0 h 472"/>
                <a:gd name="T48" fmla="*/ 0 w 496"/>
                <a:gd name="T49" fmla="*/ 0 h 472"/>
                <a:gd name="T50" fmla="*/ 0 w 496"/>
                <a:gd name="T51" fmla="*/ 0 h 472"/>
                <a:gd name="T52" fmla="*/ 0 w 496"/>
                <a:gd name="T53" fmla="*/ 0 h 472"/>
                <a:gd name="T54" fmla="*/ 0 w 496"/>
                <a:gd name="T55" fmla="*/ 0 h 472"/>
                <a:gd name="T56" fmla="*/ 0 w 496"/>
                <a:gd name="T57" fmla="*/ 0 h 472"/>
                <a:gd name="T58" fmla="*/ 0 w 496"/>
                <a:gd name="T59" fmla="*/ 0 h 472"/>
                <a:gd name="T60" fmla="*/ 0 w 496"/>
                <a:gd name="T61" fmla="*/ 0 h 472"/>
                <a:gd name="T62" fmla="*/ 0 w 496"/>
                <a:gd name="T63" fmla="*/ 0 h 472"/>
                <a:gd name="T64" fmla="*/ 0 w 496"/>
                <a:gd name="T65" fmla="*/ 0 h 472"/>
                <a:gd name="T66" fmla="*/ 0 w 496"/>
                <a:gd name="T67" fmla="*/ 0 h 472"/>
                <a:gd name="T68" fmla="*/ 0 w 496"/>
                <a:gd name="T69" fmla="*/ 0 h 472"/>
                <a:gd name="T70" fmla="*/ 0 w 496"/>
                <a:gd name="T71" fmla="*/ 0 h 472"/>
                <a:gd name="T72" fmla="*/ 0 w 496"/>
                <a:gd name="T73" fmla="*/ 0 h 472"/>
                <a:gd name="T74" fmla="*/ 0 w 496"/>
                <a:gd name="T75" fmla="*/ 0 h 472"/>
                <a:gd name="T76" fmla="*/ 0 w 496"/>
                <a:gd name="T77" fmla="*/ 0 h 472"/>
                <a:gd name="T78" fmla="*/ 0 w 496"/>
                <a:gd name="T79" fmla="*/ 0 h 472"/>
                <a:gd name="T80" fmla="*/ 0 w 496"/>
                <a:gd name="T81" fmla="*/ 0 h 472"/>
                <a:gd name="T82" fmla="*/ 0 w 496"/>
                <a:gd name="T83" fmla="*/ 0 h 472"/>
                <a:gd name="T84" fmla="*/ 0 w 496"/>
                <a:gd name="T85" fmla="*/ 0 h 472"/>
                <a:gd name="T86" fmla="*/ 0 w 496"/>
                <a:gd name="T87" fmla="*/ 0 h 472"/>
                <a:gd name="T88" fmla="*/ 0 w 496"/>
                <a:gd name="T89" fmla="*/ 0 h 472"/>
                <a:gd name="T90" fmla="*/ 0 w 496"/>
                <a:gd name="T91" fmla="*/ 0 h 472"/>
                <a:gd name="T92" fmla="*/ 0 w 496"/>
                <a:gd name="T93" fmla="*/ 0 h 472"/>
                <a:gd name="T94" fmla="*/ 0 w 496"/>
                <a:gd name="T95" fmla="*/ 0 h 472"/>
                <a:gd name="T96" fmla="*/ 0 w 496"/>
                <a:gd name="T97" fmla="*/ 0 h 472"/>
                <a:gd name="T98" fmla="*/ 0 w 496"/>
                <a:gd name="T99" fmla="*/ 0 h 472"/>
                <a:gd name="T100" fmla="*/ 0 w 496"/>
                <a:gd name="T101" fmla="*/ 0 h 47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96"/>
                <a:gd name="T154" fmla="*/ 0 h 472"/>
                <a:gd name="T155" fmla="*/ 496 w 496"/>
                <a:gd name="T156" fmla="*/ 472 h 47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96" h="472">
                  <a:moveTo>
                    <a:pt x="9" y="415"/>
                  </a:moveTo>
                  <a:lnTo>
                    <a:pt x="5" y="422"/>
                  </a:lnTo>
                  <a:lnTo>
                    <a:pt x="2" y="442"/>
                  </a:lnTo>
                  <a:lnTo>
                    <a:pt x="0" y="460"/>
                  </a:lnTo>
                  <a:lnTo>
                    <a:pt x="2" y="472"/>
                  </a:lnTo>
                  <a:lnTo>
                    <a:pt x="8" y="465"/>
                  </a:lnTo>
                  <a:lnTo>
                    <a:pt x="16" y="457"/>
                  </a:lnTo>
                  <a:lnTo>
                    <a:pt x="23" y="457"/>
                  </a:lnTo>
                  <a:lnTo>
                    <a:pt x="32" y="465"/>
                  </a:lnTo>
                  <a:lnTo>
                    <a:pt x="56" y="465"/>
                  </a:lnTo>
                  <a:lnTo>
                    <a:pt x="86" y="461"/>
                  </a:lnTo>
                  <a:lnTo>
                    <a:pt x="98" y="455"/>
                  </a:lnTo>
                  <a:lnTo>
                    <a:pt x="110" y="454"/>
                  </a:lnTo>
                  <a:lnTo>
                    <a:pt x="128" y="457"/>
                  </a:lnTo>
                  <a:lnTo>
                    <a:pt x="138" y="461"/>
                  </a:lnTo>
                  <a:lnTo>
                    <a:pt x="149" y="461"/>
                  </a:lnTo>
                  <a:lnTo>
                    <a:pt x="154" y="454"/>
                  </a:lnTo>
                  <a:lnTo>
                    <a:pt x="164" y="450"/>
                  </a:lnTo>
                  <a:lnTo>
                    <a:pt x="167" y="447"/>
                  </a:lnTo>
                  <a:lnTo>
                    <a:pt x="171" y="434"/>
                  </a:lnTo>
                  <a:lnTo>
                    <a:pt x="185" y="434"/>
                  </a:lnTo>
                  <a:lnTo>
                    <a:pt x="191" y="437"/>
                  </a:lnTo>
                  <a:lnTo>
                    <a:pt x="197" y="427"/>
                  </a:lnTo>
                  <a:lnTo>
                    <a:pt x="225" y="415"/>
                  </a:lnTo>
                  <a:lnTo>
                    <a:pt x="233" y="415"/>
                  </a:lnTo>
                  <a:lnTo>
                    <a:pt x="236" y="399"/>
                  </a:lnTo>
                  <a:lnTo>
                    <a:pt x="218" y="411"/>
                  </a:lnTo>
                  <a:lnTo>
                    <a:pt x="207" y="413"/>
                  </a:lnTo>
                  <a:lnTo>
                    <a:pt x="197" y="415"/>
                  </a:lnTo>
                  <a:lnTo>
                    <a:pt x="185" y="415"/>
                  </a:lnTo>
                  <a:lnTo>
                    <a:pt x="189" y="402"/>
                  </a:lnTo>
                  <a:lnTo>
                    <a:pt x="191" y="393"/>
                  </a:lnTo>
                  <a:lnTo>
                    <a:pt x="197" y="383"/>
                  </a:lnTo>
                  <a:lnTo>
                    <a:pt x="204" y="370"/>
                  </a:lnTo>
                  <a:lnTo>
                    <a:pt x="218" y="357"/>
                  </a:lnTo>
                  <a:lnTo>
                    <a:pt x="225" y="353"/>
                  </a:lnTo>
                  <a:lnTo>
                    <a:pt x="265" y="357"/>
                  </a:lnTo>
                  <a:lnTo>
                    <a:pt x="262" y="364"/>
                  </a:lnTo>
                  <a:lnTo>
                    <a:pt x="259" y="375"/>
                  </a:lnTo>
                  <a:lnTo>
                    <a:pt x="256" y="385"/>
                  </a:lnTo>
                  <a:lnTo>
                    <a:pt x="259" y="396"/>
                  </a:lnTo>
                  <a:lnTo>
                    <a:pt x="261" y="403"/>
                  </a:lnTo>
                  <a:lnTo>
                    <a:pt x="269" y="406"/>
                  </a:lnTo>
                  <a:lnTo>
                    <a:pt x="282" y="410"/>
                  </a:lnTo>
                  <a:lnTo>
                    <a:pt x="287" y="416"/>
                  </a:lnTo>
                  <a:lnTo>
                    <a:pt x="292" y="420"/>
                  </a:lnTo>
                  <a:lnTo>
                    <a:pt x="305" y="419"/>
                  </a:lnTo>
                  <a:lnTo>
                    <a:pt x="313" y="422"/>
                  </a:lnTo>
                  <a:lnTo>
                    <a:pt x="318" y="422"/>
                  </a:lnTo>
                  <a:lnTo>
                    <a:pt x="326" y="419"/>
                  </a:lnTo>
                  <a:lnTo>
                    <a:pt x="331" y="419"/>
                  </a:lnTo>
                  <a:lnTo>
                    <a:pt x="341" y="422"/>
                  </a:lnTo>
                  <a:lnTo>
                    <a:pt x="370" y="416"/>
                  </a:lnTo>
                  <a:lnTo>
                    <a:pt x="375" y="413"/>
                  </a:lnTo>
                  <a:lnTo>
                    <a:pt x="381" y="409"/>
                  </a:lnTo>
                  <a:lnTo>
                    <a:pt x="384" y="403"/>
                  </a:lnTo>
                  <a:lnTo>
                    <a:pt x="387" y="399"/>
                  </a:lnTo>
                  <a:lnTo>
                    <a:pt x="399" y="399"/>
                  </a:lnTo>
                  <a:lnTo>
                    <a:pt x="410" y="399"/>
                  </a:lnTo>
                  <a:lnTo>
                    <a:pt x="410" y="394"/>
                  </a:lnTo>
                  <a:lnTo>
                    <a:pt x="409" y="387"/>
                  </a:lnTo>
                  <a:lnTo>
                    <a:pt x="405" y="379"/>
                  </a:lnTo>
                  <a:lnTo>
                    <a:pt x="398" y="373"/>
                  </a:lnTo>
                  <a:lnTo>
                    <a:pt x="387" y="364"/>
                  </a:lnTo>
                  <a:lnTo>
                    <a:pt x="397" y="360"/>
                  </a:lnTo>
                  <a:lnTo>
                    <a:pt x="406" y="357"/>
                  </a:lnTo>
                  <a:lnTo>
                    <a:pt x="413" y="357"/>
                  </a:lnTo>
                  <a:lnTo>
                    <a:pt x="419" y="360"/>
                  </a:lnTo>
                  <a:lnTo>
                    <a:pt x="425" y="366"/>
                  </a:lnTo>
                  <a:lnTo>
                    <a:pt x="437" y="388"/>
                  </a:lnTo>
                  <a:lnTo>
                    <a:pt x="440" y="399"/>
                  </a:lnTo>
                  <a:lnTo>
                    <a:pt x="441" y="406"/>
                  </a:lnTo>
                  <a:lnTo>
                    <a:pt x="460" y="411"/>
                  </a:lnTo>
                  <a:lnTo>
                    <a:pt x="466" y="411"/>
                  </a:lnTo>
                  <a:lnTo>
                    <a:pt x="487" y="396"/>
                  </a:lnTo>
                  <a:lnTo>
                    <a:pt x="492" y="387"/>
                  </a:lnTo>
                  <a:lnTo>
                    <a:pt x="496" y="379"/>
                  </a:lnTo>
                  <a:lnTo>
                    <a:pt x="496" y="363"/>
                  </a:lnTo>
                  <a:lnTo>
                    <a:pt x="492" y="351"/>
                  </a:lnTo>
                  <a:lnTo>
                    <a:pt x="487" y="345"/>
                  </a:lnTo>
                  <a:lnTo>
                    <a:pt x="467" y="325"/>
                  </a:lnTo>
                  <a:lnTo>
                    <a:pt x="464" y="315"/>
                  </a:lnTo>
                  <a:lnTo>
                    <a:pt x="459" y="309"/>
                  </a:lnTo>
                  <a:lnTo>
                    <a:pt x="449" y="303"/>
                  </a:lnTo>
                  <a:lnTo>
                    <a:pt x="434" y="291"/>
                  </a:lnTo>
                  <a:lnTo>
                    <a:pt x="431" y="279"/>
                  </a:lnTo>
                  <a:lnTo>
                    <a:pt x="428" y="275"/>
                  </a:lnTo>
                  <a:lnTo>
                    <a:pt x="416" y="267"/>
                  </a:lnTo>
                  <a:lnTo>
                    <a:pt x="392" y="240"/>
                  </a:lnTo>
                  <a:lnTo>
                    <a:pt x="386" y="215"/>
                  </a:lnTo>
                  <a:lnTo>
                    <a:pt x="379" y="200"/>
                  </a:lnTo>
                  <a:lnTo>
                    <a:pt x="374" y="197"/>
                  </a:lnTo>
                  <a:lnTo>
                    <a:pt x="354" y="189"/>
                  </a:lnTo>
                  <a:lnTo>
                    <a:pt x="367" y="188"/>
                  </a:lnTo>
                  <a:lnTo>
                    <a:pt x="376" y="180"/>
                  </a:lnTo>
                  <a:lnTo>
                    <a:pt x="377" y="170"/>
                  </a:lnTo>
                  <a:lnTo>
                    <a:pt x="384" y="166"/>
                  </a:lnTo>
                  <a:lnTo>
                    <a:pt x="388" y="158"/>
                  </a:lnTo>
                  <a:lnTo>
                    <a:pt x="388" y="149"/>
                  </a:lnTo>
                  <a:lnTo>
                    <a:pt x="386" y="142"/>
                  </a:lnTo>
                  <a:lnTo>
                    <a:pt x="390" y="131"/>
                  </a:lnTo>
                  <a:lnTo>
                    <a:pt x="386" y="116"/>
                  </a:lnTo>
                  <a:lnTo>
                    <a:pt x="377" y="101"/>
                  </a:lnTo>
                  <a:lnTo>
                    <a:pt x="377" y="92"/>
                  </a:lnTo>
                  <a:lnTo>
                    <a:pt x="374" y="76"/>
                  </a:lnTo>
                  <a:lnTo>
                    <a:pt x="366" y="64"/>
                  </a:lnTo>
                  <a:lnTo>
                    <a:pt x="357" y="48"/>
                  </a:lnTo>
                  <a:lnTo>
                    <a:pt x="349" y="40"/>
                  </a:lnTo>
                  <a:lnTo>
                    <a:pt x="342" y="30"/>
                  </a:lnTo>
                  <a:lnTo>
                    <a:pt x="341" y="22"/>
                  </a:lnTo>
                  <a:lnTo>
                    <a:pt x="330" y="14"/>
                  </a:lnTo>
                  <a:lnTo>
                    <a:pt x="318" y="10"/>
                  </a:lnTo>
                  <a:lnTo>
                    <a:pt x="312" y="7"/>
                  </a:lnTo>
                  <a:lnTo>
                    <a:pt x="305" y="2"/>
                  </a:lnTo>
                  <a:lnTo>
                    <a:pt x="291" y="2"/>
                  </a:lnTo>
                  <a:lnTo>
                    <a:pt x="286" y="0"/>
                  </a:lnTo>
                  <a:lnTo>
                    <a:pt x="280" y="0"/>
                  </a:lnTo>
                  <a:lnTo>
                    <a:pt x="268" y="5"/>
                  </a:lnTo>
                  <a:lnTo>
                    <a:pt x="255" y="5"/>
                  </a:lnTo>
                  <a:lnTo>
                    <a:pt x="231" y="14"/>
                  </a:lnTo>
                  <a:lnTo>
                    <a:pt x="222" y="21"/>
                  </a:lnTo>
                  <a:lnTo>
                    <a:pt x="217" y="27"/>
                  </a:lnTo>
                  <a:lnTo>
                    <a:pt x="212" y="38"/>
                  </a:lnTo>
                  <a:lnTo>
                    <a:pt x="202" y="46"/>
                  </a:lnTo>
                  <a:lnTo>
                    <a:pt x="197" y="57"/>
                  </a:lnTo>
                  <a:lnTo>
                    <a:pt x="189" y="67"/>
                  </a:lnTo>
                  <a:lnTo>
                    <a:pt x="182" y="75"/>
                  </a:lnTo>
                  <a:lnTo>
                    <a:pt x="177" y="84"/>
                  </a:lnTo>
                  <a:lnTo>
                    <a:pt x="179" y="96"/>
                  </a:lnTo>
                  <a:lnTo>
                    <a:pt x="173" y="104"/>
                  </a:lnTo>
                  <a:lnTo>
                    <a:pt x="171" y="118"/>
                  </a:lnTo>
                  <a:lnTo>
                    <a:pt x="164" y="125"/>
                  </a:lnTo>
                  <a:lnTo>
                    <a:pt x="160" y="137"/>
                  </a:lnTo>
                  <a:lnTo>
                    <a:pt x="162" y="146"/>
                  </a:lnTo>
                  <a:lnTo>
                    <a:pt x="166" y="154"/>
                  </a:lnTo>
                  <a:lnTo>
                    <a:pt x="167" y="166"/>
                  </a:lnTo>
                  <a:lnTo>
                    <a:pt x="172" y="171"/>
                  </a:lnTo>
                  <a:lnTo>
                    <a:pt x="174" y="177"/>
                  </a:lnTo>
                  <a:lnTo>
                    <a:pt x="180" y="177"/>
                  </a:lnTo>
                  <a:lnTo>
                    <a:pt x="165" y="186"/>
                  </a:lnTo>
                  <a:lnTo>
                    <a:pt x="135" y="197"/>
                  </a:lnTo>
                  <a:lnTo>
                    <a:pt x="132" y="201"/>
                  </a:lnTo>
                  <a:lnTo>
                    <a:pt x="130" y="206"/>
                  </a:lnTo>
                  <a:lnTo>
                    <a:pt x="128" y="221"/>
                  </a:lnTo>
                  <a:lnTo>
                    <a:pt x="86" y="221"/>
                  </a:lnTo>
                  <a:lnTo>
                    <a:pt x="77" y="222"/>
                  </a:lnTo>
                  <a:lnTo>
                    <a:pt x="69" y="224"/>
                  </a:lnTo>
                  <a:lnTo>
                    <a:pt x="64" y="228"/>
                  </a:lnTo>
                  <a:lnTo>
                    <a:pt x="59" y="235"/>
                  </a:lnTo>
                  <a:lnTo>
                    <a:pt x="56" y="245"/>
                  </a:lnTo>
                  <a:lnTo>
                    <a:pt x="56" y="251"/>
                  </a:lnTo>
                  <a:lnTo>
                    <a:pt x="56" y="410"/>
                  </a:lnTo>
                  <a:lnTo>
                    <a:pt x="16" y="409"/>
                  </a:lnTo>
                  <a:lnTo>
                    <a:pt x="9" y="41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2" name="Freeform 143"/>
            <p:cNvSpPr>
              <a:spLocks/>
            </p:cNvSpPr>
            <p:nvPr/>
          </p:nvSpPr>
          <p:spPr bwMode="auto">
            <a:xfrm>
              <a:off x="599" y="2139"/>
              <a:ext cx="162" cy="158"/>
            </a:xfrm>
            <a:custGeom>
              <a:avLst/>
              <a:gdLst>
                <a:gd name="T0" fmla="*/ 0 w 496"/>
                <a:gd name="T1" fmla="*/ 0 h 472"/>
                <a:gd name="T2" fmla="*/ 0 w 496"/>
                <a:gd name="T3" fmla="*/ 0 h 472"/>
                <a:gd name="T4" fmla="*/ 0 w 496"/>
                <a:gd name="T5" fmla="*/ 0 h 472"/>
                <a:gd name="T6" fmla="*/ 0 w 496"/>
                <a:gd name="T7" fmla="*/ 0 h 472"/>
                <a:gd name="T8" fmla="*/ 0 w 496"/>
                <a:gd name="T9" fmla="*/ 0 h 472"/>
                <a:gd name="T10" fmla="*/ 0 w 496"/>
                <a:gd name="T11" fmla="*/ 0 h 472"/>
                <a:gd name="T12" fmla="*/ 0 w 496"/>
                <a:gd name="T13" fmla="*/ 0 h 472"/>
                <a:gd name="T14" fmla="*/ 0 w 496"/>
                <a:gd name="T15" fmla="*/ 0 h 472"/>
                <a:gd name="T16" fmla="*/ 0 w 496"/>
                <a:gd name="T17" fmla="*/ 0 h 472"/>
                <a:gd name="T18" fmla="*/ 0 w 496"/>
                <a:gd name="T19" fmla="*/ 0 h 472"/>
                <a:gd name="T20" fmla="*/ 0 w 496"/>
                <a:gd name="T21" fmla="*/ 0 h 472"/>
                <a:gd name="T22" fmla="*/ 0 w 496"/>
                <a:gd name="T23" fmla="*/ 0 h 472"/>
                <a:gd name="T24" fmla="*/ 0 w 496"/>
                <a:gd name="T25" fmla="*/ 0 h 472"/>
                <a:gd name="T26" fmla="*/ 0 w 496"/>
                <a:gd name="T27" fmla="*/ 0 h 472"/>
                <a:gd name="T28" fmla="*/ 0 w 496"/>
                <a:gd name="T29" fmla="*/ 0 h 472"/>
                <a:gd name="T30" fmla="*/ 0 w 496"/>
                <a:gd name="T31" fmla="*/ 0 h 472"/>
                <a:gd name="T32" fmla="*/ 0 w 496"/>
                <a:gd name="T33" fmla="*/ 0 h 472"/>
                <a:gd name="T34" fmla="*/ 0 w 496"/>
                <a:gd name="T35" fmla="*/ 0 h 472"/>
                <a:gd name="T36" fmla="*/ 0 w 496"/>
                <a:gd name="T37" fmla="*/ 0 h 472"/>
                <a:gd name="T38" fmla="*/ 0 w 496"/>
                <a:gd name="T39" fmla="*/ 0 h 472"/>
                <a:gd name="T40" fmla="*/ 0 w 496"/>
                <a:gd name="T41" fmla="*/ 0 h 472"/>
                <a:gd name="T42" fmla="*/ 0 w 496"/>
                <a:gd name="T43" fmla="*/ 0 h 472"/>
                <a:gd name="T44" fmla="*/ 0 w 496"/>
                <a:gd name="T45" fmla="*/ 0 h 472"/>
                <a:gd name="T46" fmla="*/ 0 w 496"/>
                <a:gd name="T47" fmla="*/ 0 h 472"/>
                <a:gd name="T48" fmla="*/ 0 w 496"/>
                <a:gd name="T49" fmla="*/ 0 h 472"/>
                <a:gd name="T50" fmla="*/ 0 w 496"/>
                <a:gd name="T51" fmla="*/ 0 h 472"/>
                <a:gd name="T52" fmla="*/ 0 w 496"/>
                <a:gd name="T53" fmla="*/ 0 h 472"/>
                <a:gd name="T54" fmla="*/ 0 w 496"/>
                <a:gd name="T55" fmla="*/ 0 h 472"/>
                <a:gd name="T56" fmla="*/ 0 w 496"/>
                <a:gd name="T57" fmla="*/ 0 h 472"/>
                <a:gd name="T58" fmla="*/ 0 w 496"/>
                <a:gd name="T59" fmla="*/ 0 h 472"/>
                <a:gd name="T60" fmla="*/ 0 w 496"/>
                <a:gd name="T61" fmla="*/ 0 h 472"/>
                <a:gd name="T62" fmla="*/ 0 w 496"/>
                <a:gd name="T63" fmla="*/ 0 h 472"/>
                <a:gd name="T64" fmla="*/ 0 w 496"/>
                <a:gd name="T65" fmla="*/ 0 h 472"/>
                <a:gd name="T66" fmla="*/ 0 w 496"/>
                <a:gd name="T67" fmla="*/ 0 h 472"/>
                <a:gd name="T68" fmla="*/ 0 w 496"/>
                <a:gd name="T69" fmla="*/ 0 h 472"/>
                <a:gd name="T70" fmla="*/ 0 w 496"/>
                <a:gd name="T71" fmla="*/ 0 h 472"/>
                <a:gd name="T72" fmla="*/ 0 w 496"/>
                <a:gd name="T73" fmla="*/ 0 h 472"/>
                <a:gd name="T74" fmla="*/ 0 w 496"/>
                <a:gd name="T75" fmla="*/ 0 h 472"/>
                <a:gd name="T76" fmla="*/ 0 w 496"/>
                <a:gd name="T77" fmla="*/ 0 h 472"/>
                <a:gd name="T78" fmla="*/ 0 w 496"/>
                <a:gd name="T79" fmla="*/ 0 h 472"/>
                <a:gd name="T80" fmla="*/ 0 w 496"/>
                <a:gd name="T81" fmla="*/ 0 h 472"/>
                <a:gd name="T82" fmla="*/ 0 w 496"/>
                <a:gd name="T83" fmla="*/ 0 h 472"/>
                <a:gd name="T84" fmla="*/ 0 w 496"/>
                <a:gd name="T85" fmla="*/ 0 h 472"/>
                <a:gd name="T86" fmla="*/ 0 w 496"/>
                <a:gd name="T87" fmla="*/ 0 h 472"/>
                <a:gd name="T88" fmla="*/ 0 w 496"/>
                <a:gd name="T89" fmla="*/ 0 h 472"/>
                <a:gd name="T90" fmla="*/ 0 w 496"/>
                <a:gd name="T91" fmla="*/ 0 h 472"/>
                <a:gd name="T92" fmla="*/ 0 w 496"/>
                <a:gd name="T93" fmla="*/ 0 h 472"/>
                <a:gd name="T94" fmla="*/ 0 w 496"/>
                <a:gd name="T95" fmla="*/ 0 h 472"/>
                <a:gd name="T96" fmla="*/ 0 w 496"/>
                <a:gd name="T97" fmla="*/ 0 h 472"/>
                <a:gd name="T98" fmla="*/ 0 w 496"/>
                <a:gd name="T99" fmla="*/ 0 h 472"/>
                <a:gd name="T100" fmla="*/ 0 w 496"/>
                <a:gd name="T101" fmla="*/ 0 h 47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96"/>
                <a:gd name="T154" fmla="*/ 0 h 472"/>
                <a:gd name="T155" fmla="*/ 496 w 496"/>
                <a:gd name="T156" fmla="*/ 472 h 47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96" h="472">
                  <a:moveTo>
                    <a:pt x="9" y="415"/>
                  </a:moveTo>
                  <a:lnTo>
                    <a:pt x="5" y="422"/>
                  </a:lnTo>
                  <a:lnTo>
                    <a:pt x="2" y="442"/>
                  </a:lnTo>
                  <a:lnTo>
                    <a:pt x="0" y="460"/>
                  </a:lnTo>
                  <a:lnTo>
                    <a:pt x="2" y="472"/>
                  </a:lnTo>
                  <a:lnTo>
                    <a:pt x="8" y="465"/>
                  </a:lnTo>
                  <a:lnTo>
                    <a:pt x="16" y="457"/>
                  </a:lnTo>
                  <a:lnTo>
                    <a:pt x="23" y="457"/>
                  </a:lnTo>
                  <a:lnTo>
                    <a:pt x="32" y="465"/>
                  </a:lnTo>
                  <a:lnTo>
                    <a:pt x="56" y="465"/>
                  </a:lnTo>
                  <a:lnTo>
                    <a:pt x="86" y="461"/>
                  </a:lnTo>
                  <a:lnTo>
                    <a:pt x="98" y="455"/>
                  </a:lnTo>
                  <a:lnTo>
                    <a:pt x="110" y="454"/>
                  </a:lnTo>
                  <a:lnTo>
                    <a:pt x="128" y="457"/>
                  </a:lnTo>
                  <a:lnTo>
                    <a:pt x="138" y="461"/>
                  </a:lnTo>
                  <a:lnTo>
                    <a:pt x="149" y="461"/>
                  </a:lnTo>
                  <a:lnTo>
                    <a:pt x="154" y="454"/>
                  </a:lnTo>
                  <a:lnTo>
                    <a:pt x="164" y="450"/>
                  </a:lnTo>
                  <a:lnTo>
                    <a:pt x="167" y="447"/>
                  </a:lnTo>
                  <a:lnTo>
                    <a:pt x="171" y="434"/>
                  </a:lnTo>
                  <a:lnTo>
                    <a:pt x="185" y="434"/>
                  </a:lnTo>
                  <a:lnTo>
                    <a:pt x="191" y="437"/>
                  </a:lnTo>
                  <a:lnTo>
                    <a:pt x="197" y="427"/>
                  </a:lnTo>
                  <a:lnTo>
                    <a:pt x="225" y="415"/>
                  </a:lnTo>
                  <a:lnTo>
                    <a:pt x="233" y="415"/>
                  </a:lnTo>
                  <a:lnTo>
                    <a:pt x="236" y="399"/>
                  </a:lnTo>
                  <a:lnTo>
                    <a:pt x="218" y="411"/>
                  </a:lnTo>
                  <a:lnTo>
                    <a:pt x="207" y="413"/>
                  </a:lnTo>
                  <a:lnTo>
                    <a:pt x="197" y="415"/>
                  </a:lnTo>
                  <a:lnTo>
                    <a:pt x="185" y="415"/>
                  </a:lnTo>
                  <a:lnTo>
                    <a:pt x="189" y="402"/>
                  </a:lnTo>
                  <a:lnTo>
                    <a:pt x="191" y="393"/>
                  </a:lnTo>
                  <a:lnTo>
                    <a:pt x="197" y="383"/>
                  </a:lnTo>
                  <a:lnTo>
                    <a:pt x="204" y="370"/>
                  </a:lnTo>
                  <a:lnTo>
                    <a:pt x="218" y="357"/>
                  </a:lnTo>
                  <a:lnTo>
                    <a:pt x="225" y="353"/>
                  </a:lnTo>
                  <a:lnTo>
                    <a:pt x="265" y="357"/>
                  </a:lnTo>
                  <a:lnTo>
                    <a:pt x="262" y="364"/>
                  </a:lnTo>
                  <a:lnTo>
                    <a:pt x="259" y="375"/>
                  </a:lnTo>
                  <a:lnTo>
                    <a:pt x="256" y="385"/>
                  </a:lnTo>
                  <a:lnTo>
                    <a:pt x="259" y="396"/>
                  </a:lnTo>
                  <a:lnTo>
                    <a:pt x="261" y="403"/>
                  </a:lnTo>
                  <a:lnTo>
                    <a:pt x="269" y="406"/>
                  </a:lnTo>
                  <a:lnTo>
                    <a:pt x="282" y="410"/>
                  </a:lnTo>
                  <a:lnTo>
                    <a:pt x="287" y="416"/>
                  </a:lnTo>
                  <a:lnTo>
                    <a:pt x="292" y="420"/>
                  </a:lnTo>
                  <a:lnTo>
                    <a:pt x="305" y="419"/>
                  </a:lnTo>
                  <a:lnTo>
                    <a:pt x="313" y="422"/>
                  </a:lnTo>
                  <a:lnTo>
                    <a:pt x="318" y="422"/>
                  </a:lnTo>
                  <a:lnTo>
                    <a:pt x="326" y="419"/>
                  </a:lnTo>
                  <a:lnTo>
                    <a:pt x="331" y="419"/>
                  </a:lnTo>
                  <a:lnTo>
                    <a:pt x="341" y="422"/>
                  </a:lnTo>
                  <a:lnTo>
                    <a:pt x="370" y="416"/>
                  </a:lnTo>
                  <a:lnTo>
                    <a:pt x="375" y="413"/>
                  </a:lnTo>
                  <a:lnTo>
                    <a:pt x="381" y="409"/>
                  </a:lnTo>
                  <a:lnTo>
                    <a:pt x="384" y="403"/>
                  </a:lnTo>
                  <a:lnTo>
                    <a:pt x="387" y="399"/>
                  </a:lnTo>
                  <a:lnTo>
                    <a:pt x="399" y="399"/>
                  </a:lnTo>
                  <a:lnTo>
                    <a:pt x="410" y="399"/>
                  </a:lnTo>
                  <a:lnTo>
                    <a:pt x="410" y="394"/>
                  </a:lnTo>
                  <a:lnTo>
                    <a:pt x="409" y="387"/>
                  </a:lnTo>
                  <a:lnTo>
                    <a:pt x="405" y="379"/>
                  </a:lnTo>
                  <a:lnTo>
                    <a:pt x="398" y="373"/>
                  </a:lnTo>
                  <a:lnTo>
                    <a:pt x="387" y="364"/>
                  </a:lnTo>
                  <a:lnTo>
                    <a:pt x="397" y="360"/>
                  </a:lnTo>
                  <a:lnTo>
                    <a:pt x="406" y="357"/>
                  </a:lnTo>
                  <a:lnTo>
                    <a:pt x="413" y="357"/>
                  </a:lnTo>
                  <a:lnTo>
                    <a:pt x="419" y="360"/>
                  </a:lnTo>
                  <a:lnTo>
                    <a:pt x="425" y="366"/>
                  </a:lnTo>
                  <a:lnTo>
                    <a:pt x="437" y="388"/>
                  </a:lnTo>
                  <a:lnTo>
                    <a:pt x="440" y="399"/>
                  </a:lnTo>
                  <a:lnTo>
                    <a:pt x="441" y="406"/>
                  </a:lnTo>
                  <a:lnTo>
                    <a:pt x="460" y="411"/>
                  </a:lnTo>
                  <a:lnTo>
                    <a:pt x="466" y="411"/>
                  </a:lnTo>
                  <a:lnTo>
                    <a:pt x="487" y="396"/>
                  </a:lnTo>
                  <a:lnTo>
                    <a:pt x="492" y="387"/>
                  </a:lnTo>
                  <a:lnTo>
                    <a:pt x="496" y="379"/>
                  </a:lnTo>
                  <a:lnTo>
                    <a:pt x="496" y="363"/>
                  </a:lnTo>
                  <a:lnTo>
                    <a:pt x="492" y="351"/>
                  </a:lnTo>
                  <a:lnTo>
                    <a:pt x="487" y="345"/>
                  </a:lnTo>
                  <a:lnTo>
                    <a:pt x="467" y="325"/>
                  </a:lnTo>
                  <a:lnTo>
                    <a:pt x="464" y="315"/>
                  </a:lnTo>
                  <a:lnTo>
                    <a:pt x="459" y="309"/>
                  </a:lnTo>
                  <a:lnTo>
                    <a:pt x="449" y="303"/>
                  </a:lnTo>
                  <a:lnTo>
                    <a:pt x="434" y="291"/>
                  </a:lnTo>
                  <a:lnTo>
                    <a:pt x="431" y="279"/>
                  </a:lnTo>
                  <a:lnTo>
                    <a:pt x="428" y="275"/>
                  </a:lnTo>
                  <a:lnTo>
                    <a:pt x="416" y="267"/>
                  </a:lnTo>
                  <a:lnTo>
                    <a:pt x="392" y="240"/>
                  </a:lnTo>
                  <a:lnTo>
                    <a:pt x="386" y="215"/>
                  </a:lnTo>
                  <a:lnTo>
                    <a:pt x="379" y="200"/>
                  </a:lnTo>
                  <a:lnTo>
                    <a:pt x="374" y="197"/>
                  </a:lnTo>
                  <a:lnTo>
                    <a:pt x="354" y="189"/>
                  </a:lnTo>
                  <a:lnTo>
                    <a:pt x="367" y="188"/>
                  </a:lnTo>
                  <a:lnTo>
                    <a:pt x="376" y="180"/>
                  </a:lnTo>
                  <a:lnTo>
                    <a:pt x="377" y="170"/>
                  </a:lnTo>
                  <a:lnTo>
                    <a:pt x="384" y="166"/>
                  </a:lnTo>
                  <a:lnTo>
                    <a:pt x="388" y="158"/>
                  </a:lnTo>
                  <a:lnTo>
                    <a:pt x="388" y="149"/>
                  </a:lnTo>
                  <a:lnTo>
                    <a:pt x="386" y="142"/>
                  </a:lnTo>
                  <a:lnTo>
                    <a:pt x="390" y="131"/>
                  </a:lnTo>
                  <a:lnTo>
                    <a:pt x="386" y="116"/>
                  </a:lnTo>
                  <a:lnTo>
                    <a:pt x="377" y="101"/>
                  </a:lnTo>
                  <a:lnTo>
                    <a:pt x="377" y="92"/>
                  </a:lnTo>
                  <a:lnTo>
                    <a:pt x="374" y="76"/>
                  </a:lnTo>
                  <a:lnTo>
                    <a:pt x="366" y="64"/>
                  </a:lnTo>
                  <a:lnTo>
                    <a:pt x="357" y="48"/>
                  </a:lnTo>
                  <a:lnTo>
                    <a:pt x="349" y="40"/>
                  </a:lnTo>
                  <a:lnTo>
                    <a:pt x="342" y="30"/>
                  </a:lnTo>
                  <a:lnTo>
                    <a:pt x="341" y="22"/>
                  </a:lnTo>
                  <a:lnTo>
                    <a:pt x="330" y="14"/>
                  </a:lnTo>
                  <a:lnTo>
                    <a:pt x="318" y="10"/>
                  </a:lnTo>
                  <a:lnTo>
                    <a:pt x="312" y="7"/>
                  </a:lnTo>
                  <a:lnTo>
                    <a:pt x="305" y="2"/>
                  </a:lnTo>
                  <a:lnTo>
                    <a:pt x="291" y="2"/>
                  </a:lnTo>
                  <a:lnTo>
                    <a:pt x="286" y="0"/>
                  </a:lnTo>
                  <a:lnTo>
                    <a:pt x="280" y="0"/>
                  </a:lnTo>
                  <a:lnTo>
                    <a:pt x="268" y="5"/>
                  </a:lnTo>
                  <a:lnTo>
                    <a:pt x="255" y="5"/>
                  </a:lnTo>
                  <a:lnTo>
                    <a:pt x="231" y="14"/>
                  </a:lnTo>
                  <a:lnTo>
                    <a:pt x="222" y="21"/>
                  </a:lnTo>
                  <a:lnTo>
                    <a:pt x="217" y="27"/>
                  </a:lnTo>
                  <a:lnTo>
                    <a:pt x="212" y="38"/>
                  </a:lnTo>
                  <a:lnTo>
                    <a:pt x="202" y="46"/>
                  </a:lnTo>
                  <a:lnTo>
                    <a:pt x="197" y="57"/>
                  </a:lnTo>
                  <a:lnTo>
                    <a:pt x="189" y="67"/>
                  </a:lnTo>
                  <a:lnTo>
                    <a:pt x="182" y="75"/>
                  </a:lnTo>
                  <a:lnTo>
                    <a:pt x="177" y="84"/>
                  </a:lnTo>
                  <a:lnTo>
                    <a:pt x="179" y="96"/>
                  </a:lnTo>
                  <a:lnTo>
                    <a:pt x="173" y="104"/>
                  </a:lnTo>
                  <a:lnTo>
                    <a:pt x="171" y="118"/>
                  </a:lnTo>
                  <a:lnTo>
                    <a:pt x="164" y="125"/>
                  </a:lnTo>
                  <a:lnTo>
                    <a:pt x="160" y="137"/>
                  </a:lnTo>
                  <a:lnTo>
                    <a:pt x="162" y="146"/>
                  </a:lnTo>
                  <a:lnTo>
                    <a:pt x="166" y="154"/>
                  </a:lnTo>
                  <a:lnTo>
                    <a:pt x="167" y="166"/>
                  </a:lnTo>
                  <a:lnTo>
                    <a:pt x="172" y="171"/>
                  </a:lnTo>
                  <a:lnTo>
                    <a:pt x="174" y="177"/>
                  </a:lnTo>
                  <a:lnTo>
                    <a:pt x="180" y="177"/>
                  </a:lnTo>
                  <a:lnTo>
                    <a:pt x="165" y="186"/>
                  </a:lnTo>
                  <a:lnTo>
                    <a:pt x="135" y="197"/>
                  </a:lnTo>
                  <a:lnTo>
                    <a:pt x="132" y="201"/>
                  </a:lnTo>
                  <a:lnTo>
                    <a:pt x="130" y="206"/>
                  </a:lnTo>
                  <a:lnTo>
                    <a:pt x="128" y="221"/>
                  </a:lnTo>
                  <a:lnTo>
                    <a:pt x="86" y="221"/>
                  </a:lnTo>
                  <a:lnTo>
                    <a:pt x="77" y="222"/>
                  </a:lnTo>
                  <a:lnTo>
                    <a:pt x="69" y="224"/>
                  </a:lnTo>
                  <a:lnTo>
                    <a:pt x="64" y="228"/>
                  </a:lnTo>
                  <a:lnTo>
                    <a:pt x="59" y="235"/>
                  </a:lnTo>
                  <a:lnTo>
                    <a:pt x="56" y="245"/>
                  </a:lnTo>
                  <a:lnTo>
                    <a:pt x="56" y="251"/>
                  </a:lnTo>
                  <a:lnTo>
                    <a:pt x="56" y="410"/>
                  </a:lnTo>
                  <a:lnTo>
                    <a:pt x="16" y="409"/>
                  </a:lnTo>
                  <a:lnTo>
                    <a:pt x="9" y="415"/>
                  </a:lnTo>
                </a:path>
              </a:pathLst>
            </a:custGeom>
            <a:solidFill>
              <a:schemeClr val="accent1"/>
            </a:solidFill>
            <a:ln w="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3" name="Freeform 144"/>
            <p:cNvSpPr>
              <a:spLocks/>
            </p:cNvSpPr>
            <p:nvPr/>
          </p:nvSpPr>
          <p:spPr bwMode="auto">
            <a:xfrm>
              <a:off x="681" y="2215"/>
              <a:ext cx="20" cy="42"/>
            </a:xfrm>
            <a:custGeom>
              <a:avLst/>
              <a:gdLst>
                <a:gd name="T0" fmla="*/ 0 w 59"/>
                <a:gd name="T1" fmla="*/ 0 h 125"/>
                <a:gd name="T2" fmla="*/ 0 w 59"/>
                <a:gd name="T3" fmla="*/ 0 h 125"/>
                <a:gd name="T4" fmla="*/ 0 w 59"/>
                <a:gd name="T5" fmla="*/ 0 h 125"/>
                <a:gd name="T6" fmla="*/ 0 w 59"/>
                <a:gd name="T7" fmla="*/ 0 h 125"/>
                <a:gd name="T8" fmla="*/ 0 w 59"/>
                <a:gd name="T9" fmla="*/ 0 h 125"/>
                <a:gd name="T10" fmla="*/ 0 w 59"/>
                <a:gd name="T11" fmla="*/ 0 h 125"/>
                <a:gd name="T12" fmla="*/ 0 w 59"/>
                <a:gd name="T13" fmla="*/ 0 h 125"/>
                <a:gd name="T14" fmla="*/ 0 w 59"/>
                <a:gd name="T15" fmla="*/ 0 h 125"/>
                <a:gd name="T16" fmla="*/ 0 w 59"/>
                <a:gd name="T17" fmla="*/ 0 h 125"/>
                <a:gd name="T18" fmla="*/ 0 w 59"/>
                <a:gd name="T19" fmla="*/ 0 h 125"/>
                <a:gd name="T20" fmla="*/ 0 w 59"/>
                <a:gd name="T21" fmla="*/ 0 h 125"/>
                <a:gd name="T22" fmla="*/ 0 w 59"/>
                <a:gd name="T23" fmla="*/ 0 h 125"/>
                <a:gd name="T24" fmla="*/ 0 w 59"/>
                <a:gd name="T25" fmla="*/ 0 h 12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9"/>
                <a:gd name="T40" fmla="*/ 0 h 125"/>
                <a:gd name="T41" fmla="*/ 59 w 59"/>
                <a:gd name="T42" fmla="*/ 125 h 125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9" h="125">
                  <a:moveTo>
                    <a:pt x="0" y="4"/>
                  </a:moveTo>
                  <a:lnTo>
                    <a:pt x="8" y="47"/>
                  </a:lnTo>
                  <a:lnTo>
                    <a:pt x="17" y="80"/>
                  </a:lnTo>
                  <a:lnTo>
                    <a:pt x="29" y="125"/>
                  </a:lnTo>
                  <a:lnTo>
                    <a:pt x="59" y="121"/>
                  </a:lnTo>
                  <a:lnTo>
                    <a:pt x="55" y="74"/>
                  </a:lnTo>
                  <a:lnTo>
                    <a:pt x="53" y="50"/>
                  </a:lnTo>
                  <a:lnTo>
                    <a:pt x="51" y="20"/>
                  </a:lnTo>
                  <a:lnTo>
                    <a:pt x="51" y="0"/>
                  </a:lnTo>
                  <a:lnTo>
                    <a:pt x="42" y="4"/>
                  </a:lnTo>
                  <a:lnTo>
                    <a:pt x="27" y="7"/>
                  </a:lnTo>
                  <a:lnTo>
                    <a:pt x="19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4" name="Freeform 145"/>
            <p:cNvSpPr>
              <a:spLocks/>
            </p:cNvSpPr>
            <p:nvPr/>
          </p:nvSpPr>
          <p:spPr bwMode="auto">
            <a:xfrm>
              <a:off x="681" y="2215"/>
              <a:ext cx="20" cy="42"/>
            </a:xfrm>
            <a:custGeom>
              <a:avLst/>
              <a:gdLst>
                <a:gd name="T0" fmla="*/ 0 w 59"/>
                <a:gd name="T1" fmla="*/ 0 h 125"/>
                <a:gd name="T2" fmla="*/ 0 w 59"/>
                <a:gd name="T3" fmla="*/ 0 h 125"/>
                <a:gd name="T4" fmla="*/ 0 w 59"/>
                <a:gd name="T5" fmla="*/ 0 h 125"/>
                <a:gd name="T6" fmla="*/ 0 w 59"/>
                <a:gd name="T7" fmla="*/ 0 h 125"/>
                <a:gd name="T8" fmla="*/ 0 w 59"/>
                <a:gd name="T9" fmla="*/ 0 h 125"/>
                <a:gd name="T10" fmla="*/ 0 w 59"/>
                <a:gd name="T11" fmla="*/ 0 h 125"/>
                <a:gd name="T12" fmla="*/ 0 w 59"/>
                <a:gd name="T13" fmla="*/ 0 h 125"/>
                <a:gd name="T14" fmla="*/ 0 w 59"/>
                <a:gd name="T15" fmla="*/ 0 h 125"/>
                <a:gd name="T16" fmla="*/ 0 w 59"/>
                <a:gd name="T17" fmla="*/ 0 h 125"/>
                <a:gd name="T18" fmla="*/ 0 w 59"/>
                <a:gd name="T19" fmla="*/ 0 h 125"/>
                <a:gd name="T20" fmla="*/ 0 w 59"/>
                <a:gd name="T21" fmla="*/ 0 h 125"/>
                <a:gd name="T22" fmla="*/ 0 w 59"/>
                <a:gd name="T23" fmla="*/ 0 h 125"/>
                <a:gd name="T24" fmla="*/ 0 w 59"/>
                <a:gd name="T25" fmla="*/ 0 h 12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9"/>
                <a:gd name="T40" fmla="*/ 0 h 125"/>
                <a:gd name="T41" fmla="*/ 59 w 59"/>
                <a:gd name="T42" fmla="*/ 125 h 125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9" h="125">
                  <a:moveTo>
                    <a:pt x="0" y="4"/>
                  </a:moveTo>
                  <a:lnTo>
                    <a:pt x="8" y="47"/>
                  </a:lnTo>
                  <a:lnTo>
                    <a:pt x="17" y="80"/>
                  </a:lnTo>
                  <a:lnTo>
                    <a:pt x="29" y="125"/>
                  </a:lnTo>
                  <a:lnTo>
                    <a:pt x="59" y="121"/>
                  </a:lnTo>
                  <a:lnTo>
                    <a:pt x="55" y="74"/>
                  </a:lnTo>
                  <a:lnTo>
                    <a:pt x="53" y="50"/>
                  </a:lnTo>
                  <a:lnTo>
                    <a:pt x="51" y="20"/>
                  </a:lnTo>
                  <a:lnTo>
                    <a:pt x="51" y="0"/>
                  </a:lnTo>
                  <a:lnTo>
                    <a:pt x="42" y="4"/>
                  </a:lnTo>
                  <a:lnTo>
                    <a:pt x="27" y="7"/>
                  </a:lnTo>
                  <a:lnTo>
                    <a:pt x="19" y="7"/>
                  </a:lnTo>
                  <a:lnTo>
                    <a:pt x="0" y="4"/>
                  </a:lnTo>
                </a:path>
              </a:pathLst>
            </a:custGeom>
            <a:solidFill>
              <a:schemeClr val="accent1"/>
            </a:solidFill>
            <a:ln w="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5" name="Freeform 146"/>
            <p:cNvSpPr>
              <a:spLocks/>
            </p:cNvSpPr>
            <p:nvPr/>
          </p:nvSpPr>
          <p:spPr bwMode="auto">
            <a:xfrm>
              <a:off x="720" y="2249"/>
              <a:ext cx="9" cy="12"/>
            </a:xfrm>
            <a:custGeom>
              <a:avLst/>
              <a:gdLst>
                <a:gd name="T0" fmla="*/ 0 w 30"/>
                <a:gd name="T1" fmla="*/ 0 h 35"/>
                <a:gd name="T2" fmla="*/ 0 w 30"/>
                <a:gd name="T3" fmla="*/ 0 h 35"/>
                <a:gd name="T4" fmla="*/ 0 w 30"/>
                <a:gd name="T5" fmla="*/ 0 h 35"/>
                <a:gd name="T6" fmla="*/ 0 w 30"/>
                <a:gd name="T7" fmla="*/ 0 h 35"/>
                <a:gd name="T8" fmla="*/ 0 w 30"/>
                <a:gd name="T9" fmla="*/ 0 h 35"/>
                <a:gd name="T10" fmla="*/ 0 w 30"/>
                <a:gd name="T11" fmla="*/ 0 h 35"/>
                <a:gd name="T12" fmla="*/ 0 w 30"/>
                <a:gd name="T13" fmla="*/ 0 h 35"/>
                <a:gd name="T14" fmla="*/ 0 w 30"/>
                <a:gd name="T15" fmla="*/ 0 h 35"/>
                <a:gd name="T16" fmla="*/ 0 w 30"/>
                <a:gd name="T17" fmla="*/ 0 h 3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5"/>
                <a:gd name="T29" fmla="*/ 30 w 30"/>
                <a:gd name="T30" fmla="*/ 35 h 3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5">
                  <a:moveTo>
                    <a:pt x="4" y="0"/>
                  </a:moveTo>
                  <a:lnTo>
                    <a:pt x="0" y="20"/>
                  </a:lnTo>
                  <a:lnTo>
                    <a:pt x="0" y="35"/>
                  </a:lnTo>
                  <a:lnTo>
                    <a:pt x="12" y="35"/>
                  </a:lnTo>
                  <a:lnTo>
                    <a:pt x="21" y="35"/>
                  </a:lnTo>
                  <a:lnTo>
                    <a:pt x="30" y="28"/>
                  </a:lnTo>
                  <a:lnTo>
                    <a:pt x="18" y="12"/>
                  </a:lnTo>
                  <a:lnTo>
                    <a:pt x="12" y="8"/>
                  </a:lnTo>
                  <a:lnTo>
                    <a:pt x="4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6" name="Freeform 147"/>
            <p:cNvSpPr>
              <a:spLocks/>
            </p:cNvSpPr>
            <p:nvPr/>
          </p:nvSpPr>
          <p:spPr bwMode="auto">
            <a:xfrm>
              <a:off x="720" y="2249"/>
              <a:ext cx="9" cy="12"/>
            </a:xfrm>
            <a:custGeom>
              <a:avLst/>
              <a:gdLst>
                <a:gd name="T0" fmla="*/ 0 w 30"/>
                <a:gd name="T1" fmla="*/ 0 h 35"/>
                <a:gd name="T2" fmla="*/ 0 w 30"/>
                <a:gd name="T3" fmla="*/ 0 h 35"/>
                <a:gd name="T4" fmla="*/ 0 w 30"/>
                <a:gd name="T5" fmla="*/ 0 h 35"/>
                <a:gd name="T6" fmla="*/ 0 w 30"/>
                <a:gd name="T7" fmla="*/ 0 h 35"/>
                <a:gd name="T8" fmla="*/ 0 w 30"/>
                <a:gd name="T9" fmla="*/ 0 h 35"/>
                <a:gd name="T10" fmla="*/ 0 w 30"/>
                <a:gd name="T11" fmla="*/ 0 h 35"/>
                <a:gd name="T12" fmla="*/ 0 w 30"/>
                <a:gd name="T13" fmla="*/ 0 h 35"/>
                <a:gd name="T14" fmla="*/ 0 w 30"/>
                <a:gd name="T15" fmla="*/ 0 h 35"/>
                <a:gd name="T16" fmla="*/ 0 w 30"/>
                <a:gd name="T17" fmla="*/ 0 h 3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5"/>
                <a:gd name="T29" fmla="*/ 30 w 30"/>
                <a:gd name="T30" fmla="*/ 35 h 3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5">
                  <a:moveTo>
                    <a:pt x="4" y="0"/>
                  </a:moveTo>
                  <a:lnTo>
                    <a:pt x="0" y="20"/>
                  </a:lnTo>
                  <a:lnTo>
                    <a:pt x="0" y="35"/>
                  </a:lnTo>
                  <a:lnTo>
                    <a:pt x="12" y="35"/>
                  </a:lnTo>
                  <a:lnTo>
                    <a:pt x="21" y="35"/>
                  </a:lnTo>
                  <a:lnTo>
                    <a:pt x="30" y="28"/>
                  </a:lnTo>
                  <a:lnTo>
                    <a:pt x="18" y="12"/>
                  </a:lnTo>
                  <a:lnTo>
                    <a:pt x="12" y="8"/>
                  </a:lnTo>
                  <a:lnTo>
                    <a:pt x="4" y="0"/>
                  </a:lnTo>
                </a:path>
              </a:pathLst>
            </a:custGeom>
            <a:solidFill>
              <a:schemeClr val="accent1"/>
            </a:solidFill>
            <a:ln w="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7" name="Freeform 148"/>
            <p:cNvSpPr>
              <a:spLocks/>
            </p:cNvSpPr>
            <p:nvPr/>
          </p:nvSpPr>
          <p:spPr bwMode="auto">
            <a:xfrm>
              <a:off x="759" y="2130"/>
              <a:ext cx="145" cy="159"/>
            </a:xfrm>
            <a:custGeom>
              <a:avLst/>
              <a:gdLst>
                <a:gd name="T0" fmla="*/ 0 w 441"/>
                <a:gd name="T1" fmla="*/ 0 h 478"/>
                <a:gd name="T2" fmla="*/ 0 w 441"/>
                <a:gd name="T3" fmla="*/ 0 h 478"/>
                <a:gd name="T4" fmla="*/ 0 w 441"/>
                <a:gd name="T5" fmla="*/ 0 h 478"/>
                <a:gd name="T6" fmla="*/ 0 w 441"/>
                <a:gd name="T7" fmla="*/ 0 h 478"/>
                <a:gd name="T8" fmla="*/ 0 w 441"/>
                <a:gd name="T9" fmla="*/ 0 h 478"/>
                <a:gd name="T10" fmla="*/ 0 w 441"/>
                <a:gd name="T11" fmla="*/ 0 h 478"/>
                <a:gd name="T12" fmla="*/ 0 w 441"/>
                <a:gd name="T13" fmla="*/ 0 h 478"/>
                <a:gd name="T14" fmla="*/ 0 w 441"/>
                <a:gd name="T15" fmla="*/ 0 h 478"/>
                <a:gd name="T16" fmla="*/ 0 w 441"/>
                <a:gd name="T17" fmla="*/ 0 h 478"/>
                <a:gd name="T18" fmla="*/ 0 w 441"/>
                <a:gd name="T19" fmla="*/ 0 h 478"/>
                <a:gd name="T20" fmla="*/ 0 w 441"/>
                <a:gd name="T21" fmla="*/ 0 h 478"/>
                <a:gd name="T22" fmla="*/ 0 w 441"/>
                <a:gd name="T23" fmla="*/ 0 h 478"/>
                <a:gd name="T24" fmla="*/ 0 w 441"/>
                <a:gd name="T25" fmla="*/ 0 h 478"/>
                <a:gd name="T26" fmla="*/ 0 w 441"/>
                <a:gd name="T27" fmla="*/ 0 h 478"/>
                <a:gd name="T28" fmla="*/ 0 w 441"/>
                <a:gd name="T29" fmla="*/ 0 h 478"/>
                <a:gd name="T30" fmla="*/ 0 w 441"/>
                <a:gd name="T31" fmla="*/ 0 h 478"/>
                <a:gd name="T32" fmla="*/ 0 w 441"/>
                <a:gd name="T33" fmla="*/ 0 h 478"/>
                <a:gd name="T34" fmla="*/ 0 w 441"/>
                <a:gd name="T35" fmla="*/ 0 h 478"/>
                <a:gd name="T36" fmla="*/ 0 w 441"/>
                <a:gd name="T37" fmla="*/ 0 h 478"/>
                <a:gd name="T38" fmla="*/ 0 w 441"/>
                <a:gd name="T39" fmla="*/ 0 h 478"/>
                <a:gd name="T40" fmla="*/ 0 w 441"/>
                <a:gd name="T41" fmla="*/ 0 h 478"/>
                <a:gd name="T42" fmla="*/ 0 w 441"/>
                <a:gd name="T43" fmla="*/ 0 h 478"/>
                <a:gd name="T44" fmla="*/ 0 w 441"/>
                <a:gd name="T45" fmla="*/ 0 h 478"/>
                <a:gd name="T46" fmla="*/ 0 w 441"/>
                <a:gd name="T47" fmla="*/ 0 h 478"/>
                <a:gd name="T48" fmla="*/ 0 w 441"/>
                <a:gd name="T49" fmla="*/ 0 h 478"/>
                <a:gd name="T50" fmla="*/ 0 w 441"/>
                <a:gd name="T51" fmla="*/ 0 h 478"/>
                <a:gd name="T52" fmla="*/ 0 w 441"/>
                <a:gd name="T53" fmla="*/ 0 h 478"/>
                <a:gd name="T54" fmla="*/ 0 w 441"/>
                <a:gd name="T55" fmla="*/ 0 h 478"/>
                <a:gd name="T56" fmla="*/ 0 w 441"/>
                <a:gd name="T57" fmla="*/ 0 h 478"/>
                <a:gd name="T58" fmla="*/ 0 w 441"/>
                <a:gd name="T59" fmla="*/ 0 h 478"/>
                <a:gd name="T60" fmla="*/ 0 w 441"/>
                <a:gd name="T61" fmla="*/ 0 h 478"/>
                <a:gd name="T62" fmla="*/ 0 w 441"/>
                <a:gd name="T63" fmla="*/ 0 h 478"/>
                <a:gd name="T64" fmla="*/ 0 w 441"/>
                <a:gd name="T65" fmla="*/ 0 h 478"/>
                <a:gd name="T66" fmla="*/ 0 w 441"/>
                <a:gd name="T67" fmla="*/ 0 h 478"/>
                <a:gd name="T68" fmla="*/ 0 w 441"/>
                <a:gd name="T69" fmla="*/ 0 h 478"/>
                <a:gd name="T70" fmla="*/ 0 w 441"/>
                <a:gd name="T71" fmla="*/ 0 h 478"/>
                <a:gd name="T72" fmla="*/ 0 w 441"/>
                <a:gd name="T73" fmla="*/ 0 h 478"/>
                <a:gd name="T74" fmla="*/ 0 w 441"/>
                <a:gd name="T75" fmla="*/ 0 h 478"/>
                <a:gd name="T76" fmla="*/ 0 w 441"/>
                <a:gd name="T77" fmla="*/ 0 h 478"/>
                <a:gd name="T78" fmla="*/ 0 w 441"/>
                <a:gd name="T79" fmla="*/ 0 h 478"/>
                <a:gd name="T80" fmla="*/ 0 w 441"/>
                <a:gd name="T81" fmla="*/ 0 h 478"/>
                <a:gd name="T82" fmla="*/ 0 w 441"/>
                <a:gd name="T83" fmla="*/ 0 h 478"/>
                <a:gd name="T84" fmla="*/ 0 w 441"/>
                <a:gd name="T85" fmla="*/ 0 h 478"/>
                <a:gd name="T86" fmla="*/ 0 w 441"/>
                <a:gd name="T87" fmla="*/ 0 h 478"/>
                <a:gd name="T88" fmla="*/ 0 w 441"/>
                <a:gd name="T89" fmla="*/ 0 h 478"/>
                <a:gd name="T90" fmla="*/ 0 w 441"/>
                <a:gd name="T91" fmla="*/ 0 h 478"/>
                <a:gd name="T92" fmla="*/ 0 w 441"/>
                <a:gd name="T93" fmla="*/ 0 h 478"/>
                <a:gd name="T94" fmla="*/ 0 w 441"/>
                <a:gd name="T95" fmla="*/ 0 h 478"/>
                <a:gd name="T96" fmla="*/ 0 w 441"/>
                <a:gd name="T97" fmla="*/ 0 h 478"/>
                <a:gd name="T98" fmla="*/ 0 w 441"/>
                <a:gd name="T99" fmla="*/ 0 h 478"/>
                <a:gd name="T100" fmla="*/ 0 w 441"/>
                <a:gd name="T101" fmla="*/ 0 h 47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41"/>
                <a:gd name="T154" fmla="*/ 0 h 478"/>
                <a:gd name="T155" fmla="*/ 441 w 441"/>
                <a:gd name="T156" fmla="*/ 478 h 478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41" h="478">
                  <a:moveTo>
                    <a:pt x="123" y="136"/>
                  </a:moveTo>
                  <a:lnTo>
                    <a:pt x="93" y="152"/>
                  </a:lnTo>
                  <a:lnTo>
                    <a:pt x="59" y="166"/>
                  </a:lnTo>
                  <a:lnTo>
                    <a:pt x="54" y="178"/>
                  </a:lnTo>
                  <a:lnTo>
                    <a:pt x="46" y="225"/>
                  </a:lnTo>
                  <a:lnTo>
                    <a:pt x="25" y="283"/>
                  </a:lnTo>
                  <a:lnTo>
                    <a:pt x="19" y="292"/>
                  </a:lnTo>
                  <a:lnTo>
                    <a:pt x="14" y="305"/>
                  </a:lnTo>
                  <a:lnTo>
                    <a:pt x="11" y="320"/>
                  </a:lnTo>
                  <a:lnTo>
                    <a:pt x="0" y="364"/>
                  </a:lnTo>
                  <a:lnTo>
                    <a:pt x="0" y="377"/>
                  </a:lnTo>
                  <a:lnTo>
                    <a:pt x="4" y="392"/>
                  </a:lnTo>
                  <a:lnTo>
                    <a:pt x="8" y="407"/>
                  </a:lnTo>
                  <a:lnTo>
                    <a:pt x="15" y="414"/>
                  </a:lnTo>
                  <a:lnTo>
                    <a:pt x="43" y="424"/>
                  </a:lnTo>
                  <a:lnTo>
                    <a:pt x="108" y="436"/>
                  </a:lnTo>
                  <a:lnTo>
                    <a:pt x="90" y="449"/>
                  </a:lnTo>
                  <a:lnTo>
                    <a:pt x="76" y="464"/>
                  </a:lnTo>
                  <a:lnTo>
                    <a:pt x="78" y="468"/>
                  </a:lnTo>
                  <a:lnTo>
                    <a:pt x="85" y="470"/>
                  </a:lnTo>
                  <a:lnTo>
                    <a:pt x="91" y="468"/>
                  </a:lnTo>
                  <a:lnTo>
                    <a:pt x="113" y="455"/>
                  </a:lnTo>
                  <a:lnTo>
                    <a:pt x="121" y="451"/>
                  </a:lnTo>
                  <a:lnTo>
                    <a:pt x="120" y="456"/>
                  </a:lnTo>
                  <a:lnTo>
                    <a:pt x="122" y="464"/>
                  </a:lnTo>
                  <a:lnTo>
                    <a:pt x="130" y="466"/>
                  </a:lnTo>
                  <a:lnTo>
                    <a:pt x="138" y="466"/>
                  </a:lnTo>
                  <a:lnTo>
                    <a:pt x="143" y="475"/>
                  </a:lnTo>
                  <a:lnTo>
                    <a:pt x="155" y="476"/>
                  </a:lnTo>
                  <a:lnTo>
                    <a:pt x="164" y="473"/>
                  </a:lnTo>
                  <a:lnTo>
                    <a:pt x="174" y="476"/>
                  </a:lnTo>
                  <a:lnTo>
                    <a:pt x="187" y="472"/>
                  </a:lnTo>
                  <a:lnTo>
                    <a:pt x="199" y="466"/>
                  </a:lnTo>
                  <a:lnTo>
                    <a:pt x="228" y="466"/>
                  </a:lnTo>
                  <a:lnTo>
                    <a:pt x="249" y="459"/>
                  </a:lnTo>
                  <a:lnTo>
                    <a:pt x="267" y="455"/>
                  </a:lnTo>
                  <a:lnTo>
                    <a:pt x="267" y="447"/>
                  </a:lnTo>
                  <a:lnTo>
                    <a:pt x="263" y="437"/>
                  </a:lnTo>
                  <a:lnTo>
                    <a:pt x="253" y="428"/>
                  </a:lnTo>
                  <a:lnTo>
                    <a:pt x="243" y="421"/>
                  </a:lnTo>
                  <a:lnTo>
                    <a:pt x="237" y="419"/>
                  </a:lnTo>
                  <a:lnTo>
                    <a:pt x="228" y="419"/>
                  </a:lnTo>
                  <a:lnTo>
                    <a:pt x="219" y="419"/>
                  </a:lnTo>
                  <a:lnTo>
                    <a:pt x="243" y="409"/>
                  </a:lnTo>
                  <a:lnTo>
                    <a:pt x="255" y="405"/>
                  </a:lnTo>
                  <a:lnTo>
                    <a:pt x="262" y="407"/>
                  </a:lnTo>
                  <a:lnTo>
                    <a:pt x="270" y="409"/>
                  </a:lnTo>
                  <a:lnTo>
                    <a:pt x="281" y="416"/>
                  </a:lnTo>
                  <a:lnTo>
                    <a:pt x="284" y="420"/>
                  </a:lnTo>
                  <a:lnTo>
                    <a:pt x="293" y="443"/>
                  </a:lnTo>
                  <a:lnTo>
                    <a:pt x="299" y="462"/>
                  </a:lnTo>
                  <a:lnTo>
                    <a:pt x="298" y="471"/>
                  </a:lnTo>
                  <a:lnTo>
                    <a:pt x="292" y="478"/>
                  </a:lnTo>
                  <a:lnTo>
                    <a:pt x="319" y="477"/>
                  </a:lnTo>
                  <a:lnTo>
                    <a:pt x="346" y="475"/>
                  </a:lnTo>
                  <a:lnTo>
                    <a:pt x="391" y="465"/>
                  </a:lnTo>
                  <a:lnTo>
                    <a:pt x="397" y="462"/>
                  </a:lnTo>
                  <a:lnTo>
                    <a:pt x="405" y="455"/>
                  </a:lnTo>
                  <a:lnTo>
                    <a:pt x="413" y="451"/>
                  </a:lnTo>
                  <a:lnTo>
                    <a:pt x="417" y="442"/>
                  </a:lnTo>
                  <a:lnTo>
                    <a:pt x="421" y="424"/>
                  </a:lnTo>
                  <a:lnTo>
                    <a:pt x="441" y="424"/>
                  </a:lnTo>
                  <a:lnTo>
                    <a:pt x="441" y="268"/>
                  </a:lnTo>
                  <a:lnTo>
                    <a:pt x="439" y="259"/>
                  </a:lnTo>
                  <a:lnTo>
                    <a:pt x="435" y="248"/>
                  </a:lnTo>
                  <a:lnTo>
                    <a:pt x="430" y="240"/>
                  </a:lnTo>
                  <a:lnTo>
                    <a:pt x="422" y="235"/>
                  </a:lnTo>
                  <a:lnTo>
                    <a:pt x="415" y="233"/>
                  </a:lnTo>
                  <a:lnTo>
                    <a:pt x="407" y="233"/>
                  </a:lnTo>
                  <a:lnTo>
                    <a:pt x="379" y="233"/>
                  </a:lnTo>
                  <a:lnTo>
                    <a:pt x="370" y="211"/>
                  </a:lnTo>
                  <a:lnTo>
                    <a:pt x="360" y="197"/>
                  </a:lnTo>
                  <a:lnTo>
                    <a:pt x="315" y="171"/>
                  </a:lnTo>
                  <a:lnTo>
                    <a:pt x="289" y="158"/>
                  </a:lnTo>
                  <a:lnTo>
                    <a:pt x="285" y="152"/>
                  </a:lnTo>
                  <a:lnTo>
                    <a:pt x="275" y="143"/>
                  </a:lnTo>
                  <a:lnTo>
                    <a:pt x="271" y="138"/>
                  </a:lnTo>
                  <a:lnTo>
                    <a:pt x="278" y="131"/>
                  </a:lnTo>
                  <a:lnTo>
                    <a:pt x="282" y="113"/>
                  </a:lnTo>
                  <a:lnTo>
                    <a:pt x="283" y="100"/>
                  </a:lnTo>
                  <a:lnTo>
                    <a:pt x="282" y="81"/>
                  </a:lnTo>
                  <a:lnTo>
                    <a:pt x="282" y="55"/>
                  </a:lnTo>
                  <a:lnTo>
                    <a:pt x="278" y="39"/>
                  </a:lnTo>
                  <a:lnTo>
                    <a:pt x="273" y="32"/>
                  </a:lnTo>
                  <a:lnTo>
                    <a:pt x="262" y="22"/>
                  </a:lnTo>
                  <a:lnTo>
                    <a:pt x="255" y="11"/>
                  </a:lnTo>
                  <a:lnTo>
                    <a:pt x="245" y="5"/>
                  </a:lnTo>
                  <a:lnTo>
                    <a:pt x="223" y="0"/>
                  </a:lnTo>
                  <a:lnTo>
                    <a:pt x="204" y="4"/>
                  </a:lnTo>
                  <a:lnTo>
                    <a:pt x="195" y="4"/>
                  </a:lnTo>
                  <a:lnTo>
                    <a:pt x="177" y="11"/>
                  </a:lnTo>
                  <a:lnTo>
                    <a:pt x="151" y="27"/>
                  </a:lnTo>
                  <a:lnTo>
                    <a:pt x="126" y="55"/>
                  </a:lnTo>
                  <a:lnTo>
                    <a:pt x="123" y="62"/>
                  </a:lnTo>
                  <a:lnTo>
                    <a:pt x="120" y="69"/>
                  </a:lnTo>
                  <a:lnTo>
                    <a:pt x="120" y="81"/>
                  </a:lnTo>
                  <a:lnTo>
                    <a:pt x="130" y="89"/>
                  </a:lnTo>
                  <a:lnTo>
                    <a:pt x="126" y="114"/>
                  </a:lnTo>
                  <a:lnTo>
                    <a:pt x="130" y="119"/>
                  </a:lnTo>
                  <a:lnTo>
                    <a:pt x="131" y="125"/>
                  </a:lnTo>
                  <a:lnTo>
                    <a:pt x="131" y="132"/>
                  </a:lnTo>
                  <a:lnTo>
                    <a:pt x="123" y="136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8" name="Freeform 149"/>
            <p:cNvSpPr>
              <a:spLocks/>
            </p:cNvSpPr>
            <p:nvPr/>
          </p:nvSpPr>
          <p:spPr bwMode="auto">
            <a:xfrm>
              <a:off x="759" y="2130"/>
              <a:ext cx="145" cy="159"/>
            </a:xfrm>
            <a:custGeom>
              <a:avLst/>
              <a:gdLst>
                <a:gd name="T0" fmla="*/ 0 w 441"/>
                <a:gd name="T1" fmla="*/ 0 h 478"/>
                <a:gd name="T2" fmla="*/ 0 w 441"/>
                <a:gd name="T3" fmla="*/ 0 h 478"/>
                <a:gd name="T4" fmla="*/ 0 w 441"/>
                <a:gd name="T5" fmla="*/ 0 h 478"/>
                <a:gd name="T6" fmla="*/ 0 w 441"/>
                <a:gd name="T7" fmla="*/ 0 h 478"/>
                <a:gd name="T8" fmla="*/ 0 w 441"/>
                <a:gd name="T9" fmla="*/ 0 h 478"/>
                <a:gd name="T10" fmla="*/ 0 w 441"/>
                <a:gd name="T11" fmla="*/ 0 h 478"/>
                <a:gd name="T12" fmla="*/ 0 w 441"/>
                <a:gd name="T13" fmla="*/ 0 h 478"/>
                <a:gd name="T14" fmla="*/ 0 w 441"/>
                <a:gd name="T15" fmla="*/ 0 h 478"/>
                <a:gd name="T16" fmla="*/ 0 w 441"/>
                <a:gd name="T17" fmla="*/ 0 h 478"/>
                <a:gd name="T18" fmla="*/ 0 w 441"/>
                <a:gd name="T19" fmla="*/ 0 h 478"/>
                <a:gd name="T20" fmla="*/ 0 w 441"/>
                <a:gd name="T21" fmla="*/ 0 h 478"/>
                <a:gd name="T22" fmla="*/ 0 w 441"/>
                <a:gd name="T23" fmla="*/ 0 h 478"/>
                <a:gd name="T24" fmla="*/ 0 w 441"/>
                <a:gd name="T25" fmla="*/ 0 h 478"/>
                <a:gd name="T26" fmla="*/ 0 w 441"/>
                <a:gd name="T27" fmla="*/ 0 h 478"/>
                <a:gd name="T28" fmla="*/ 0 w 441"/>
                <a:gd name="T29" fmla="*/ 0 h 478"/>
                <a:gd name="T30" fmla="*/ 0 w 441"/>
                <a:gd name="T31" fmla="*/ 0 h 478"/>
                <a:gd name="T32" fmla="*/ 0 w 441"/>
                <a:gd name="T33" fmla="*/ 0 h 478"/>
                <a:gd name="T34" fmla="*/ 0 w 441"/>
                <a:gd name="T35" fmla="*/ 0 h 478"/>
                <a:gd name="T36" fmla="*/ 0 w 441"/>
                <a:gd name="T37" fmla="*/ 0 h 478"/>
                <a:gd name="T38" fmla="*/ 0 w 441"/>
                <a:gd name="T39" fmla="*/ 0 h 478"/>
                <a:gd name="T40" fmla="*/ 0 w 441"/>
                <a:gd name="T41" fmla="*/ 0 h 478"/>
                <a:gd name="T42" fmla="*/ 0 w 441"/>
                <a:gd name="T43" fmla="*/ 0 h 478"/>
                <a:gd name="T44" fmla="*/ 0 w 441"/>
                <a:gd name="T45" fmla="*/ 0 h 478"/>
                <a:gd name="T46" fmla="*/ 0 w 441"/>
                <a:gd name="T47" fmla="*/ 0 h 478"/>
                <a:gd name="T48" fmla="*/ 0 w 441"/>
                <a:gd name="T49" fmla="*/ 0 h 478"/>
                <a:gd name="T50" fmla="*/ 0 w 441"/>
                <a:gd name="T51" fmla="*/ 0 h 478"/>
                <a:gd name="T52" fmla="*/ 0 w 441"/>
                <a:gd name="T53" fmla="*/ 0 h 478"/>
                <a:gd name="T54" fmla="*/ 0 w 441"/>
                <a:gd name="T55" fmla="*/ 0 h 478"/>
                <a:gd name="T56" fmla="*/ 0 w 441"/>
                <a:gd name="T57" fmla="*/ 0 h 478"/>
                <a:gd name="T58" fmla="*/ 0 w 441"/>
                <a:gd name="T59" fmla="*/ 0 h 478"/>
                <a:gd name="T60" fmla="*/ 0 w 441"/>
                <a:gd name="T61" fmla="*/ 0 h 478"/>
                <a:gd name="T62" fmla="*/ 0 w 441"/>
                <a:gd name="T63" fmla="*/ 0 h 478"/>
                <a:gd name="T64" fmla="*/ 0 w 441"/>
                <a:gd name="T65" fmla="*/ 0 h 478"/>
                <a:gd name="T66" fmla="*/ 0 w 441"/>
                <a:gd name="T67" fmla="*/ 0 h 478"/>
                <a:gd name="T68" fmla="*/ 0 w 441"/>
                <a:gd name="T69" fmla="*/ 0 h 478"/>
                <a:gd name="T70" fmla="*/ 0 w 441"/>
                <a:gd name="T71" fmla="*/ 0 h 478"/>
                <a:gd name="T72" fmla="*/ 0 w 441"/>
                <a:gd name="T73" fmla="*/ 0 h 478"/>
                <a:gd name="T74" fmla="*/ 0 w 441"/>
                <a:gd name="T75" fmla="*/ 0 h 478"/>
                <a:gd name="T76" fmla="*/ 0 w 441"/>
                <a:gd name="T77" fmla="*/ 0 h 478"/>
                <a:gd name="T78" fmla="*/ 0 w 441"/>
                <a:gd name="T79" fmla="*/ 0 h 478"/>
                <a:gd name="T80" fmla="*/ 0 w 441"/>
                <a:gd name="T81" fmla="*/ 0 h 478"/>
                <a:gd name="T82" fmla="*/ 0 w 441"/>
                <a:gd name="T83" fmla="*/ 0 h 478"/>
                <a:gd name="T84" fmla="*/ 0 w 441"/>
                <a:gd name="T85" fmla="*/ 0 h 478"/>
                <a:gd name="T86" fmla="*/ 0 w 441"/>
                <a:gd name="T87" fmla="*/ 0 h 478"/>
                <a:gd name="T88" fmla="*/ 0 w 441"/>
                <a:gd name="T89" fmla="*/ 0 h 478"/>
                <a:gd name="T90" fmla="*/ 0 w 441"/>
                <a:gd name="T91" fmla="*/ 0 h 478"/>
                <a:gd name="T92" fmla="*/ 0 w 441"/>
                <a:gd name="T93" fmla="*/ 0 h 478"/>
                <a:gd name="T94" fmla="*/ 0 w 441"/>
                <a:gd name="T95" fmla="*/ 0 h 478"/>
                <a:gd name="T96" fmla="*/ 0 w 441"/>
                <a:gd name="T97" fmla="*/ 0 h 478"/>
                <a:gd name="T98" fmla="*/ 0 w 441"/>
                <a:gd name="T99" fmla="*/ 0 h 478"/>
                <a:gd name="T100" fmla="*/ 0 w 441"/>
                <a:gd name="T101" fmla="*/ 0 h 47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41"/>
                <a:gd name="T154" fmla="*/ 0 h 478"/>
                <a:gd name="T155" fmla="*/ 441 w 441"/>
                <a:gd name="T156" fmla="*/ 478 h 478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41" h="478">
                  <a:moveTo>
                    <a:pt x="123" y="136"/>
                  </a:moveTo>
                  <a:lnTo>
                    <a:pt x="93" y="152"/>
                  </a:lnTo>
                  <a:lnTo>
                    <a:pt x="59" y="166"/>
                  </a:lnTo>
                  <a:lnTo>
                    <a:pt x="54" y="178"/>
                  </a:lnTo>
                  <a:lnTo>
                    <a:pt x="46" y="225"/>
                  </a:lnTo>
                  <a:lnTo>
                    <a:pt x="25" y="283"/>
                  </a:lnTo>
                  <a:lnTo>
                    <a:pt x="19" y="292"/>
                  </a:lnTo>
                  <a:lnTo>
                    <a:pt x="14" y="305"/>
                  </a:lnTo>
                  <a:lnTo>
                    <a:pt x="11" y="320"/>
                  </a:lnTo>
                  <a:lnTo>
                    <a:pt x="0" y="364"/>
                  </a:lnTo>
                  <a:lnTo>
                    <a:pt x="0" y="377"/>
                  </a:lnTo>
                  <a:lnTo>
                    <a:pt x="4" y="392"/>
                  </a:lnTo>
                  <a:lnTo>
                    <a:pt x="8" y="407"/>
                  </a:lnTo>
                  <a:lnTo>
                    <a:pt x="15" y="414"/>
                  </a:lnTo>
                  <a:lnTo>
                    <a:pt x="43" y="424"/>
                  </a:lnTo>
                  <a:lnTo>
                    <a:pt x="108" y="436"/>
                  </a:lnTo>
                  <a:lnTo>
                    <a:pt x="90" y="449"/>
                  </a:lnTo>
                  <a:lnTo>
                    <a:pt x="76" y="464"/>
                  </a:lnTo>
                  <a:lnTo>
                    <a:pt x="78" y="468"/>
                  </a:lnTo>
                  <a:lnTo>
                    <a:pt x="85" y="470"/>
                  </a:lnTo>
                  <a:lnTo>
                    <a:pt x="91" y="468"/>
                  </a:lnTo>
                  <a:lnTo>
                    <a:pt x="113" y="455"/>
                  </a:lnTo>
                  <a:lnTo>
                    <a:pt x="121" y="451"/>
                  </a:lnTo>
                  <a:lnTo>
                    <a:pt x="120" y="456"/>
                  </a:lnTo>
                  <a:lnTo>
                    <a:pt x="122" y="464"/>
                  </a:lnTo>
                  <a:lnTo>
                    <a:pt x="130" y="466"/>
                  </a:lnTo>
                  <a:lnTo>
                    <a:pt x="138" y="466"/>
                  </a:lnTo>
                  <a:lnTo>
                    <a:pt x="143" y="475"/>
                  </a:lnTo>
                  <a:lnTo>
                    <a:pt x="155" y="476"/>
                  </a:lnTo>
                  <a:lnTo>
                    <a:pt x="164" y="473"/>
                  </a:lnTo>
                  <a:lnTo>
                    <a:pt x="174" y="476"/>
                  </a:lnTo>
                  <a:lnTo>
                    <a:pt x="187" y="472"/>
                  </a:lnTo>
                  <a:lnTo>
                    <a:pt x="199" y="466"/>
                  </a:lnTo>
                  <a:lnTo>
                    <a:pt x="228" y="466"/>
                  </a:lnTo>
                  <a:lnTo>
                    <a:pt x="249" y="459"/>
                  </a:lnTo>
                  <a:lnTo>
                    <a:pt x="267" y="455"/>
                  </a:lnTo>
                  <a:lnTo>
                    <a:pt x="267" y="447"/>
                  </a:lnTo>
                  <a:lnTo>
                    <a:pt x="263" y="437"/>
                  </a:lnTo>
                  <a:lnTo>
                    <a:pt x="253" y="428"/>
                  </a:lnTo>
                  <a:lnTo>
                    <a:pt x="243" y="421"/>
                  </a:lnTo>
                  <a:lnTo>
                    <a:pt x="237" y="419"/>
                  </a:lnTo>
                  <a:lnTo>
                    <a:pt x="228" y="419"/>
                  </a:lnTo>
                  <a:lnTo>
                    <a:pt x="219" y="419"/>
                  </a:lnTo>
                  <a:lnTo>
                    <a:pt x="243" y="409"/>
                  </a:lnTo>
                  <a:lnTo>
                    <a:pt x="255" y="405"/>
                  </a:lnTo>
                  <a:lnTo>
                    <a:pt x="262" y="407"/>
                  </a:lnTo>
                  <a:lnTo>
                    <a:pt x="270" y="409"/>
                  </a:lnTo>
                  <a:lnTo>
                    <a:pt x="281" y="416"/>
                  </a:lnTo>
                  <a:lnTo>
                    <a:pt x="284" y="420"/>
                  </a:lnTo>
                  <a:lnTo>
                    <a:pt x="293" y="443"/>
                  </a:lnTo>
                  <a:lnTo>
                    <a:pt x="299" y="462"/>
                  </a:lnTo>
                  <a:lnTo>
                    <a:pt x="298" y="471"/>
                  </a:lnTo>
                  <a:lnTo>
                    <a:pt x="292" y="478"/>
                  </a:lnTo>
                  <a:lnTo>
                    <a:pt x="319" y="477"/>
                  </a:lnTo>
                  <a:lnTo>
                    <a:pt x="346" y="475"/>
                  </a:lnTo>
                  <a:lnTo>
                    <a:pt x="391" y="465"/>
                  </a:lnTo>
                  <a:lnTo>
                    <a:pt x="397" y="462"/>
                  </a:lnTo>
                  <a:lnTo>
                    <a:pt x="405" y="455"/>
                  </a:lnTo>
                  <a:lnTo>
                    <a:pt x="413" y="451"/>
                  </a:lnTo>
                  <a:lnTo>
                    <a:pt x="417" y="442"/>
                  </a:lnTo>
                  <a:lnTo>
                    <a:pt x="421" y="424"/>
                  </a:lnTo>
                  <a:lnTo>
                    <a:pt x="441" y="424"/>
                  </a:lnTo>
                  <a:lnTo>
                    <a:pt x="441" y="268"/>
                  </a:lnTo>
                  <a:lnTo>
                    <a:pt x="439" y="259"/>
                  </a:lnTo>
                  <a:lnTo>
                    <a:pt x="435" y="248"/>
                  </a:lnTo>
                  <a:lnTo>
                    <a:pt x="430" y="240"/>
                  </a:lnTo>
                  <a:lnTo>
                    <a:pt x="422" y="235"/>
                  </a:lnTo>
                  <a:lnTo>
                    <a:pt x="415" y="233"/>
                  </a:lnTo>
                  <a:lnTo>
                    <a:pt x="407" y="233"/>
                  </a:lnTo>
                  <a:lnTo>
                    <a:pt x="379" y="233"/>
                  </a:lnTo>
                  <a:lnTo>
                    <a:pt x="370" y="211"/>
                  </a:lnTo>
                  <a:lnTo>
                    <a:pt x="360" y="197"/>
                  </a:lnTo>
                  <a:lnTo>
                    <a:pt x="315" y="171"/>
                  </a:lnTo>
                  <a:lnTo>
                    <a:pt x="289" y="158"/>
                  </a:lnTo>
                  <a:lnTo>
                    <a:pt x="285" y="152"/>
                  </a:lnTo>
                  <a:lnTo>
                    <a:pt x="275" y="143"/>
                  </a:lnTo>
                  <a:lnTo>
                    <a:pt x="271" y="138"/>
                  </a:lnTo>
                  <a:lnTo>
                    <a:pt x="278" y="131"/>
                  </a:lnTo>
                  <a:lnTo>
                    <a:pt x="282" y="113"/>
                  </a:lnTo>
                  <a:lnTo>
                    <a:pt x="283" y="100"/>
                  </a:lnTo>
                  <a:lnTo>
                    <a:pt x="282" y="81"/>
                  </a:lnTo>
                  <a:lnTo>
                    <a:pt x="282" y="55"/>
                  </a:lnTo>
                  <a:lnTo>
                    <a:pt x="278" y="39"/>
                  </a:lnTo>
                  <a:lnTo>
                    <a:pt x="273" y="32"/>
                  </a:lnTo>
                  <a:lnTo>
                    <a:pt x="262" y="22"/>
                  </a:lnTo>
                  <a:lnTo>
                    <a:pt x="255" y="11"/>
                  </a:lnTo>
                  <a:lnTo>
                    <a:pt x="245" y="5"/>
                  </a:lnTo>
                  <a:lnTo>
                    <a:pt x="223" y="0"/>
                  </a:lnTo>
                  <a:lnTo>
                    <a:pt x="204" y="4"/>
                  </a:lnTo>
                  <a:lnTo>
                    <a:pt x="195" y="4"/>
                  </a:lnTo>
                  <a:lnTo>
                    <a:pt x="177" y="11"/>
                  </a:lnTo>
                  <a:lnTo>
                    <a:pt x="151" y="27"/>
                  </a:lnTo>
                  <a:lnTo>
                    <a:pt x="126" y="55"/>
                  </a:lnTo>
                  <a:lnTo>
                    <a:pt x="123" y="62"/>
                  </a:lnTo>
                  <a:lnTo>
                    <a:pt x="120" y="69"/>
                  </a:lnTo>
                  <a:lnTo>
                    <a:pt x="120" y="81"/>
                  </a:lnTo>
                  <a:lnTo>
                    <a:pt x="130" y="89"/>
                  </a:lnTo>
                  <a:lnTo>
                    <a:pt x="126" y="114"/>
                  </a:lnTo>
                  <a:lnTo>
                    <a:pt x="130" y="119"/>
                  </a:lnTo>
                  <a:lnTo>
                    <a:pt x="131" y="125"/>
                  </a:lnTo>
                  <a:lnTo>
                    <a:pt x="131" y="132"/>
                  </a:lnTo>
                  <a:lnTo>
                    <a:pt x="123" y="136"/>
                  </a:lnTo>
                </a:path>
              </a:pathLst>
            </a:custGeom>
            <a:solidFill>
              <a:schemeClr val="accent1"/>
            </a:solidFill>
            <a:ln w="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9" name="Freeform 150"/>
            <p:cNvSpPr>
              <a:spLocks/>
            </p:cNvSpPr>
            <p:nvPr/>
          </p:nvSpPr>
          <p:spPr bwMode="auto">
            <a:xfrm>
              <a:off x="785" y="2239"/>
              <a:ext cx="6" cy="13"/>
            </a:xfrm>
            <a:custGeom>
              <a:avLst/>
              <a:gdLst>
                <a:gd name="T0" fmla="*/ 0 w 14"/>
                <a:gd name="T1" fmla="*/ 0 h 35"/>
                <a:gd name="T2" fmla="*/ 0 w 14"/>
                <a:gd name="T3" fmla="*/ 0 h 35"/>
                <a:gd name="T4" fmla="*/ 0 w 14"/>
                <a:gd name="T5" fmla="*/ 0 h 35"/>
                <a:gd name="T6" fmla="*/ 0 w 14"/>
                <a:gd name="T7" fmla="*/ 0 h 35"/>
                <a:gd name="T8" fmla="*/ 0 w 14"/>
                <a:gd name="T9" fmla="*/ 0 h 35"/>
                <a:gd name="T10" fmla="*/ 0 w 14"/>
                <a:gd name="T11" fmla="*/ 0 h 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"/>
                <a:gd name="T19" fmla="*/ 0 h 35"/>
                <a:gd name="T20" fmla="*/ 14 w 14"/>
                <a:gd name="T21" fmla="*/ 35 h 3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" h="35">
                  <a:moveTo>
                    <a:pt x="8" y="0"/>
                  </a:moveTo>
                  <a:lnTo>
                    <a:pt x="14" y="35"/>
                  </a:lnTo>
                  <a:lnTo>
                    <a:pt x="5" y="25"/>
                  </a:lnTo>
                  <a:lnTo>
                    <a:pt x="0" y="22"/>
                  </a:lnTo>
                  <a:lnTo>
                    <a:pt x="2" y="15"/>
                  </a:lnTo>
                  <a:lnTo>
                    <a:pt x="8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0" name="Freeform 151"/>
            <p:cNvSpPr>
              <a:spLocks/>
            </p:cNvSpPr>
            <p:nvPr/>
          </p:nvSpPr>
          <p:spPr bwMode="auto">
            <a:xfrm>
              <a:off x="785" y="2239"/>
              <a:ext cx="6" cy="13"/>
            </a:xfrm>
            <a:custGeom>
              <a:avLst/>
              <a:gdLst>
                <a:gd name="T0" fmla="*/ 0 w 14"/>
                <a:gd name="T1" fmla="*/ 0 h 35"/>
                <a:gd name="T2" fmla="*/ 0 w 14"/>
                <a:gd name="T3" fmla="*/ 0 h 35"/>
                <a:gd name="T4" fmla="*/ 0 w 14"/>
                <a:gd name="T5" fmla="*/ 0 h 35"/>
                <a:gd name="T6" fmla="*/ 0 w 14"/>
                <a:gd name="T7" fmla="*/ 0 h 35"/>
                <a:gd name="T8" fmla="*/ 0 w 14"/>
                <a:gd name="T9" fmla="*/ 0 h 35"/>
                <a:gd name="T10" fmla="*/ 0 w 14"/>
                <a:gd name="T11" fmla="*/ 0 h 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"/>
                <a:gd name="T19" fmla="*/ 0 h 35"/>
                <a:gd name="T20" fmla="*/ 14 w 14"/>
                <a:gd name="T21" fmla="*/ 35 h 3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" h="35">
                  <a:moveTo>
                    <a:pt x="8" y="0"/>
                  </a:moveTo>
                  <a:lnTo>
                    <a:pt x="14" y="35"/>
                  </a:lnTo>
                  <a:lnTo>
                    <a:pt x="5" y="25"/>
                  </a:lnTo>
                  <a:lnTo>
                    <a:pt x="0" y="22"/>
                  </a:lnTo>
                  <a:lnTo>
                    <a:pt x="2" y="15"/>
                  </a:lnTo>
                  <a:lnTo>
                    <a:pt x="8" y="0"/>
                  </a:lnTo>
                </a:path>
              </a:pathLst>
            </a:custGeom>
            <a:solidFill>
              <a:schemeClr val="accent1"/>
            </a:solidFill>
            <a:ln w="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1" name="Freeform 152"/>
            <p:cNvSpPr>
              <a:spLocks/>
            </p:cNvSpPr>
            <p:nvPr/>
          </p:nvSpPr>
          <p:spPr bwMode="auto">
            <a:xfrm>
              <a:off x="808" y="2200"/>
              <a:ext cx="9" cy="52"/>
            </a:xfrm>
            <a:custGeom>
              <a:avLst/>
              <a:gdLst>
                <a:gd name="T0" fmla="*/ 0 w 25"/>
                <a:gd name="T1" fmla="*/ 0 h 154"/>
                <a:gd name="T2" fmla="*/ 0 w 25"/>
                <a:gd name="T3" fmla="*/ 0 h 154"/>
                <a:gd name="T4" fmla="*/ 0 w 25"/>
                <a:gd name="T5" fmla="*/ 0 h 154"/>
                <a:gd name="T6" fmla="*/ 0 w 25"/>
                <a:gd name="T7" fmla="*/ 0 h 154"/>
                <a:gd name="T8" fmla="*/ 0 w 25"/>
                <a:gd name="T9" fmla="*/ 0 h 154"/>
                <a:gd name="T10" fmla="*/ 0 w 25"/>
                <a:gd name="T11" fmla="*/ 0 h 154"/>
                <a:gd name="T12" fmla="*/ 0 w 25"/>
                <a:gd name="T13" fmla="*/ 0 h 154"/>
                <a:gd name="T14" fmla="*/ 0 w 25"/>
                <a:gd name="T15" fmla="*/ 0 h 154"/>
                <a:gd name="T16" fmla="*/ 0 w 25"/>
                <a:gd name="T17" fmla="*/ 0 h 154"/>
                <a:gd name="T18" fmla="*/ 0 w 25"/>
                <a:gd name="T19" fmla="*/ 0 h 154"/>
                <a:gd name="T20" fmla="*/ 0 w 25"/>
                <a:gd name="T21" fmla="*/ 0 h 154"/>
                <a:gd name="T22" fmla="*/ 0 w 25"/>
                <a:gd name="T23" fmla="*/ 0 h 154"/>
                <a:gd name="T24" fmla="*/ 0 w 25"/>
                <a:gd name="T25" fmla="*/ 0 h 1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5"/>
                <a:gd name="T40" fmla="*/ 0 h 154"/>
                <a:gd name="T41" fmla="*/ 25 w 25"/>
                <a:gd name="T42" fmla="*/ 154 h 15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5" h="154">
                  <a:moveTo>
                    <a:pt x="0" y="0"/>
                  </a:moveTo>
                  <a:lnTo>
                    <a:pt x="5" y="46"/>
                  </a:lnTo>
                  <a:lnTo>
                    <a:pt x="13" y="126"/>
                  </a:lnTo>
                  <a:lnTo>
                    <a:pt x="17" y="154"/>
                  </a:lnTo>
                  <a:lnTo>
                    <a:pt x="14" y="92"/>
                  </a:lnTo>
                  <a:lnTo>
                    <a:pt x="18" y="67"/>
                  </a:lnTo>
                  <a:lnTo>
                    <a:pt x="25" y="53"/>
                  </a:lnTo>
                  <a:lnTo>
                    <a:pt x="17" y="45"/>
                  </a:lnTo>
                  <a:lnTo>
                    <a:pt x="19" y="33"/>
                  </a:lnTo>
                  <a:lnTo>
                    <a:pt x="21" y="25"/>
                  </a:lnTo>
                  <a:lnTo>
                    <a:pt x="14" y="23"/>
                  </a:lnTo>
                  <a:lnTo>
                    <a:pt x="7" y="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2" name="Freeform 153"/>
            <p:cNvSpPr>
              <a:spLocks/>
            </p:cNvSpPr>
            <p:nvPr/>
          </p:nvSpPr>
          <p:spPr bwMode="auto">
            <a:xfrm>
              <a:off x="808" y="2200"/>
              <a:ext cx="9" cy="52"/>
            </a:xfrm>
            <a:custGeom>
              <a:avLst/>
              <a:gdLst>
                <a:gd name="T0" fmla="*/ 0 w 25"/>
                <a:gd name="T1" fmla="*/ 0 h 154"/>
                <a:gd name="T2" fmla="*/ 0 w 25"/>
                <a:gd name="T3" fmla="*/ 0 h 154"/>
                <a:gd name="T4" fmla="*/ 0 w 25"/>
                <a:gd name="T5" fmla="*/ 0 h 154"/>
                <a:gd name="T6" fmla="*/ 0 w 25"/>
                <a:gd name="T7" fmla="*/ 0 h 154"/>
                <a:gd name="T8" fmla="*/ 0 w 25"/>
                <a:gd name="T9" fmla="*/ 0 h 154"/>
                <a:gd name="T10" fmla="*/ 0 w 25"/>
                <a:gd name="T11" fmla="*/ 0 h 154"/>
                <a:gd name="T12" fmla="*/ 0 w 25"/>
                <a:gd name="T13" fmla="*/ 0 h 154"/>
                <a:gd name="T14" fmla="*/ 0 w 25"/>
                <a:gd name="T15" fmla="*/ 0 h 154"/>
                <a:gd name="T16" fmla="*/ 0 w 25"/>
                <a:gd name="T17" fmla="*/ 0 h 154"/>
                <a:gd name="T18" fmla="*/ 0 w 25"/>
                <a:gd name="T19" fmla="*/ 0 h 154"/>
                <a:gd name="T20" fmla="*/ 0 w 25"/>
                <a:gd name="T21" fmla="*/ 0 h 154"/>
                <a:gd name="T22" fmla="*/ 0 w 25"/>
                <a:gd name="T23" fmla="*/ 0 h 154"/>
                <a:gd name="T24" fmla="*/ 0 w 25"/>
                <a:gd name="T25" fmla="*/ 0 h 1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5"/>
                <a:gd name="T40" fmla="*/ 0 h 154"/>
                <a:gd name="T41" fmla="*/ 25 w 25"/>
                <a:gd name="T42" fmla="*/ 154 h 15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5" h="154">
                  <a:moveTo>
                    <a:pt x="0" y="0"/>
                  </a:moveTo>
                  <a:lnTo>
                    <a:pt x="5" y="46"/>
                  </a:lnTo>
                  <a:lnTo>
                    <a:pt x="13" y="126"/>
                  </a:lnTo>
                  <a:lnTo>
                    <a:pt x="17" y="154"/>
                  </a:lnTo>
                  <a:lnTo>
                    <a:pt x="14" y="92"/>
                  </a:lnTo>
                  <a:lnTo>
                    <a:pt x="18" y="67"/>
                  </a:lnTo>
                  <a:lnTo>
                    <a:pt x="25" y="53"/>
                  </a:lnTo>
                  <a:lnTo>
                    <a:pt x="17" y="45"/>
                  </a:lnTo>
                  <a:lnTo>
                    <a:pt x="19" y="33"/>
                  </a:lnTo>
                  <a:lnTo>
                    <a:pt x="21" y="25"/>
                  </a:lnTo>
                  <a:lnTo>
                    <a:pt x="14" y="23"/>
                  </a:lnTo>
                  <a:lnTo>
                    <a:pt x="7" y="16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 w="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3" name="Freeform 154"/>
            <p:cNvSpPr>
              <a:spLocks/>
            </p:cNvSpPr>
            <p:nvPr/>
          </p:nvSpPr>
          <p:spPr bwMode="auto">
            <a:xfrm>
              <a:off x="823" y="2187"/>
              <a:ext cx="20" cy="68"/>
            </a:xfrm>
            <a:custGeom>
              <a:avLst/>
              <a:gdLst>
                <a:gd name="T0" fmla="*/ 0 w 59"/>
                <a:gd name="T1" fmla="*/ 0 h 198"/>
                <a:gd name="T2" fmla="*/ 0 w 59"/>
                <a:gd name="T3" fmla="*/ 0 h 198"/>
                <a:gd name="T4" fmla="*/ 0 w 59"/>
                <a:gd name="T5" fmla="*/ 0 h 198"/>
                <a:gd name="T6" fmla="*/ 0 w 59"/>
                <a:gd name="T7" fmla="*/ 0 h 198"/>
                <a:gd name="T8" fmla="*/ 0 w 59"/>
                <a:gd name="T9" fmla="*/ 0 h 198"/>
                <a:gd name="T10" fmla="*/ 0 w 59"/>
                <a:gd name="T11" fmla="*/ 0 h 198"/>
                <a:gd name="T12" fmla="*/ 0 w 59"/>
                <a:gd name="T13" fmla="*/ 0 h 198"/>
                <a:gd name="T14" fmla="*/ 0 w 59"/>
                <a:gd name="T15" fmla="*/ 0 h 198"/>
                <a:gd name="T16" fmla="*/ 0 w 59"/>
                <a:gd name="T17" fmla="*/ 0 h 198"/>
                <a:gd name="T18" fmla="*/ 0 w 59"/>
                <a:gd name="T19" fmla="*/ 0 h 198"/>
                <a:gd name="T20" fmla="*/ 0 w 59"/>
                <a:gd name="T21" fmla="*/ 0 h 198"/>
                <a:gd name="T22" fmla="*/ 0 w 59"/>
                <a:gd name="T23" fmla="*/ 0 h 198"/>
                <a:gd name="T24" fmla="*/ 0 w 59"/>
                <a:gd name="T25" fmla="*/ 0 h 198"/>
                <a:gd name="T26" fmla="*/ 0 w 59"/>
                <a:gd name="T27" fmla="*/ 0 h 198"/>
                <a:gd name="T28" fmla="*/ 0 w 59"/>
                <a:gd name="T29" fmla="*/ 0 h 198"/>
                <a:gd name="T30" fmla="*/ 0 w 59"/>
                <a:gd name="T31" fmla="*/ 0 h 198"/>
                <a:gd name="T32" fmla="*/ 0 w 59"/>
                <a:gd name="T33" fmla="*/ 0 h 198"/>
                <a:gd name="T34" fmla="*/ 0 w 59"/>
                <a:gd name="T35" fmla="*/ 0 h 19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59"/>
                <a:gd name="T55" fmla="*/ 0 h 198"/>
                <a:gd name="T56" fmla="*/ 59 w 59"/>
                <a:gd name="T57" fmla="*/ 198 h 198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59" h="198">
                  <a:moveTo>
                    <a:pt x="0" y="63"/>
                  </a:moveTo>
                  <a:lnTo>
                    <a:pt x="15" y="56"/>
                  </a:lnTo>
                  <a:lnTo>
                    <a:pt x="26" y="49"/>
                  </a:lnTo>
                  <a:lnTo>
                    <a:pt x="39" y="39"/>
                  </a:lnTo>
                  <a:lnTo>
                    <a:pt x="48" y="23"/>
                  </a:lnTo>
                  <a:lnTo>
                    <a:pt x="59" y="0"/>
                  </a:lnTo>
                  <a:lnTo>
                    <a:pt x="48" y="50"/>
                  </a:lnTo>
                  <a:lnTo>
                    <a:pt x="36" y="101"/>
                  </a:lnTo>
                  <a:lnTo>
                    <a:pt x="31" y="132"/>
                  </a:lnTo>
                  <a:lnTo>
                    <a:pt x="26" y="155"/>
                  </a:lnTo>
                  <a:lnTo>
                    <a:pt x="23" y="198"/>
                  </a:lnTo>
                  <a:lnTo>
                    <a:pt x="15" y="194"/>
                  </a:lnTo>
                  <a:lnTo>
                    <a:pt x="11" y="148"/>
                  </a:lnTo>
                  <a:lnTo>
                    <a:pt x="5" y="103"/>
                  </a:lnTo>
                  <a:lnTo>
                    <a:pt x="1" y="90"/>
                  </a:lnTo>
                  <a:lnTo>
                    <a:pt x="11" y="80"/>
                  </a:lnTo>
                  <a:lnTo>
                    <a:pt x="6" y="72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4" name="Freeform 155"/>
            <p:cNvSpPr>
              <a:spLocks/>
            </p:cNvSpPr>
            <p:nvPr/>
          </p:nvSpPr>
          <p:spPr bwMode="auto">
            <a:xfrm>
              <a:off x="823" y="2187"/>
              <a:ext cx="20" cy="68"/>
            </a:xfrm>
            <a:custGeom>
              <a:avLst/>
              <a:gdLst>
                <a:gd name="T0" fmla="*/ 0 w 59"/>
                <a:gd name="T1" fmla="*/ 0 h 198"/>
                <a:gd name="T2" fmla="*/ 0 w 59"/>
                <a:gd name="T3" fmla="*/ 0 h 198"/>
                <a:gd name="T4" fmla="*/ 0 w 59"/>
                <a:gd name="T5" fmla="*/ 0 h 198"/>
                <a:gd name="T6" fmla="*/ 0 w 59"/>
                <a:gd name="T7" fmla="*/ 0 h 198"/>
                <a:gd name="T8" fmla="*/ 0 w 59"/>
                <a:gd name="T9" fmla="*/ 0 h 198"/>
                <a:gd name="T10" fmla="*/ 0 w 59"/>
                <a:gd name="T11" fmla="*/ 0 h 198"/>
                <a:gd name="T12" fmla="*/ 0 w 59"/>
                <a:gd name="T13" fmla="*/ 0 h 198"/>
                <a:gd name="T14" fmla="*/ 0 w 59"/>
                <a:gd name="T15" fmla="*/ 0 h 198"/>
                <a:gd name="T16" fmla="*/ 0 w 59"/>
                <a:gd name="T17" fmla="*/ 0 h 198"/>
                <a:gd name="T18" fmla="*/ 0 w 59"/>
                <a:gd name="T19" fmla="*/ 0 h 198"/>
                <a:gd name="T20" fmla="*/ 0 w 59"/>
                <a:gd name="T21" fmla="*/ 0 h 198"/>
                <a:gd name="T22" fmla="*/ 0 w 59"/>
                <a:gd name="T23" fmla="*/ 0 h 198"/>
                <a:gd name="T24" fmla="*/ 0 w 59"/>
                <a:gd name="T25" fmla="*/ 0 h 198"/>
                <a:gd name="T26" fmla="*/ 0 w 59"/>
                <a:gd name="T27" fmla="*/ 0 h 198"/>
                <a:gd name="T28" fmla="*/ 0 w 59"/>
                <a:gd name="T29" fmla="*/ 0 h 198"/>
                <a:gd name="T30" fmla="*/ 0 w 59"/>
                <a:gd name="T31" fmla="*/ 0 h 198"/>
                <a:gd name="T32" fmla="*/ 0 w 59"/>
                <a:gd name="T33" fmla="*/ 0 h 198"/>
                <a:gd name="T34" fmla="*/ 0 w 59"/>
                <a:gd name="T35" fmla="*/ 0 h 19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59"/>
                <a:gd name="T55" fmla="*/ 0 h 198"/>
                <a:gd name="T56" fmla="*/ 59 w 59"/>
                <a:gd name="T57" fmla="*/ 198 h 198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59" h="198">
                  <a:moveTo>
                    <a:pt x="0" y="63"/>
                  </a:moveTo>
                  <a:lnTo>
                    <a:pt x="15" y="56"/>
                  </a:lnTo>
                  <a:lnTo>
                    <a:pt x="26" y="49"/>
                  </a:lnTo>
                  <a:lnTo>
                    <a:pt x="39" y="39"/>
                  </a:lnTo>
                  <a:lnTo>
                    <a:pt x="48" y="23"/>
                  </a:lnTo>
                  <a:lnTo>
                    <a:pt x="59" y="0"/>
                  </a:lnTo>
                  <a:lnTo>
                    <a:pt x="48" y="50"/>
                  </a:lnTo>
                  <a:lnTo>
                    <a:pt x="36" y="101"/>
                  </a:lnTo>
                  <a:lnTo>
                    <a:pt x="31" y="132"/>
                  </a:lnTo>
                  <a:lnTo>
                    <a:pt x="26" y="155"/>
                  </a:lnTo>
                  <a:lnTo>
                    <a:pt x="23" y="198"/>
                  </a:lnTo>
                  <a:lnTo>
                    <a:pt x="15" y="194"/>
                  </a:lnTo>
                  <a:lnTo>
                    <a:pt x="11" y="148"/>
                  </a:lnTo>
                  <a:lnTo>
                    <a:pt x="5" y="103"/>
                  </a:lnTo>
                  <a:lnTo>
                    <a:pt x="1" y="90"/>
                  </a:lnTo>
                  <a:lnTo>
                    <a:pt x="11" y="80"/>
                  </a:lnTo>
                  <a:lnTo>
                    <a:pt x="6" y="72"/>
                  </a:lnTo>
                  <a:lnTo>
                    <a:pt x="0" y="63"/>
                  </a:lnTo>
                </a:path>
              </a:pathLst>
            </a:custGeom>
            <a:solidFill>
              <a:schemeClr val="accent1"/>
            </a:solidFill>
            <a:ln w="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5" name="Freeform 156"/>
            <p:cNvSpPr>
              <a:spLocks/>
            </p:cNvSpPr>
            <p:nvPr/>
          </p:nvSpPr>
          <p:spPr bwMode="auto">
            <a:xfrm>
              <a:off x="808" y="2259"/>
              <a:ext cx="18" cy="12"/>
            </a:xfrm>
            <a:custGeom>
              <a:avLst/>
              <a:gdLst>
                <a:gd name="T0" fmla="*/ 0 w 55"/>
                <a:gd name="T1" fmla="*/ 0 h 32"/>
                <a:gd name="T2" fmla="*/ 0 w 55"/>
                <a:gd name="T3" fmla="*/ 0 h 32"/>
                <a:gd name="T4" fmla="*/ 0 w 55"/>
                <a:gd name="T5" fmla="*/ 0 h 32"/>
                <a:gd name="T6" fmla="*/ 0 w 55"/>
                <a:gd name="T7" fmla="*/ 0 h 32"/>
                <a:gd name="T8" fmla="*/ 0 w 55"/>
                <a:gd name="T9" fmla="*/ 0 h 32"/>
                <a:gd name="T10" fmla="*/ 0 w 55"/>
                <a:gd name="T11" fmla="*/ 0 h 32"/>
                <a:gd name="T12" fmla="*/ 0 w 55"/>
                <a:gd name="T13" fmla="*/ 0 h 32"/>
                <a:gd name="T14" fmla="*/ 0 w 55"/>
                <a:gd name="T15" fmla="*/ 0 h 32"/>
                <a:gd name="T16" fmla="*/ 0 w 55"/>
                <a:gd name="T17" fmla="*/ 0 h 32"/>
                <a:gd name="T18" fmla="*/ 0 w 55"/>
                <a:gd name="T19" fmla="*/ 0 h 32"/>
                <a:gd name="T20" fmla="*/ 0 w 55"/>
                <a:gd name="T21" fmla="*/ 0 h 3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5"/>
                <a:gd name="T34" fmla="*/ 0 h 32"/>
                <a:gd name="T35" fmla="*/ 55 w 55"/>
                <a:gd name="T36" fmla="*/ 32 h 3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5" h="32">
                  <a:moveTo>
                    <a:pt x="20" y="0"/>
                  </a:moveTo>
                  <a:lnTo>
                    <a:pt x="12" y="4"/>
                  </a:lnTo>
                  <a:lnTo>
                    <a:pt x="4" y="10"/>
                  </a:lnTo>
                  <a:lnTo>
                    <a:pt x="0" y="20"/>
                  </a:lnTo>
                  <a:lnTo>
                    <a:pt x="1" y="28"/>
                  </a:lnTo>
                  <a:lnTo>
                    <a:pt x="40" y="32"/>
                  </a:lnTo>
                  <a:lnTo>
                    <a:pt x="41" y="22"/>
                  </a:lnTo>
                  <a:lnTo>
                    <a:pt x="45" y="14"/>
                  </a:lnTo>
                  <a:lnTo>
                    <a:pt x="49" y="6"/>
                  </a:lnTo>
                  <a:lnTo>
                    <a:pt x="55" y="0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6" name="Freeform 157"/>
            <p:cNvSpPr>
              <a:spLocks/>
            </p:cNvSpPr>
            <p:nvPr/>
          </p:nvSpPr>
          <p:spPr bwMode="auto">
            <a:xfrm>
              <a:off x="808" y="2259"/>
              <a:ext cx="18" cy="12"/>
            </a:xfrm>
            <a:custGeom>
              <a:avLst/>
              <a:gdLst>
                <a:gd name="T0" fmla="*/ 0 w 55"/>
                <a:gd name="T1" fmla="*/ 0 h 32"/>
                <a:gd name="T2" fmla="*/ 0 w 55"/>
                <a:gd name="T3" fmla="*/ 0 h 32"/>
                <a:gd name="T4" fmla="*/ 0 w 55"/>
                <a:gd name="T5" fmla="*/ 0 h 32"/>
                <a:gd name="T6" fmla="*/ 0 w 55"/>
                <a:gd name="T7" fmla="*/ 0 h 32"/>
                <a:gd name="T8" fmla="*/ 0 w 55"/>
                <a:gd name="T9" fmla="*/ 0 h 32"/>
                <a:gd name="T10" fmla="*/ 0 w 55"/>
                <a:gd name="T11" fmla="*/ 0 h 32"/>
                <a:gd name="T12" fmla="*/ 0 w 55"/>
                <a:gd name="T13" fmla="*/ 0 h 32"/>
                <a:gd name="T14" fmla="*/ 0 w 55"/>
                <a:gd name="T15" fmla="*/ 0 h 32"/>
                <a:gd name="T16" fmla="*/ 0 w 55"/>
                <a:gd name="T17" fmla="*/ 0 h 32"/>
                <a:gd name="T18" fmla="*/ 0 w 55"/>
                <a:gd name="T19" fmla="*/ 0 h 32"/>
                <a:gd name="T20" fmla="*/ 0 w 55"/>
                <a:gd name="T21" fmla="*/ 0 h 3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5"/>
                <a:gd name="T34" fmla="*/ 0 h 32"/>
                <a:gd name="T35" fmla="*/ 55 w 55"/>
                <a:gd name="T36" fmla="*/ 32 h 3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5" h="32">
                  <a:moveTo>
                    <a:pt x="20" y="0"/>
                  </a:moveTo>
                  <a:lnTo>
                    <a:pt x="12" y="4"/>
                  </a:lnTo>
                  <a:lnTo>
                    <a:pt x="4" y="10"/>
                  </a:lnTo>
                  <a:lnTo>
                    <a:pt x="0" y="20"/>
                  </a:lnTo>
                  <a:lnTo>
                    <a:pt x="1" y="28"/>
                  </a:lnTo>
                  <a:lnTo>
                    <a:pt x="40" y="32"/>
                  </a:lnTo>
                  <a:lnTo>
                    <a:pt x="41" y="22"/>
                  </a:lnTo>
                  <a:lnTo>
                    <a:pt x="45" y="14"/>
                  </a:lnTo>
                  <a:lnTo>
                    <a:pt x="49" y="6"/>
                  </a:lnTo>
                  <a:lnTo>
                    <a:pt x="55" y="0"/>
                  </a:lnTo>
                  <a:lnTo>
                    <a:pt x="20" y="0"/>
                  </a:lnTo>
                </a:path>
              </a:pathLst>
            </a:custGeom>
            <a:solidFill>
              <a:schemeClr val="accent1"/>
            </a:solidFill>
            <a:ln w="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7" name="Freeform 158"/>
            <p:cNvSpPr>
              <a:spLocks/>
            </p:cNvSpPr>
            <p:nvPr/>
          </p:nvSpPr>
          <p:spPr bwMode="auto">
            <a:xfrm>
              <a:off x="442" y="2301"/>
              <a:ext cx="29" cy="29"/>
            </a:xfrm>
            <a:custGeom>
              <a:avLst/>
              <a:gdLst>
                <a:gd name="T0" fmla="*/ 0 w 96"/>
                <a:gd name="T1" fmla="*/ 0 h 90"/>
                <a:gd name="T2" fmla="*/ 0 w 96"/>
                <a:gd name="T3" fmla="*/ 0 h 90"/>
                <a:gd name="T4" fmla="*/ 0 w 96"/>
                <a:gd name="T5" fmla="*/ 0 h 90"/>
                <a:gd name="T6" fmla="*/ 0 w 96"/>
                <a:gd name="T7" fmla="*/ 0 h 90"/>
                <a:gd name="T8" fmla="*/ 0 w 96"/>
                <a:gd name="T9" fmla="*/ 0 h 90"/>
                <a:gd name="T10" fmla="*/ 0 w 96"/>
                <a:gd name="T11" fmla="*/ 0 h 90"/>
                <a:gd name="T12" fmla="*/ 0 w 96"/>
                <a:gd name="T13" fmla="*/ 0 h 90"/>
                <a:gd name="T14" fmla="*/ 0 w 96"/>
                <a:gd name="T15" fmla="*/ 0 h 90"/>
                <a:gd name="T16" fmla="*/ 0 w 96"/>
                <a:gd name="T17" fmla="*/ 0 h 90"/>
                <a:gd name="T18" fmla="*/ 0 w 96"/>
                <a:gd name="T19" fmla="*/ 0 h 90"/>
                <a:gd name="T20" fmla="*/ 0 w 96"/>
                <a:gd name="T21" fmla="*/ 0 h 90"/>
                <a:gd name="T22" fmla="*/ 0 w 96"/>
                <a:gd name="T23" fmla="*/ 0 h 90"/>
                <a:gd name="T24" fmla="*/ 0 w 96"/>
                <a:gd name="T25" fmla="*/ 0 h 90"/>
                <a:gd name="T26" fmla="*/ 0 w 96"/>
                <a:gd name="T27" fmla="*/ 0 h 90"/>
                <a:gd name="T28" fmla="*/ 0 w 96"/>
                <a:gd name="T29" fmla="*/ 0 h 9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96"/>
                <a:gd name="T46" fmla="*/ 0 h 90"/>
                <a:gd name="T47" fmla="*/ 96 w 96"/>
                <a:gd name="T48" fmla="*/ 90 h 9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96" h="90">
                  <a:moveTo>
                    <a:pt x="0" y="9"/>
                  </a:moveTo>
                  <a:lnTo>
                    <a:pt x="18" y="11"/>
                  </a:lnTo>
                  <a:lnTo>
                    <a:pt x="36" y="20"/>
                  </a:lnTo>
                  <a:lnTo>
                    <a:pt x="51" y="37"/>
                  </a:lnTo>
                  <a:lnTo>
                    <a:pt x="61" y="56"/>
                  </a:lnTo>
                  <a:lnTo>
                    <a:pt x="68" y="77"/>
                  </a:lnTo>
                  <a:lnTo>
                    <a:pt x="69" y="90"/>
                  </a:lnTo>
                  <a:lnTo>
                    <a:pt x="96" y="88"/>
                  </a:lnTo>
                  <a:lnTo>
                    <a:pt x="96" y="67"/>
                  </a:lnTo>
                  <a:lnTo>
                    <a:pt x="82" y="28"/>
                  </a:lnTo>
                  <a:lnTo>
                    <a:pt x="70" y="12"/>
                  </a:lnTo>
                  <a:lnTo>
                    <a:pt x="58" y="3"/>
                  </a:lnTo>
                  <a:lnTo>
                    <a:pt x="48" y="0"/>
                  </a:lnTo>
                  <a:lnTo>
                    <a:pt x="22" y="5"/>
                  </a:lnTo>
                  <a:lnTo>
                    <a:pt x="0" y="9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8" name="Freeform 159"/>
            <p:cNvSpPr>
              <a:spLocks/>
            </p:cNvSpPr>
            <p:nvPr/>
          </p:nvSpPr>
          <p:spPr bwMode="auto">
            <a:xfrm>
              <a:off x="442" y="2301"/>
              <a:ext cx="29" cy="29"/>
            </a:xfrm>
            <a:custGeom>
              <a:avLst/>
              <a:gdLst>
                <a:gd name="T0" fmla="*/ 0 w 96"/>
                <a:gd name="T1" fmla="*/ 0 h 90"/>
                <a:gd name="T2" fmla="*/ 0 w 96"/>
                <a:gd name="T3" fmla="*/ 0 h 90"/>
                <a:gd name="T4" fmla="*/ 0 w 96"/>
                <a:gd name="T5" fmla="*/ 0 h 90"/>
                <a:gd name="T6" fmla="*/ 0 w 96"/>
                <a:gd name="T7" fmla="*/ 0 h 90"/>
                <a:gd name="T8" fmla="*/ 0 w 96"/>
                <a:gd name="T9" fmla="*/ 0 h 90"/>
                <a:gd name="T10" fmla="*/ 0 w 96"/>
                <a:gd name="T11" fmla="*/ 0 h 90"/>
                <a:gd name="T12" fmla="*/ 0 w 96"/>
                <a:gd name="T13" fmla="*/ 0 h 90"/>
                <a:gd name="T14" fmla="*/ 0 w 96"/>
                <a:gd name="T15" fmla="*/ 0 h 90"/>
                <a:gd name="T16" fmla="*/ 0 w 96"/>
                <a:gd name="T17" fmla="*/ 0 h 90"/>
                <a:gd name="T18" fmla="*/ 0 w 96"/>
                <a:gd name="T19" fmla="*/ 0 h 90"/>
                <a:gd name="T20" fmla="*/ 0 w 96"/>
                <a:gd name="T21" fmla="*/ 0 h 90"/>
                <a:gd name="T22" fmla="*/ 0 w 96"/>
                <a:gd name="T23" fmla="*/ 0 h 90"/>
                <a:gd name="T24" fmla="*/ 0 w 96"/>
                <a:gd name="T25" fmla="*/ 0 h 90"/>
                <a:gd name="T26" fmla="*/ 0 w 96"/>
                <a:gd name="T27" fmla="*/ 0 h 90"/>
                <a:gd name="T28" fmla="*/ 0 w 96"/>
                <a:gd name="T29" fmla="*/ 0 h 9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96"/>
                <a:gd name="T46" fmla="*/ 0 h 90"/>
                <a:gd name="T47" fmla="*/ 96 w 96"/>
                <a:gd name="T48" fmla="*/ 90 h 9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96" h="90">
                  <a:moveTo>
                    <a:pt x="0" y="9"/>
                  </a:moveTo>
                  <a:lnTo>
                    <a:pt x="18" y="11"/>
                  </a:lnTo>
                  <a:lnTo>
                    <a:pt x="36" y="20"/>
                  </a:lnTo>
                  <a:lnTo>
                    <a:pt x="51" y="37"/>
                  </a:lnTo>
                  <a:lnTo>
                    <a:pt x="61" y="56"/>
                  </a:lnTo>
                  <a:lnTo>
                    <a:pt x="68" y="77"/>
                  </a:lnTo>
                  <a:lnTo>
                    <a:pt x="69" y="90"/>
                  </a:lnTo>
                  <a:lnTo>
                    <a:pt x="96" y="88"/>
                  </a:lnTo>
                  <a:lnTo>
                    <a:pt x="96" y="67"/>
                  </a:lnTo>
                  <a:lnTo>
                    <a:pt x="82" y="28"/>
                  </a:lnTo>
                  <a:lnTo>
                    <a:pt x="70" y="12"/>
                  </a:lnTo>
                  <a:lnTo>
                    <a:pt x="58" y="3"/>
                  </a:lnTo>
                  <a:lnTo>
                    <a:pt x="48" y="0"/>
                  </a:lnTo>
                  <a:lnTo>
                    <a:pt x="22" y="5"/>
                  </a:lnTo>
                  <a:lnTo>
                    <a:pt x="0" y="9"/>
                  </a:lnTo>
                </a:path>
              </a:pathLst>
            </a:custGeom>
            <a:solidFill>
              <a:schemeClr val="accent1"/>
            </a:solidFill>
            <a:ln w="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6159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05272" y="114301"/>
            <a:ext cx="2978701" cy="448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66700" indent="-2667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  <a:buClr>
                <a:schemeClr val="tx1"/>
              </a:buClr>
              <a:buSzPct val="90000"/>
              <a:defRPr/>
            </a:pPr>
            <a:r>
              <a:rPr lang="en-US" altLang="ko-KR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 pitchFamily="50" charset="-127"/>
              </a:rPr>
              <a:t>5. </a:t>
            </a:r>
            <a:r>
              <a:rPr lang="ko-KR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 pitchFamily="50" charset="-127"/>
              </a:rPr>
              <a:t>유지보수 및 지원체계</a:t>
            </a:r>
            <a:endParaRPr lang="en-US" altLang="ko-KR" sz="2000" b="1" dirty="0">
              <a:solidFill>
                <a:schemeClr val="tx1">
                  <a:lumMod val="85000"/>
                  <a:lumOff val="15000"/>
                </a:schemeClr>
              </a:solidFill>
              <a:ea typeface="맑은 고딕" pitchFamily="50" charset="-127"/>
            </a:endParaRPr>
          </a:p>
        </p:txBody>
      </p:sp>
      <p:sp>
        <p:nvSpPr>
          <p:cNvPr id="21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4089400" y="6524625"/>
            <a:ext cx="1685925" cy="21907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hangingPunct="1">
              <a:defRPr/>
            </a:pPr>
            <a:r>
              <a:rPr kumimoji="0"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ea typeface="맑은 고딕" pitchFamily="50" charset="-127"/>
              </a:rPr>
              <a:t>- </a:t>
            </a:r>
            <a:fld id="{439B5B9D-4C6D-4047-9AC7-C209DB283478}" type="slidenum">
              <a:rPr kumimoji="0" lang="en-US" altLang="ko-KR" smtClean="0">
                <a:solidFill>
                  <a:schemeClr val="tx1">
                    <a:lumMod val="65000"/>
                    <a:lumOff val="35000"/>
                  </a:schemeClr>
                </a:solidFill>
                <a:ea typeface="맑은 고딕" pitchFamily="50" charset="-127"/>
              </a:rPr>
              <a:pPr eaLnBrk="1" hangingPunct="1">
                <a:defRPr/>
              </a:pPr>
              <a:t>9</a:t>
            </a:fld>
            <a:r>
              <a:rPr kumimoji="0"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ea typeface="맑은 고딕" pitchFamily="50" charset="-127"/>
              </a:rPr>
              <a:t> -</a:t>
            </a:r>
          </a:p>
        </p:txBody>
      </p:sp>
      <p:sp>
        <p:nvSpPr>
          <p:cNvPr id="13" name="Text Box 52"/>
          <p:cNvSpPr txBox="1">
            <a:spLocks noChangeArrowheads="1"/>
          </p:cNvSpPr>
          <p:nvPr/>
        </p:nvSpPr>
        <p:spPr bwMode="auto">
          <a:xfrm>
            <a:off x="455613" y="692150"/>
            <a:ext cx="8353425" cy="1042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/>
          <a:lstStyle>
            <a:lvl1pPr marL="271463" indent="-271463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 pitchFamily="50" charset="-127"/>
              </a:rPr>
              <a:t>운영 중 발생하는 장애처리를 위해 고객지원 팀에 </a:t>
            </a:r>
            <a:r>
              <a:rPr lang="ko-KR" altLang="en-US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ea typeface="맑은 고딕" pitchFamily="50" charset="-127"/>
              </a:rPr>
              <a:t>고객사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 pitchFamily="50" charset="-127"/>
              </a:rPr>
              <a:t> 전담자가 배정이 되고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 pitchFamily="50" charset="-127"/>
              </a:rPr>
              <a:t>, Call Center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 pitchFamily="50" charset="-127"/>
              </a:rPr>
              <a:t>를 통한 신속한 접수 및 장애 처리를 지원 합니다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 pitchFamily="50" charset="-127"/>
              </a:rPr>
              <a:t>.</a:t>
            </a:r>
          </a:p>
        </p:txBody>
      </p:sp>
      <p:sp>
        <p:nvSpPr>
          <p:cNvPr id="14" name="AutoShape 4"/>
          <p:cNvSpPr>
            <a:spLocks noChangeArrowheads="1"/>
          </p:cNvSpPr>
          <p:nvPr/>
        </p:nvSpPr>
        <p:spPr bwMode="auto">
          <a:xfrm>
            <a:off x="241300" y="1525588"/>
            <a:ext cx="8651875" cy="4497387"/>
          </a:xfrm>
          <a:prstGeom prst="roundRect">
            <a:avLst>
              <a:gd name="adj" fmla="val 1741"/>
            </a:avLst>
          </a:prstGeom>
          <a:solidFill>
            <a:srgbClr val="FFFFFF"/>
          </a:solidFill>
          <a:ln w="9525">
            <a:solidFill>
              <a:srgbClr val="5C748E"/>
            </a:solidFill>
            <a:round/>
            <a:headEnd/>
            <a:tailEnd/>
          </a:ln>
        </p:spPr>
        <p:txBody>
          <a:bodyPr lIns="162000" tIns="154800" rIns="162000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Aft>
                <a:spcPct val="10000"/>
              </a:spcAft>
              <a:buSzPct val="70000"/>
            </a:pPr>
            <a:endParaRPr lang="ko-KR" altLang="en-US" sz="130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그림 41" descr="test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538" y="1803400"/>
            <a:ext cx="4295775" cy="410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그림 40" descr="test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525" y="1809750"/>
            <a:ext cx="3910013" cy="266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설명선 1 9"/>
          <p:cNvSpPr>
            <a:spLocks/>
          </p:cNvSpPr>
          <p:nvPr/>
        </p:nvSpPr>
        <p:spPr bwMode="auto">
          <a:xfrm>
            <a:off x="7107238" y="2293938"/>
            <a:ext cx="1643062" cy="357187"/>
          </a:xfrm>
          <a:prstGeom prst="borderCallout1">
            <a:avLst>
              <a:gd name="adj1" fmla="val 56889"/>
              <a:gd name="adj2" fmla="val -2319"/>
              <a:gd name="adj3" fmla="val 128444"/>
              <a:gd name="adj4" fmla="val -27343"/>
            </a:avLst>
          </a:prstGeom>
          <a:solidFill>
            <a:schemeClr val="accent1"/>
          </a:solidFill>
          <a:ln w="19050" algn="ctr">
            <a:solidFill>
              <a:srgbClr val="A2A2A2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요청사항 처리 화면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4" name="Picture 5" descr="도장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4175" y="2841625"/>
            <a:ext cx="744538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설명선 1 26"/>
          <p:cNvSpPr/>
          <p:nvPr/>
        </p:nvSpPr>
        <p:spPr>
          <a:xfrm>
            <a:off x="2644775" y="5286375"/>
            <a:ext cx="1643063" cy="357188"/>
          </a:xfrm>
          <a:prstGeom prst="borderCallout1">
            <a:avLst>
              <a:gd name="adj1" fmla="val -2583"/>
              <a:gd name="adj2" fmla="val 38043"/>
              <a:gd name="adj3" fmla="val -219242"/>
              <a:gd name="adj4" fmla="val -99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서비스 목록화면</a:t>
            </a:r>
            <a:endParaRPr lang="en-US" altLang="ko-KR" sz="12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9850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05272" y="114301"/>
            <a:ext cx="211949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66700" indent="-2667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  <a:buClr>
                <a:schemeClr val="tx1"/>
              </a:buClr>
              <a:buSzPct val="90000"/>
              <a:defRPr/>
            </a:pPr>
            <a:r>
              <a:rPr lang="en-US" altLang="ko-KR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 pitchFamily="50" charset="-127"/>
              </a:rPr>
              <a:t>6. </a:t>
            </a:r>
            <a:r>
              <a:rPr lang="ko-KR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 pitchFamily="50" charset="-127"/>
              </a:rPr>
              <a:t>주요화면 별첨</a:t>
            </a:r>
            <a:endParaRPr lang="en-US" altLang="ko-KR" sz="2000" b="1" dirty="0">
              <a:solidFill>
                <a:schemeClr val="tx1">
                  <a:lumMod val="85000"/>
                  <a:lumOff val="15000"/>
                </a:schemeClr>
              </a:solidFill>
              <a:ea typeface="맑은 고딕" pitchFamily="50" charset="-127"/>
            </a:endParaRPr>
          </a:p>
        </p:txBody>
      </p:sp>
      <p:sp>
        <p:nvSpPr>
          <p:cNvPr id="21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4089400" y="6524625"/>
            <a:ext cx="1685925" cy="21907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hangingPunct="1">
              <a:defRPr/>
            </a:pPr>
            <a:r>
              <a:rPr kumimoji="0"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ea typeface="맑은 고딕" pitchFamily="50" charset="-127"/>
              </a:rPr>
              <a:t>- </a:t>
            </a:r>
            <a:fld id="{439B5B9D-4C6D-4047-9AC7-C209DB283478}" type="slidenum">
              <a:rPr kumimoji="0" lang="en-US" altLang="ko-KR" smtClean="0">
                <a:solidFill>
                  <a:schemeClr val="tx1">
                    <a:lumMod val="65000"/>
                    <a:lumOff val="35000"/>
                  </a:schemeClr>
                </a:solidFill>
                <a:ea typeface="맑은 고딕" pitchFamily="50" charset="-127"/>
              </a:rPr>
              <a:pPr eaLnBrk="1" hangingPunct="1">
                <a:defRPr/>
              </a:pPr>
              <a:t>10</a:t>
            </a:fld>
            <a:r>
              <a:rPr kumimoji="0"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ea typeface="맑은 고딕" pitchFamily="50" charset="-127"/>
              </a:rPr>
              <a:t> -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488950" y="765175"/>
            <a:ext cx="9144000" cy="1539875"/>
          </a:xfrm>
          <a:prstGeom prst="rect">
            <a:avLst/>
          </a:prstGeom>
          <a:solidFill>
            <a:srgbClr val="808080">
              <a:lumMod val="20000"/>
              <a:lumOff val="80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3600" kern="0" dirty="0">
                <a:solidFill>
                  <a:sysClr val="windowText" lastClr="000000"/>
                </a:solidFill>
                <a:latin typeface="HY견고딕" pitchFamily="18" charset="-127"/>
                <a:ea typeface="HY견고딕" pitchFamily="18" charset="-127"/>
              </a:rPr>
              <a:t>별첨</a:t>
            </a:r>
            <a:endParaRPr kumimoji="0" lang="en-US" altLang="ko-KR" sz="3600" kern="0" dirty="0">
              <a:solidFill>
                <a:sysClr val="windowText" lastClr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2864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05272" y="114301"/>
            <a:ext cx="211949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66700" indent="-2667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  <a:buClr>
                <a:schemeClr val="tx1"/>
              </a:buClr>
              <a:buSzPct val="90000"/>
              <a:defRPr/>
            </a:pPr>
            <a:r>
              <a:rPr lang="en-US" altLang="ko-KR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 pitchFamily="50" charset="-127"/>
              </a:rPr>
              <a:t>6. </a:t>
            </a:r>
            <a:r>
              <a:rPr lang="ko-KR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 pitchFamily="50" charset="-127"/>
              </a:rPr>
              <a:t>주요화면 별첨</a:t>
            </a:r>
            <a:endParaRPr lang="en-US" altLang="ko-KR" sz="2000" b="1" dirty="0">
              <a:solidFill>
                <a:schemeClr val="tx1">
                  <a:lumMod val="85000"/>
                  <a:lumOff val="15000"/>
                </a:schemeClr>
              </a:solidFill>
              <a:ea typeface="맑은 고딕" pitchFamily="50" charset="-127"/>
            </a:endParaRPr>
          </a:p>
        </p:txBody>
      </p:sp>
      <p:sp>
        <p:nvSpPr>
          <p:cNvPr id="21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4089400" y="6524625"/>
            <a:ext cx="1685925" cy="21907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hangingPunct="1">
              <a:defRPr/>
            </a:pPr>
            <a:r>
              <a:rPr kumimoji="0"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ea typeface="맑은 고딕" pitchFamily="50" charset="-127"/>
              </a:rPr>
              <a:t>- </a:t>
            </a:r>
            <a:fld id="{439B5B9D-4C6D-4047-9AC7-C209DB283478}" type="slidenum">
              <a:rPr kumimoji="0" lang="en-US" altLang="ko-KR" smtClean="0">
                <a:solidFill>
                  <a:schemeClr val="tx1">
                    <a:lumMod val="65000"/>
                    <a:lumOff val="35000"/>
                  </a:schemeClr>
                </a:solidFill>
                <a:ea typeface="맑은 고딕" pitchFamily="50" charset="-127"/>
              </a:rPr>
              <a:pPr eaLnBrk="1" hangingPunct="1">
                <a:defRPr/>
              </a:pPr>
              <a:t>11</a:t>
            </a:fld>
            <a:r>
              <a:rPr kumimoji="0"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ea typeface="맑은 고딕" pitchFamily="50" charset="-127"/>
              </a:rPr>
              <a:t> -</a:t>
            </a:r>
          </a:p>
        </p:txBody>
      </p:sp>
      <p:sp>
        <p:nvSpPr>
          <p:cNvPr id="4" name="Text Box 52"/>
          <p:cNvSpPr txBox="1">
            <a:spLocks noChangeArrowheads="1"/>
          </p:cNvSpPr>
          <p:nvPr/>
        </p:nvSpPr>
        <p:spPr bwMode="auto">
          <a:xfrm>
            <a:off x="769517" y="784842"/>
            <a:ext cx="83534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/>
          <a:lstStyle>
            <a:lvl1pPr marL="271463" indent="-271463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marL="0" indent="0" eaLnBrk="1" hangingPunct="1">
              <a:lnSpc>
                <a:spcPts val="1100"/>
              </a:lnSpc>
              <a:spcBef>
                <a:spcPct val="50000"/>
              </a:spcBef>
              <a:defRPr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ea typeface="맑은 고딕" pitchFamily="50" charset="-127"/>
              </a:rPr>
              <a:t>포탈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ea typeface="맑은 고딕" pitchFamily="50" charset="-127"/>
            </a:endParaRPr>
          </a:p>
        </p:txBody>
      </p:sp>
      <p:pic>
        <p:nvPicPr>
          <p:cNvPr id="5" name="그림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304" y="819767"/>
            <a:ext cx="10795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그룹 14"/>
          <p:cNvGrpSpPr>
            <a:grpSpLocks/>
          </p:cNvGrpSpPr>
          <p:nvPr/>
        </p:nvGrpSpPr>
        <p:grpSpPr bwMode="auto">
          <a:xfrm>
            <a:off x="907629" y="1659059"/>
            <a:ext cx="7724775" cy="4545012"/>
            <a:chOff x="0" y="0"/>
            <a:chExt cx="12677775" cy="10566400"/>
          </a:xfrm>
        </p:grpSpPr>
        <p:pic>
          <p:nvPicPr>
            <p:cNvPr id="7" name="그림 1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018"/>
            <a:stretch>
              <a:fillRect/>
            </a:stretch>
          </p:blipFill>
          <p:spPr bwMode="auto">
            <a:xfrm>
              <a:off x="0" y="0"/>
              <a:ext cx="12677775" cy="6172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그림 1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6" t="29951" r="1891" b="12878"/>
            <a:stretch>
              <a:fillRect/>
            </a:stretch>
          </p:blipFill>
          <p:spPr bwMode="auto">
            <a:xfrm>
              <a:off x="9525" y="6257925"/>
              <a:ext cx="12658726" cy="4308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" name="TextBox 9"/>
          <p:cNvSpPr txBox="1">
            <a:spLocks noChangeArrowheads="1"/>
          </p:cNvSpPr>
          <p:nvPr/>
        </p:nvSpPr>
        <p:spPr bwMode="auto">
          <a:xfrm>
            <a:off x="593304" y="1082796"/>
            <a:ext cx="83534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en-US" altLang="ko-KR" sz="1100" b="1">
                <a:latin typeface="맑은 고딕" panose="020B0503020000020004" pitchFamily="50" charset="-127"/>
                <a:ea typeface="맑은 고딕" panose="020B0503020000020004" pitchFamily="50" charset="-127"/>
              </a:rPr>
              <a:t>1) </a:t>
            </a:r>
            <a:r>
              <a:rPr kumimoji="0" lang="ko-KR" altLang="en-US" sz="1100" b="1">
                <a:latin typeface="맑은 고딕" panose="020B0503020000020004" pitchFamily="50" charset="-127"/>
                <a:ea typeface="맑은 고딕" panose="020B0503020000020004" pitchFamily="50" charset="-127"/>
              </a:rPr>
              <a:t>회사의 공지사항 및 업무에 필요한 정보들을 한눈에 파악하고 필요한 정보들을 쉽게 찾을 수 있도록 구성</a:t>
            </a:r>
            <a:endParaRPr lang="en-US" altLang="ko-KR" sz="11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809204" y="1659059"/>
            <a:ext cx="7921625" cy="454501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1" name="Picture 5" descr="도장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360" y="1338505"/>
            <a:ext cx="744538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5252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05272" y="114301"/>
            <a:ext cx="211949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66700" indent="-2667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  <a:buClr>
                <a:schemeClr val="tx1"/>
              </a:buClr>
              <a:buSzPct val="90000"/>
              <a:defRPr/>
            </a:pPr>
            <a:r>
              <a:rPr lang="en-US" altLang="ko-KR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 pitchFamily="50" charset="-127"/>
              </a:rPr>
              <a:t>6. </a:t>
            </a:r>
            <a:r>
              <a:rPr lang="ko-KR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 pitchFamily="50" charset="-127"/>
              </a:rPr>
              <a:t>주요화면 별첨</a:t>
            </a:r>
            <a:endParaRPr lang="en-US" altLang="ko-KR" sz="2000" b="1" dirty="0">
              <a:solidFill>
                <a:schemeClr val="tx1">
                  <a:lumMod val="85000"/>
                  <a:lumOff val="15000"/>
                </a:schemeClr>
              </a:solidFill>
              <a:ea typeface="맑은 고딕" pitchFamily="50" charset="-127"/>
            </a:endParaRPr>
          </a:p>
        </p:txBody>
      </p:sp>
      <p:sp>
        <p:nvSpPr>
          <p:cNvPr id="21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4089400" y="6524625"/>
            <a:ext cx="1685925" cy="21907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hangingPunct="1">
              <a:defRPr/>
            </a:pPr>
            <a:r>
              <a:rPr kumimoji="0"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ea typeface="맑은 고딕" pitchFamily="50" charset="-127"/>
              </a:rPr>
              <a:t>- </a:t>
            </a:r>
            <a:fld id="{439B5B9D-4C6D-4047-9AC7-C209DB283478}" type="slidenum">
              <a:rPr kumimoji="0" lang="en-US" altLang="ko-KR" smtClean="0">
                <a:solidFill>
                  <a:schemeClr val="tx1">
                    <a:lumMod val="65000"/>
                    <a:lumOff val="35000"/>
                  </a:schemeClr>
                </a:solidFill>
                <a:ea typeface="맑은 고딕" pitchFamily="50" charset="-127"/>
              </a:rPr>
              <a:pPr eaLnBrk="1" hangingPunct="1">
                <a:defRPr/>
              </a:pPr>
              <a:t>12</a:t>
            </a:fld>
            <a:r>
              <a:rPr kumimoji="0"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ea typeface="맑은 고딕" pitchFamily="50" charset="-127"/>
              </a:rPr>
              <a:t> -</a:t>
            </a:r>
          </a:p>
        </p:txBody>
      </p:sp>
      <p:sp>
        <p:nvSpPr>
          <p:cNvPr id="4" name="Text Box 52"/>
          <p:cNvSpPr txBox="1">
            <a:spLocks noChangeArrowheads="1"/>
          </p:cNvSpPr>
          <p:nvPr/>
        </p:nvSpPr>
        <p:spPr bwMode="auto">
          <a:xfrm>
            <a:off x="769517" y="784842"/>
            <a:ext cx="83534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/>
          <a:lstStyle>
            <a:lvl1pPr marL="271463" indent="-271463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marL="0" indent="0" eaLnBrk="1" hangingPunct="1">
              <a:lnSpc>
                <a:spcPts val="1100"/>
              </a:lnSpc>
              <a:spcBef>
                <a:spcPct val="50000"/>
              </a:spcBef>
              <a:defRPr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ea typeface="맑은 고딕" pitchFamily="50" charset="-127"/>
              </a:rPr>
              <a:t>메신저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ea typeface="맑은 고딕" pitchFamily="50" charset="-127"/>
            </a:endParaRPr>
          </a:p>
        </p:txBody>
      </p:sp>
      <p:pic>
        <p:nvPicPr>
          <p:cNvPr id="5" name="그림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304" y="819767"/>
            <a:ext cx="10795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9"/>
          <p:cNvSpPr txBox="1">
            <a:spLocks noChangeArrowheads="1"/>
          </p:cNvSpPr>
          <p:nvPr/>
        </p:nvSpPr>
        <p:spPr bwMode="auto">
          <a:xfrm>
            <a:off x="690935" y="1140740"/>
            <a:ext cx="8720137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buFontTx/>
              <a:buAutoNum type="arabicParenR"/>
            </a:pPr>
            <a:r>
              <a:rPr kumimoji="0" lang="ko-KR" altLang="en-US" sz="1100" b="1">
                <a:latin typeface="맑은 고딕" panose="020B0503020000020004" pitchFamily="50" charset="-127"/>
                <a:ea typeface="맑은 고딕" panose="020B0503020000020004" pitchFamily="50" charset="-127"/>
              </a:rPr>
              <a:t>오바일 오피스 구현으로 회사 외부에서도 모바일을 이용하여 결재 승인</a:t>
            </a:r>
            <a:r>
              <a:rPr kumimoji="0" lang="en-US" altLang="ko-KR" sz="1100" b="1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kumimoji="0" lang="ko-KR" altLang="en-US" sz="1100" b="1"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  <a:r>
              <a:rPr kumimoji="0" lang="en-US" altLang="ko-KR" sz="1100" b="1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kumimoji="0" lang="ko-KR" altLang="en-US" sz="1100" b="1">
                <a:latin typeface="맑은 고딕" panose="020B0503020000020004" pitchFamily="50" charset="-127"/>
                <a:ea typeface="맑은 고딕" panose="020B0503020000020004" pitchFamily="50" charset="-127"/>
              </a:rPr>
              <a:t>회사 게시글 등을 확인을 할 수가 있다</a:t>
            </a:r>
            <a:r>
              <a:rPr kumimoji="0" lang="en-US" altLang="ko-KR" sz="1100" b="1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13" name="Picture 2" descr="8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37"/>
          <a:stretch>
            <a:fillRect/>
          </a:stretch>
        </p:blipFill>
        <p:spPr bwMode="auto">
          <a:xfrm>
            <a:off x="3457947" y="1963065"/>
            <a:ext cx="3076575" cy="407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그룹 9"/>
          <p:cNvGrpSpPr>
            <a:grpSpLocks/>
          </p:cNvGrpSpPr>
          <p:nvPr/>
        </p:nvGrpSpPr>
        <p:grpSpPr bwMode="auto">
          <a:xfrm>
            <a:off x="535360" y="1901153"/>
            <a:ext cx="2676525" cy="4140200"/>
            <a:chOff x="0" y="0"/>
            <a:chExt cx="2819400" cy="4095750"/>
          </a:xfrm>
        </p:grpSpPr>
        <p:pic>
          <p:nvPicPr>
            <p:cNvPr id="15" name="그림 11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2819400" cy="409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그림 12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50" y="190500"/>
              <a:ext cx="732490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7" name="그룹 14"/>
          <p:cNvGrpSpPr>
            <a:grpSpLocks/>
          </p:cNvGrpSpPr>
          <p:nvPr/>
        </p:nvGrpSpPr>
        <p:grpSpPr bwMode="auto">
          <a:xfrm>
            <a:off x="6677397" y="1963065"/>
            <a:ext cx="2886075" cy="4086225"/>
            <a:chOff x="0" y="0"/>
            <a:chExt cx="2886075" cy="4086226"/>
          </a:xfrm>
        </p:grpSpPr>
        <p:pic>
          <p:nvPicPr>
            <p:cNvPr id="18" name="그림 15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9526"/>
              <a:ext cx="2886075" cy="4076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그림 16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874" y="0"/>
              <a:ext cx="609602" cy="2110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1" name="Picture 5" descr="도장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479" y="1864938"/>
            <a:ext cx="744538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7483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4_BCS Template White Backgroun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4_BCS Template White Background">
      <a:majorFont>
        <a:latin typeface="굴림체"/>
        <a:ea typeface="굴림체"/>
        <a:cs typeface=""/>
      </a:majorFont>
      <a:minorFont>
        <a:latin typeface="굴림체"/>
        <a:ea typeface="굴림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6350" cap="flat" cmpd="sng" algn="ctr">
          <a:solidFill>
            <a:srgbClr val="FF0000"/>
          </a:solidFill>
          <a:prstDash val="solid"/>
          <a:round/>
          <a:headEnd type="none" w="med" len="med"/>
          <a:tailEnd type="triangle" w="med" len="med"/>
        </a:ln>
        <a:effectLst/>
      </a:spPr>
      <a:bodyPr vert="eaVert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Wingdings" pitchFamily="2" charset="2"/>
          <a:buNone/>
          <a:tabLst/>
          <a:defRPr kumimoji="0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eaVert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Wingdings" pitchFamily="2" charset="2"/>
          <a:buNone/>
          <a:tabLst/>
          <a:defRPr kumimoji="0" lang="en-GB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BCS Template White Background 1">
        <a:dk1>
          <a:srgbClr val="000000"/>
        </a:dk1>
        <a:lt1>
          <a:srgbClr val="FFFFFF"/>
        </a:lt1>
        <a:dk2>
          <a:srgbClr val="061DC8"/>
        </a:dk2>
        <a:lt2>
          <a:srgbClr val="727272"/>
        </a:lt2>
        <a:accent1>
          <a:srgbClr val="7889FB"/>
        </a:accent1>
        <a:accent2>
          <a:srgbClr val="C7CDFD"/>
        </a:accent2>
        <a:accent3>
          <a:srgbClr val="FFFFFF"/>
        </a:accent3>
        <a:accent4>
          <a:srgbClr val="000000"/>
        </a:accent4>
        <a:accent5>
          <a:srgbClr val="BEC4FD"/>
        </a:accent5>
        <a:accent6>
          <a:srgbClr val="B4BAE5"/>
        </a:accent6>
        <a:hlink>
          <a:srgbClr val="669900"/>
        </a:hlink>
        <a:folHlink>
          <a:srgbClr val="8CC8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OWERPNT">
  <a:themeElements>
    <a:clrScheme name="POWERPNT 2">
      <a:dk1>
        <a:srgbClr val="000000"/>
      </a:dk1>
      <a:lt1>
        <a:srgbClr val="FFFFFF"/>
      </a:lt1>
      <a:dk2>
        <a:srgbClr val="000000"/>
      </a:dk2>
      <a:lt2>
        <a:srgbClr val="AAABB0"/>
      </a:lt2>
      <a:accent1>
        <a:srgbClr val="0071B5"/>
      </a:accent1>
      <a:accent2>
        <a:srgbClr val="64B900"/>
      </a:accent2>
      <a:accent3>
        <a:srgbClr val="FFFFFF"/>
      </a:accent3>
      <a:accent4>
        <a:srgbClr val="000000"/>
      </a:accent4>
      <a:accent5>
        <a:srgbClr val="AABBD7"/>
      </a:accent5>
      <a:accent6>
        <a:srgbClr val="5AA700"/>
      </a:accent6>
      <a:hlink>
        <a:srgbClr val="EB5F01"/>
      </a:hlink>
      <a:folHlink>
        <a:srgbClr val="CC0066"/>
      </a:folHlink>
    </a:clrScheme>
    <a:fontScheme name="POWERPNT">
      <a:majorFont>
        <a:latin typeface="Optima"/>
        <a:ea typeface="가는각진제목체"/>
        <a:cs typeface=""/>
      </a:majorFont>
      <a:minorFont>
        <a:latin typeface="Optima"/>
        <a:ea typeface="가는각진제목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Char char="•"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Optima" pitchFamily="2" charset="2"/>
            <a:ea typeface="가는각진제목체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Char char="•"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Optima" pitchFamily="2" charset="2"/>
            <a:ea typeface="가는각진제목체" pitchFamily="18" charset="-127"/>
          </a:defRPr>
        </a:defPPr>
      </a:lstStyle>
    </a:lnDef>
  </a:objectDefaults>
  <a:extraClrSchemeLst>
    <a:extraClrScheme>
      <a:clrScheme name="POWERPNT 1">
        <a:dk1>
          <a:srgbClr val="000000"/>
        </a:dk1>
        <a:lt1>
          <a:srgbClr val="FFFFFF"/>
        </a:lt1>
        <a:dk2>
          <a:srgbClr val="001D58"/>
        </a:dk2>
        <a:lt2>
          <a:srgbClr val="FFFFFF"/>
        </a:lt2>
        <a:accent1>
          <a:srgbClr val="0071B5"/>
        </a:accent1>
        <a:accent2>
          <a:srgbClr val="64B900"/>
        </a:accent2>
        <a:accent3>
          <a:srgbClr val="AAABB4"/>
        </a:accent3>
        <a:accent4>
          <a:srgbClr val="DADADA"/>
        </a:accent4>
        <a:accent5>
          <a:srgbClr val="AABBD7"/>
        </a:accent5>
        <a:accent6>
          <a:srgbClr val="5AA700"/>
        </a:accent6>
        <a:hlink>
          <a:srgbClr val="EB5F01"/>
        </a:hlink>
        <a:folHlink>
          <a:srgbClr val="CC00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OWERPNT 2">
        <a:dk1>
          <a:srgbClr val="000000"/>
        </a:dk1>
        <a:lt1>
          <a:srgbClr val="FFFFFF"/>
        </a:lt1>
        <a:dk2>
          <a:srgbClr val="000000"/>
        </a:dk2>
        <a:lt2>
          <a:srgbClr val="AAABB0"/>
        </a:lt2>
        <a:accent1>
          <a:srgbClr val="0071B5"/>
        </a:accent1>
        <a:accent2>
          <a:srgbClr val="64B900"/>
        </a:accent2>
        <a:accent3>
          <a:srgbClr val="FFFFFF"/>
        </a:accent3>
        <a:accent4>
          <a:srgbClr val="000000"/>
        </a:accent4>
        <a:accent5>
          <a:srgbClr val="AABBD7"/>
        </a:accent5>
        <a:accent6>
          <a:srgbClr val="5AA700"/>
        </a:accent6>
        <a:hlink>
          <a:srgbClr val="EB5F01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B7EE8C989F4014D8F473F11EA235336" ma:contentTypeVersion="1" ma:contentTypeDescription="새 문서를 만듭니다." ma:contentTypeScope="" ma:versionID="da507e76d2c73bb96d59657c92b25dbb">
  <xsd:schema xmlns:xsd="http://www.w3.org/2001/XMLSchema" xmlns:xs="http://www.w3.org/2001/XMLSchema" xmlns:p="http://schemas.microsoft.com/office/2006/metadata/properties" xmlns:ns2="2aae6fcb-43e3-4396-89be-baa0995eb0b9" targetNamespace="http://schemas.microsoft.com/office/2006/metadata/properties" ma:root="true" ma:fieldsID="aa1e80f6703332eeed5d82846e061462" ns2:_="">
    <xsd:import namespace="2aae6fcb-43e3-4396-89be-baa0995eb0b9"/>
    <xsd:element name="properties">
      <xsd:complexType>
        <xsd:sequence>
          <xsd:element name="documentManagement">
            <xsd:complexType>
              <xsd:all>
                <xsd:element ref="ns2:_xbb38__xc11c__xc124__xba85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ae6fcb-43e3-4396-89be-baa0995eb0b9" elementFormDefault="qualified">
    <xsd:import namespace="http://schemas.microsoft.com/office/2006/documentManagement/types"/>
    <xsd:import namespace="http://schemas.microsoft.com/office/infopath/2007/PartnerControls"/>
    <xsd:element name="_xbb38__xc11c__xc124__xba85_" ma:index="8" nillable="true" ma:displayName="문서설명" ma:internalName="_xbb38__xc11c__xc124__xba85_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pc="http://schemas.microsoft.com/office/infopath/2007/PartnerControls" xmlns:xsi="http://www.w3.org/2001/XMLSchema-instance">
  <documentManagement>
    <_xbb38__xc11c__xc124__xba85_ xmlns="2aae6fcb-43e3-4396-89be-baa0995eb0b9">종료보고서 표준산출물</_xbb38__xc11c__xc124__xba85_>
  </documentManagement>
</p:properties>
</file>

<file path=customXml/itemProps1.xml><?xml version="1.0" encoding="utf-8"?>
<ds:datastoreItem xmlns:ds="http://schemas.openxmlformats.org/officeDocument/2006/customXml" ds:itemID="{FBBD918E-C638-4DEC-BC0E-7E06CF49D0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ae6fcb-43e3-4396-89be-baa0995eb0b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DE0494E-89AC-4DF4-B424-5F9E33D3A4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6528A5-F095-4F29-9A4B-C8F28796BF39}">
  <ds:schemaRefs>
    <ds:schemaRef ds:uri="http://schemas.openxmlformats.org/package/2006/metadata/core-properties"/>
    <ds:schemaRef ds:uri="http://purl.org/dc/terms/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2aae6fcb-43e3-4396-89be-baa0995eb0b9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15533</TotalTime>
  <Words>1104</Words>
  <Application>Microsoft Office PowerPoint</Application>
  <PresentationFormat>A4 용지(210x297mm)</PresentationFormat>
  <Paragraphs>214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12</vt:i4>
      </vt:variant>
    </vt:vector>
  </HeadingPairs>
  <TitlesOfParts>
    <vt:vector size="29" baseType="lpstr">
      <vt:lpstr>Wingdings</vt:lpstr>
      <vt:lpstr>굴림체</vt:lpstr>
      <vt:lpstr>굴림</vt:lpstr>
      <vt:lpstr>Futura Hv</vt:lpstr>
      <vt:lpstr>SimSun</vt:lpstr>
      <vt:lpstr>Optima</vt:lpstr>
      <vt:lpstr>Futura Bk</vt:lpstr>
      <vt:lpstr>가는각진제목체</vt:lpstr>
      <vt:lpstr>HY견고딕</vt:lpstr>
      <vt:lpstr>Arial</vt:lpstr>
      <vt:lpstr>나눔고딕 Bold</vt:lpstr>
      <vt:lpstr>HY헤드라인M</vt:lpstr>
      <vt:lpstr>Candara</vt:lpstr>
      <vt:lpstr>맑은 고딕</vt:lpstr>
      <vt:lpstr>4_BCS Template White Background</vt:lpstr>
      <vt:lpstr>POWERPNT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종료보고서</dc:title>
  <dc:creator>CO-N0-10-020</dc:creator>
  <cp:lastModifiedBy>강희은</cp:lastModifiedBy>
  <cp:revision>619</cp:revision>
  <dcterms:created xsi:type="dcterms:W3CDTF">2006-01-20T06:15:59Z</dcterms:created>
  <dcterms:modified xsi:type="dcterms:W3CDTF">2026-02-27T02:36:47Z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0x0101003B7EE8C989F4014D8F473F11EA235336</vt:lpwstr>
  </property>
</Properties>
</file>