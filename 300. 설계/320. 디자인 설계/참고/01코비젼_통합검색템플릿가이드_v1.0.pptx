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48" r:id="rId2"/>
    <p:sldMasterId id="2147483680" r:id="rId3"/>
    <p:sldMasterId id="2147483696" r:id="rId4"/>
    <p:sldMasterId id="2147483704" r:id="rId5"/>
    <p:sldMasterId id="2147483717" r:id="rId6"/>
  </p:sldMasterIdLst>
  <p:sldIdLst>
    <p:sldId id="291" r:id="rId7"/>
    <p:sldId id="288" r:id="rId8"/>
    <p:sldId id="378" r:id="rId9"/>
    <p:sldId id="417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8B8"/>
    <a:srgbClr val="A7A7A8"/>
    <a:srgbClr val="888889"/>
    <a:srgbClr val="9081D9"/>
    <a:srgbClr val="6350CA"/>
    <a:srgbClr val="8DE3C8"/>
    <a:srgbClr val="71FFE1"/>
    <a:srgbClr val="97979F"/>
    <a:srgbClr val="008669"/>
    <a:srgbClr val="FF0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24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1D47C-EA2F-4B68-B622-AE01BAD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5BC975-B14E-4486-B771-8132D250F685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A5D711-8C74-4FFC-85FC-B9A5A16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538B6-E86F-4E92-9C35-B4668F35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94C1E-D248-4383-85F4-67C1F823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2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9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EEACF3-8C37-456A-91D1-B0CB69DD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B37087-295A-4C73-89C5-7A3979CD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91171-835A-4A80-9E97-2C5DA57B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595B41-76C2-49F4-95EB-D2C208E32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3509"/>
            <a:ext cx="1224000" cy="988125"/>
          </a:xfrm>
          <a:prstGeom prst="rect">
            <a:avLst/>
          </a:prstGeom>
        </p:spPr>
      </p:pic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27EC820-8A40-4A69-8A38-D09E3ED7E6B5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5907DC0-D68E-4057-AD43-7AD121B2032C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C78BDA31-4DD6-4201-B741-4FC520ECD880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6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64E3EB2-28BF-44AC-9539-5F3C41C2AB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27EC820-8A40-4A69-8A38-D09E3ED7E6B5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5907DC0-D68E-4057-AD43-7AD121B2032C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C78BDA31-4DD6-4201-B741-4FC520ECD880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25E5050-AB6B-4408-9B1D-8946066F11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C15B3AD-7E58-460C-8259-A8B714D2C26A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0ABA8A13-3519-4A62-A4C6-97F56E2F9B06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9A6270D8-3330-4071-9E16-4AB992527F24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0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B4CC8E3-4BE5-4206-B51D-9FEBE06604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417935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93E73C0-B08C-4BD5-AB3D-37D8AFC89986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F3BAEF93-3EA1-4B31-8C51-CBC8BD8DB192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E442395-BBD2-4D0C-B705-637C57912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14894DE-6509-47D0-96C5-984B616A1AFE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D14E3A82-8786-4080-BA85-19AABCE0421F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B79F3B1-A403-47B3-965B-DEE4FF87E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417935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A93AD89-1B5B-44E7-B0B5-5F99237B5AC0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E26E96F2-8B07-4AA4-A2D4-E133B89C4666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9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C3AF39-D6FA-49AE-A20C-6BEC384D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92E814-53C5-4148-A1A6-6C1EE6D8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BB5DA-7987-40B4-8338-290131DD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62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7AC471-8FBA-4689-8D97-C1B7D27E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153CFE-A454-4AD5-AE34-C19A2144FDC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2425C9-A0C9-421A-8E99-45F8C74A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0C3B6-8FEA-4720-90EF-2945AC1D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FE8B21-3BC9-4667-A4AB-1542BE6D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5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E8BAC-A769-4532-85E5-99B94F6E2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3C0A3A-F7FC-4D26-A3D2-80FF5F608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148EE-2602-4221-81BB-D228E5E1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7B1DD-F0E0-408E-AAFE-C18AA781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33CD0-6AB3-4444-892B-F305B23A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6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FF047-B835-4BA3-BB32-9BFFCDB3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248CE4-5AAD-415C-A227-AFA3247F32E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EE3754-6F86-45FD-9D9E-6F6E4452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B33D4-2AD2-46CE-BF20-1422421E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313E57-86BB-4C76-882D-587E9F2D5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34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1D47C-EA2F-4B68-B622-AE01BAD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5BC975-B14E-4486-B771-8132D250F685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A5D711-8C74-4FFC-85FC-B9A5A16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538B6-E86F-4E92-9C35-B4668F35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94C1E-D248-4383-85F4-67C1F823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11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73A5BB-38D4-4498-8F36-7B3EAE0B5D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FDE64-01E1-46EA-BB89-00B7444A1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3685" y="4369869"/>
            <a:ext cx="4748316" cy="24881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8D98F9-4974-4294-936D-6577B0CFA93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299" y="1719014"/>
            <a:ext cx="576000" cy="31418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487EEE-5E3F-40E6-9CC6-EF232DBF61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690" y="2996962"/>
            <a:ext cx="3012221" cy="280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615880-2C53-4596-AB71-978EA75B109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9548" y="2627622"/>
            <a:ext cx="1080000" cy="18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ACF627-C2AD-49EF-AF10-77833DB1F77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795" y="2627622"/>
            <a:ext cx="144666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683328-6EED-4EB2-A728-3B8EBC825E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9A5723D-ECDD-47C1-B2C4-13D55AE6CE97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E2E2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16" r:id="rId2"/>
    <p:sldLayoutId id="2147483692" r:id="rId3"/>
    <p:sldLayoutId id="2147483693" r:id="rId4"/>
    <p:sldLayoutId id="2147483694" r:id="rId5"/>
    <p:sldLayoutId id="2147483695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77E9E-86EF-4900-9640-64B664D4B0F6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C08DC2-1665-4257-AF90-03D7DD53D761}"/>
              </a:ext>
            </a:extLst>
          </p:cNvPr>
          <p:cNvSpPr/>
          <p:nvPr userDrawn="1"/>
        </p:nvSpPr>
        <p:spPr>
          <a:xfrm>
            <a:off x="0" y="0"/>
            <a:ext cx="1988288" cy="68580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00AA436-8662-419A-B647-D9970B8810FF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49A4C-75F8-4C5B-9436-716B7E0DDFF9}"/>
              </a:ext>
            </a:extLst>
          </p:cNvPr>
          <p:cNvSpPr/>
          <p:nvPr userDrawn="1"/>
        </p:nvSpPr>
        <p:spPr>
          <a:xfrm>
            <a:off x="0" y="0"/>
            <a:ext cx="1988288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73A5BB-38D4-4498-8F36-7B3EAE0B5D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D349263-C087-4BD0-BDC1-2A7BFCF09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138" y="3071407"/>
            <a:ext cx="2541723" cy="3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8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88F74176-33DF-4C27-954F-24122A738495}"/>
              </a:ext>
            </a:extLst>
          </p:cNvPr>
          <p:cNvSpPr/>
          <p:nvPr/>
        </p:nvSpPr>
        <p:spPr>
          <a:xfrm>
            <a:off x="1398494" y="5736851"/>
            <a:ext cx="842682" cy="259977"/>
          </a:xfrm>
          <a:prstGeom prst="flowChartTerminator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BCCCD-6223-4892-B51C-7191846FCF75}"/>
              </a:ext>
            </a:extLst>
          </p:cNvPr>
          <p:cNvSpPr txBox="1"/>
          <p:nvPr/>
        </p:nvSpPr>
        <p:spPr>
          <a:xfrm>
            <a:off x="1447251" y="5749682"/>
            <a:ext cx="7505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4C4C5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코비젼</a:t>
            </a:r>
            <a:endParaRPr lang="en-US" sz="1100" b="1" dirty="0">
              <a:solidFill>
                <a:srgbClr val="4C4C5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0DDC0-93D5-409B-AA33-0F4DF1AE70E0}"/>
              </a:ext>
            </a:extLst>
          </p:cNvPr>
          <p:cNvSpPr txBox="1"/>
          <p:nvPr/>
        </p:nvSpPr>
        <p:spPr>
          <a:xfrm>
            <a:off x="1351549" y="3761461"/>
            <a:ext cx="25488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코비젼 통합검색 템플릿 가이드</a:t>
            </a:r>
            <a:endParaRPr lang="en-US" sz="1100" dirty="0">
              <a:solidFill>
                <a:srgbClr val="7A7A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38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F0B8C90-04BD-47E7-AFB4-E76316FD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367" y="1720666"/>
            <a:ext cx="3482962" cy="12439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208C31-D3A9-4672-893C-7DC232061486}"/>
              </a:ext>
            </a:extLst>
          </p:cNvPr>
          <p:cNvSpPr txBox="1"/>
          <p:nvPr/>
        </p:nvSpPr>
        <p:spPr>
          <a:xfrm>
            <a:off x="1264118" y="3265373"/>
            <a:ext cx="2964581" cy="1466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 합 검 색</a:t>
            </a:r>
            <a:endParaRPr lang="en-US" altLang="ko-KR" sz="36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56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템 플 릿</a:t>
            </a:r>
            <a:endParaRPr lang="en-US" sz="36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92E24-AA1E-4CEA-8969-C954889A0C61}"/>
              </a:ext>
            </a:extLst>
          </p:cNvPr>
          <p:cNvSpPr txBox="1"/>
          <p:nvPr/>
        </p:nvSpPr>
        <p:spPr>
          <a:xfrm>
            <a:off x="9346129" y="4002006"/>
            <a:ext cx="2384053" cy="721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050" b="1" dirty="0">
                <a:solidFill>
                  <a:srgbClr val="4040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</a:t>
            </a:r>
            <a:r>
              <a:rPr lang="ko-KR" altLang="en-US" sz="1050" dirty="0">
                <a:solidFill>
                  <a:srgbClr val="4040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통합검색 안내</a:t>
            </a:r>
            <a:endParaRPr lang="en-US" altLang="ko-KR" sz="1050" dirty="0">
              <a:solidFill>
                <a:srgbClr val="4040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700"/>
              </a:lnSpc>
            </a:pPr>
            <a:r>
              <a:rPr lang="en-US" altLang="ko-KR" sz="105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02 </a:t>
            </a:r>
            <a:r>
              <a:rPr lang="ko-KR" altLang="en-US" sz="1050" dirty="0">
                <a:solidFill>
                  <a:srgbClr val="404046"/>
                </a:solidFill>
                <a:latin typeface="맑은 고딕" panose="020B0503020000020004" pitchFamily="50" charset="-127"/>
              </a:rPr>
              <a:t>코비젼 템플릿 안내</a:t>
            </a:r>
            <a:endParaRPr lang="en-US" altLang="ko-KR" sz="1050" dirty="0">
              <a:solidFill>
                <a:srgbClr val="404046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700"/>
              </a:lnSpc>
            </a:pPr>
            <a:r>
              <a:rPr lang="en-US" altLang="ko-KR" sz="105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03</a:t>
            </a:r>
            <a:r>
              <a:rPr lang="ko-KR" altLang="en-US" sz="1050" dirty="0">
                <a:solidFill>
                  <a:srgbClr val="404046"/>
                </a:solidFill>
                <a:latin typeface="맑은 고딕" panose="020B0503020000020004" pitchFamily="50" charset="-127"/>
              </a:rPr>
              <a:t> 적용 사례</a:t>
            </a:r>
            <a:endParaRPr lang="en-US" altLang="ko-KR" sz="1050" dirty="0">
              <a:solidFill>
                <a:srgbClr val="40404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82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D4924878-31B5-451C-A7A5-17AD91399484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D5BCE-9D1D-4D29-8702-05DFC5BD9997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sz="15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A0D7C-ADB2-47F9-9483-0E06428A46AD}"/>
              </a:ext>
            </a:extLst>
          </p:cNvPr>
          <p:cNvSpPr txBox="1"/>
          <p:nvPr/>
        </p:nvSpPr>
        <p:spPr>
          <a:xfrm>
            <a:off x="296725" y="1302236"/>
            <a:ext cx="11022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통합검색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안내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AFA194-A7DC-45B1-BF7C-45AAAFBD52D0}"/>
              </a:ext>
            </a:extLst>
          </p:cNvPr>
          <p:cNvSpPr txBox="1"/>
          <p:nvPr/>
        </p:nvSpPr>
        <p:spPr>
          <a:xfrm>
            <a:off x="1805995" y="1224960"/>
            <a:ext cx="1927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337A551-1FB4-4000-AB71-CB639D8B2050}"/>
              </a:ext>
            </a:extLst>
          </p:cNvPr>
          <p:cNvCxnSpPr/>
          <p:nvPr/>
        </p:nvCxnSpPr>
        <p:spPr>
          <a:xfrm>
            <a:off x="1902563" y="1865759"/>
            <a:ext cx="2497987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B45C4AE-A901-461D-8350-0AE01858F8B9}"/>
              </a:ext>
            </a:extLst>
          </p:cNvPr>
          <p:cNvSpPr txBox="1"/>
          <p:nvPr/>
        </p:nvSpPr>
        <p:spPr>
          <a:xfrm>
            <a:off x="4975128" y="1224960"/>
            <a:ext cx="1785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FDCF66E-C748-4CC7-B9C9-E57FE45F0DBB}"/>
              </a:ext>
            </a:extLst>
          </p:cNvPr>
          <p:cNvCxnSpPr/>
          <p:nvPr/>
        </p:nvCxnSpPr>
        <p:spPr>
          <a:xfrm>
            <a:off x="5071696" y="1865759"/>
            <a:ext cx="2497987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BDE46F1-8D5D-4493-AE30-7AEE4E8E0253}"/>
              </a:ext>
            </a:extLst>
          </p:cNvPr>
          <p:cNvSpPr txBox="1"/>
          <p:nvPr/>
        </p:nvSpPr>
        <p:spPr>
          <a:xfrm>
            <a:off x="8157176" y="1224958"/>
            <a:ext cx="3444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1EC423-B708-4E4D-8313-BF5D21935036}"/>
              </a:ext>
            </a:extLst>
          </p:cNvPr>
          <p:cNvSpPr txBox="1"/>
          <p:nvPr/>
        </p:nvSpPr>
        <p:spPr>
          <a:xfrm>
            <a:off x="8220827" y="2025944"/>
            <a:ext cx="29592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및 기능 구현 시 </a:t>
            </a:r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검토 필요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F57B5A-357B-4719-BC70-13175F1B849A}"/>
              </a:ext>
            </a:extLst>
          </p:cNvPr>
          <p:cNvSpPr txBox="1"/>
          <p:nvPr/>
        </p:nvSpPr>
        <p:spPr>
          <a:xfrm>
            <a:off x="8120242" y="2235558"/>
            <a:ext cx="3512957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9450"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 시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검토 및 협의가 필요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41848D0-3400-4CBC-8456-16F34E2266D9}"/>
              </a:ext>
            </a:extLst>
          </p:cNvPr>
          <p:cNvCxnSpPr>
            <a:cxnSpLocks/>
          </p:cNvCxnSpPr>
          <p:nvPr/>
        </p:nvCxnSpPr>
        <p:spPr>
          <a:xfrm>
            <a:off x="8253745" y="1865757"/>
            <a:ext cx="330008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4B9E74A-BF66-44A0-B357-E5A51977E7E0}"/>
              </a:ext>
            </a:extLst>
          </p:cNvPr>
          <p:cNvSpPr txBox="1"/>
          <p:nvPr/>
        </p:nvSpPr>
        <p:spPr>
          <a:xfrm>
            <a:off x="1828062" y="4699349"/>
            <a:ext cx="1621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해상도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37330F-36AA-4C3F-A910-59FF10E235A9}"/>
              </a:ext>
            </a:extLst>
          </p:cNvPr>
          <p:cNvSpPr txBox="1"/>
          <p:nvPr/>
        </p:nvSpPr>
        <p:spPr>
          <a:xfrm>
            <a:off x="1828063" y="4908963"/>
            <a:ext cx="2723472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1280px ~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최적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1920px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3F1674-7747-4892-8711-ADB9A8401488}"/>
              </a:ext>
            </a:extLst>
          </p:cNvPr>
          <p:cNvSpPr txBox="1"/>
          <p:nvPr/>
        </p:nvSpPr>
        <p:spPr>
          <a:xfrm>
            <a:off x="5007028" y="4506988"/>
            <a:ext cx="1102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DDDF35-3B7B-4799-ADE1-A9DE3B993D7D}"/>
              </a:ext>
            </a:extLst>
          </p:cNvPr>
          <p:cNvSpPr txBox="1"/>
          <p:nvPr/>
        </p:nvSpPr>
        <p:spPr>
          <a:xfrm>
            <a:off x="5007028" y="4716602"/>
            <a:ext cx="2723472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고객사 컬러시스템을 반영하여</a:t>
            </a: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브랜드 아이덴티티 표현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A95087-AECD-4086-82A8-FD05259B67CF}"/>
              </a:ext>
            </a:extLst>
          </p:cNvPr>
          <p:cNvSpPr txBox="1"/>
          <p:nvPr/>
        </p:nvSpPr>
        <p:spPr>
          <a:xfrm>
            <a:off x="5007028" y="3455693"/>
            <a:ext cx="1102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2EDF31-F238-4B14-8D9C-65AA10754ACB}"/>
              </a:ext>
            </a:extLst>
          </p:cNvPr>
          <p:cNvSpPr txBox="1"/>
          <p:nvPr/>
        </p:nvSpPr>
        <p:spPr>
          <a:xfrm>
            <a:off x="5007028" y="3665307"/>
            <a:ext cx="2723472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고객사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CI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를 반영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E0EEB7-89F4-437D-8D92-77BF88922ECB}"/>
              </a:ext>
            </a:extLst>
          </p:cNvPr>
          <p:cNvSpPr txBox="1"/>
          <p:nvPr/>
        </p:nvSpPr>
        <p:spPr>
          <a:xfrm>
            <a:off x="5007027" y="2019677"/>
            <a:ext cx="2562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적용 가능 범위</a:t>
            </a:r>
            <a:endParaRPr 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0E2B5C-0BD0-46D3-A9CB-58478F25C6E9}"/>
              </a:ext>
            </a:extLst>
          </p:cNvPr>
          <p:cNvSpPr txBox="1"/>
          <p:nvPr/>
        </p:nvSpPr>
        <p:spPr>
          <a:xfrm>
            <a:off x="5007028" y="2229291"/>
            <a:ext cx="256265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 ,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컬러만 고객사에 맞춰 수정 가능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중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선택하여 구현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변형 불가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0F06EB-4E44-46A2-A4B4-DB9E4070A005}"/>
              </a:ext>
            </a:extLst>
          </p:cNvPr>
          <p:cNvSpPr txBox="1"/>
          <p:nvPr/>
        </p:nvSpPr>
        <p:spPr>
          <a:xfrm>
            <a:off x="1828063" y="3485719"/>
            <a:ext cx="18952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상세검색</a:t>
            </a:r>
            <a:endParaRPr lang="en-US" altLang="ko-KR" sz="1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09107D-559D-4C83-B19E-6EB2C38FCCA6}"/>
              </a:ext>
            </a:extLst>
          </p:cNvPr>
          <p:cNvSpPr txBox="1"/>
          <p:nvPr/>
        </p:nvSpPr>
        <p:spPr>
          <a:xfrm>
            <a:off x="1726463" y="3695333"/>
            <a:ext cx="2891123" cy="843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상세검색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검색기간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 범위를 지정하여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  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상세 검색이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가능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 결과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정확도순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날짜순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제목순으로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  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 결과 확인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2E1FB5-AF1C-4D99-AF7D-D42B4E45A502}"/>
              </a:ext>
            </a:extLst>
          </p:cNvPr>
          <p:cNvSpPr txBox="1"/>
          <p:nvPr/>
        </p:nvSpPr>
        <p:spPr>
          <a:xfrm>
            <a:off x="8217957" y="3652004"/>
            <a:ext cx="3202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더보기 </a:t>
            </a:r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페이징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BD5205-F606-40BF-9258-D6AD5385D67D}"/>
              </a:ext>
            </a:extLst>
          </p:cNvPr>
          <p:cNvSpPr txBox="1"/>
          <p:nvPr/>
        </p:nvSpPr>
        <p:spPr>
          <a:xfrm>
            <a:off x="8144069" y="3861618"/>
            <a:ext cx="3512957" cy="864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더보기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더보기 선택 시 페이지 이동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페이징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페이징은 더보기를 눌러 이동한 화면에서의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페이징 기능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메인 통합검색화면에 페이징 없음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/ </a:t>
            </a: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서브인 단위화면에 페이징 구현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)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7CE9BE-F712-4FAF-A085-3B92E00D5BEA}"/>
              </a:ext>
            </a:extLst>
          </p:cNvPr>
          <p:cNvSpPr txBox="1"/>
          <p:nvPr/>
        </p:nvSpPr>
        <p:spPr>
          <a:xfrm>
            <a:off x="1828063" y="2019677"/>
            <a:ext cx="1927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통합검색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F9F33E-A33A-4BD0-8DEA-5715787810BA}"/>
              </a:ext>
            </a:extLst>
          </p:cNvPr>
          <p:cNvSpPr txBox="1"/>
          <p:nvPr/>
        </p:nvSpPr>
        <p:spPr>
          <a:xfrm>
            <a:off x="1828063" y="2229291"/>
            <a:ext cx="2723472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입력된 키워드에 대해 관련된 모든 자료를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섹션별로 분류하여 나열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E72A24-FCC7-4CDB-AFDD-1C9C0F048479}"/>
              </a:ext>
            </a:extLst>
          </p:cNvPr>
          <p:cNvSpPr txBox="1"/>
          <p:nvPr/>
        </p:nvSpPr>
        <p:spPr>
          <a:xfrm>
            <a:off x="1751713" y="2674062"/>
            <a:ext cx="2891123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메인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통합검색 화면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결과가 최신순 정렬로 메인화면에 표현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서브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단위 화면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0278C33-423E-4F6D-866B-DC1CA59DAF94}"/>
              </a:ext>
            </a:extLst>
          </p:cNvPr>
          <p:cNvSpPr txBox="1"/>
          <p:nvPr/>
        </p:nvSpPr>
        <p:spPr>
          <a:xfrm>
            <a:off x="8227176" y="5063083"/>
            <a:ext cx="3202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자동완성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9B19A80-907E-4A7F-98FE-9BC3B344C2A5}"/>
              </a:ext>
            </a:extLst>
          </p:cNvPr>
          <p:cNvSpPr txBox="1"/>
          <p:nvPr/>
        </p:nvSpPr>
        <p:spPr>
          <a:xfrm>
            <a:off x="8227176" y="5272697"/>
            <a:ext cx="3456583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Text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를 이용한 자동완성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B4C60D-23E0-4E3E-BCA8-CCF0E5A1185A}"/>
              </a:ext>
            </a:extLst>
          </p:cNvPr>
          <p:cNvSpPr txBox="1"/>
          <p:nvPr/>
        </p:nvSpPr>
        <p:spPr>
          <a:xfrm>
            <a:off x="8222432" y="2838974"/>
            <a:ext cx="3202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인기 검색어</a:t>
            </a:r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내가 찾은 검색어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93E855-F907-43C2-8C39-34C67441E970}"/>
              </a:ext>
            </a:extLst>
          </p:cNvPr>
          <p:cNvSpPr txBox="1"/>
          <p:nvPr/>
        </p:nvSpPr>
        <p:spPr>
          <a:xfrm>
            <a:off x="8222432" y="3048588"/>
            <a:ext cx="3456583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인기 검색어와 내가 찾은 검색어를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순위대로 정렬하여 확인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20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코비젼 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템플릿안내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4000CA-5FDA-4417-A6E1-BCC2FCAD6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42" y="951806"/>
            <a:ext cx="10150386" cy="4953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92086B-A17B-44AB-89BC-A95261AA52B7}"/>
              </a:ext>
            </a:extLst>
          </p:cNvPr>
          <p:cNvSpPr txBox="1"/>
          <p:nvPr/>
        </p:nvSpPr>
        <p:spPr>
          <a:xfrm>
            <a:off x="296724" y="2039326"/>
            <a:ext cx="1303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altLang="ko-KR" sz="11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813D25-9041-4E32-96F4-E7C0A123802D}"/>
              </a:ext>
            </a:extLst>
          </p:cNvPr>
          <p:cNvSpPr txBox="1"/>
          <p:nvPr/>
        </p:nvSpPr>
        <p:spPr>
          <a:xfrm>
            <a:off x="296724" y="2293528"/>
            <a:ext cx="1303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9E9E9E"/>
                </a:solidFill>
                <a:latin typeface="맑은 고딕" panose="020B0503020000020004" pitchFamily="50" charset="-127"/>
              </a:rPr>
              <a:t>1920px</a:t>
            </a:r>
            <a:endParaRPr lang="en-US" sz="11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674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코비젼 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템플릿안내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92086B-A17B-44AB-89BC-A95261AA52B7}"/>
              </a:ext>
            </a:extLst>
          </p:cNvPr>
          <p:cNvSpPr txBox="1"/>
          <p:nvPr/>
        </p:nvSpPr>
        <p:spPr>
          <a:xfrm>
            <a:off x="296724" y="2039326"/>
            <a:ext cx="1303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서브 화면</a:t>
            </a:r>
            <a:endParaRPr lang="en-US" altLang="ko-KR" sz="11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813D25-9041-4E32-96F4-E7C0A123802D}"/>
              </a:ext>
            </a:extLst>
          </p:cNvPr>
          <p:cNvSpPr txBox="1"/>
          <p:nvPr/>
        </p:nvSpPr>
        <p:spPr>
          <a:xfrm>
            <a:off x="296724" y="2293528"/>
            <a:ext cx="1303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9E9E9E"/>
                </a:solidFill>
                <a:latin typeface="맑은 고딕" panose="020B0503020000020004" pitchFamily="50" charset="-127"/>
              </a:rPr>
              <a:t>1920px</a:t>
            </a:r>
            <a:endParaRPr lang="en-US" sz="11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690D7F-D5A2-47B1-85C2-EF0EAFB2D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42" y="951806"/>
            <a:ext cx="10150386" cy="49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5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코비젼 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템플릿안내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74BB94-3437-4C9A-B7EE-81B15E1F5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4141" y="951806"/>
            <a:ext cx="10150387" cy="49536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E224A5-5A37-4089-A88A-B8886F8B3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4141" y="951806"/>
            <a:ext cx="8458656" cy="4953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6881595-610C-46D6-B84E-6F88A179D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141" y="951806"/>
            <a:ext cx="6766925" cy="4953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530FC0-1704-4975-BF45-0919C33DFA80}"/>
              </a:ext>
            </a:extLst>
          </p:cNvPr>
          <p:cNvSpPr txBox="1"/>
          <p:nvPr/>
        </p:nvSpPr>
        <p:spPr>
          <a:xfrm>
            <a:off x="10972800" y="6099673"/>
            <a:ext cx="94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7A7A84"/>
                </a:solidFill>
                <a:latin typeface="맑은 고딕" panose="020B0503020000020004" pitchFamily="50" charset="-127"/>
              </a:rPr>
              <a:t>1920px</a:t>
            </a:r>
          </a:p>
          <a:p>
            <a:pPr algn="r"/>
            <a:r>
              <a:rPr lang="en-US" sz="10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최적해상도</a:t>
            </a:r>
            <a:r>
              <a:rPr lang="en-US" altLang="ko-KR" sz="10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1000" dirty="0">
              <a:solidFill>
                <a:srgbClr val="7A7A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F75BE-A359-42FA-B420-CDC9B95CD8A2}"/>
              </a:ext>
            </a:extLst>
          </p:cNvPr>
          <p:cNvSpPr txBox="1"/>
          <p:nvPr/>
        </p:nvSpPr>
        <p:spPr>
          <a:xfrm>
            <a:off x="7629525" y="6118723"/>
            <a:ext cx="94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7A7A84"/>
                </a:solidFill>
                <a:latin typeface="맑은 고딕" panose="020B0503020000020004" pitchFamily="50" charset="-127"/>
              </a:rPr>
              <a:t>1280px</a:t>
            </a:r>
          </a:p>
          <a:p>
            <a:pPr algn="r"/>
            <a:r>
              <a:rPr lang="en-US" sz="10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최소해상도</a:t>
            </a:r>
            <a:r>
              <a:rPr lang="en-US" altLang="ko-KR" sz="10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1000" dirty="0">
              <a:solidFill>
                <a:srgbClr val="7A7A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F74CCE-7FB2-40F1-B377-A0875BB87B78}"/>
              </a:ext>
            </a:extLst>
          </p:cNvPr>
          <p:cNvSpPr txBox="1"/>
          <p:nvPr/>
        </p:nvSpPr>
        <p:spPr>
          <a:xfrm>
            <a:off x="9620250" y="6099673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7A7A84"/>
                </a:solidFill>
                <a:latin typeface="맑은 고딕" panose="020B0503020000020004" pitchFamily="50" charset="-127"/>
              </a:rPr>
              <a:t>1600px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A2E0643-52A0-4138-8F0E-063725F98768}"/>
              </a:ext>
            </a:extLst>
          </p:cNvPr>
          <p:cNvCxnSpPr/>
          <p:nvPr/>
        </p:nvCxnSpPr>
        <p:spPr>
          <a:xfrm>
            <a:off x="1652220" y="6055892"/>
            <a:ext cx="1015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08E585B4-17B0-45C1-883D-C4972B9FD496}"/>
              </a:ext>
            </a:extLst>
          </p:cNvPr>
          <p:cNvSpPr/>
          <p:nvPr/>
        </p:nvSpPr>
        <p:spPr>
          <a:xfrm>
            <a:off x="8353425" y="6020718"/>
            <a:ext cx="72000" cy="72000"/>
          </a:xfrm>
          <a:prstGeom prst="ellipse">
            <a:avLst/>
          </a:prstGeom>
          <a:solidFill>
            <a:srgbClr val="8B8A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412DE67-BC8D-4B39-AE67-0C85B6B93181}"/>
              </a:ext>
            </a:extLst>
          </p:cNvPr>
          <p:cNvSpPr/>
          <p:nvPr/>
        </p:nvSpPr>
        <p:spPr>
          <a:xfrm>
            <a:off x="10051974" y="6020718"/>
            <a:ext cx="72000" cy="72000"/>
          </a:xfrm>
          <a:prstGeom prst="ellipse">
            <a:avLst/>
          </a:prstGeom>
          <a:solidFill>
            <a:srgbClr val="8B8A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E44B676-B5F1-4521-A0CC-EDD865A4BA37}"/>
              </a:ext>
            </a:extLst>
          </p:cNvPr>
          <p:cNvSpPr/>
          <p:nvPr/>
        </p:nvSpPr>
        <p:spPr>
          <a:xfrm>
            <a:off x="11735599" y="6020718"/>
            <a:ext cx="72000" cy="72000"/>
          </a:xfrm>
          <a:prstGeom prst="ellipse">
            <a:avLst/>
          </a:prstGeom>
          <a:solidFill>
            <a:srgbClr val="8B8A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7742F4-9D03-45A9-A3C5-088F65C05361}"/>
              </a:ext>
            </a:extLst>
          </p:cNvPr>
          <p:cNvSpPr txBox="1"/>
          <p:nvPr/>
        </p:nvSpPr>
        <p:spPr>
          <a:xfrm>
            <a:off x="296724" y="2039326"/>
            <a:ext cx="1303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altLang="ko-KR" sz="11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B7BA02-50D5-42ED-8153-16E1C82305F1}"/>
              </a:ext>
            </a:extLst>
          </p:cNvPr>
          <p:cNvSpPr txBox="1"/>
          <p:nvPr/>
        </p:nvSpPr>
        <p:spPr>
          <a:xfrm>
            <a:off x="296724" y="2293528"/>
            <a:ext cx="1303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9E9E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반응형 웹</a:t>
            </a:r>
            <a:endParaRPr lang="en-US" sz="11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33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코비젼 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템플릿안내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0C668B9-0916-4FB1-A1C5-79D09DBB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51806"/>
            <a:ext cx="9471727" cy="46224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F54104-B47F-4459-BE58-26A4B0208126}"/>
              </a:ext>
            </a:extLst>
          </p:cNvPr>
          <p:cNvSpPr/>
          <p:nvPr/>
        </p:nvSpPr>
        <p:spPr>
          <a:xfrm>
            <a:off x="2397058" y="1612711"/>
            <a:ext cx="1108142" cy="2827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D2DD9A-3C7A-49CD-B438-F58D2C4519BE}"/>
              </a:ext>
            </a:extLst>
          </p:cNvPr>
          <p:cNvSpPr/>
          <p:nvPr/>
        </p:nvSpPr>
        <p:spPr>
          <a:xfrm>
            <a:off x="5150933" y="1043570"/>
            <a:ext cx="640267" cy="3375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BDD6DA0-A1C1-4033-9A76-9E15D2416088}"/>
              </a:ext>
            </a:extLst>
          </p:cNvPr>
          <p:cNvGrpSpPr/>
          <p:nvPr/>
        </p:nvGrpSpPr>
        <p:grpSpPr>
          <a:xfrm>
            <a:off x="2267183" y="1359709"/>
            <a:ext cx="499958" cy="253211"/>
            <a:chOff x="4191233" y="3559984"/>
            <a:chExt cx="499958" cy="253211"/>
          </a:xfrm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517501F5-3C4A-4BE3-874D-3B05C484508E}"/>
                </a:ext>
              </a:extLst>
            </p:cNvPr>
            <p:cNvSpPr/>
            <p:nvPr/>
          </p:nvSpPr>
          <p:spPr>
            <a:xfrm>
              <a:off x="4279212" y="3627930"/>
              <a:ext cx="324000" cy="162000"/>
            </a:xfrm>
            <a:custGeom>
              <a:avLst/>
              <a:gdLst>
                <a:gd name="connsiteX0" fmla="*/ 130710 w 499958"/>
                <a:gd name="connsiteY0" fmla="*/ 0 h 261610"/>
                <a:gd name="connsiteX1" fmla="*/ 131400 w 499958"/>
                <a:gd name="connsiteY1" fmla="*/ 0 h 261610"/>
                <a:gd name="connsiteX2" fmla="*/ 369249 w 499958"/>
                <a:gd name="connsiteY2" fmla="*/ 0 h 261610"/>
                <a:gd name="connsiteX3" fmla="*/ 499958 w 499958"/>
                <a:gd name="connsiteY3" fmla="*/ 130805 h 261610"/>
                <a:gd name="connsiteX4" fmla="*/ 369249 w 499958"/>
                <a:gd name="connsiteY4" fmla="*/ 261610 h 261610"/>
                <a:gd name="connsiteX5" fmla="*/ 131400 w 499958"/>
                <a:gd name="connsiteY5" fmla="*/ 261610 h 261610"/>
                <a:gd name="connsiteX6" fmla="*/ 130710 w 499958"/>
                <a:gd name="connsiteY6" fmla="*/ 261610 h 261610"/>
                <a:gd name="connsiteX7" fmla="*/ 130710 w 499958"/>
                <a:gd name="connsiteY7" fmla="*/ 261472 h 261610"/>
                <a:gd name="connsiteX8" fmla="*/ 80253 w 499958"/>
                <a:gd name="connsiteY8" fmla="*/ 251331 h 261610"/>
                <a:gd name="connsiteX9" fmla="*/ 0 w 499958"/>
                <a:gd name="connsiteY9" fmla="*/ 130805 h 261610"/>
                <a:gd name="connsiteX10" fmla="*/ 80253 w 499958"/>
                <a:gd name="connsiteY10" fmla="*/ 10280 h 261610"/>
                <a:gd name="connsiteX11" fmla="*/ 130710 w 499958"/>
                <a:gd name="connsiteY11" fmla="*/ 139 h 26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9958" h="261610">
                  <a:moveTo>
                    <a:pt x="130710" y="0"/>
                  </a:moveTo>
                  <a:lnTo>
                    <a:pt x="131400" y="0"/>
                  </a:lnTo>
                  <a:lnTo>
                    <a:pt x="369249" y="0"/>
                  </a:lnTo>
                  <a:cubicBezTo>
                    <a:pt x="441438" y="0"/>
                    <a:pt x="499958" y="58563"/>
                    <a:pt x="499958" y="130805"/>
                  </a:cubicBezTo>
                  <a:cubicBezTo>
                    <a:pt x="499958" y="203047"/>
                    <a:pt x="441438" y="261610"/>
                    <a:pt x="369249" y="261610"/>
                  </a:cubicBezTo>
                  <a:lnTo>
                    <a:pt x="131400" y="261610"/>
                  </a:lnTo>
                  <a:lnTo>
                    <a:pt x="130710" y="261610"/>
                  </a:lnTo>
                  <a:lnTo>
                    <a:pt x="130710" y="261472"/>
                  </a:lnTo>
                  <a:lnTo>
                    <a:pt x="80253" y="251331"/>
                  </a:lnTo>
                  <a:cubicBezTo>
                    <a:pt x="33092" y="231474"/>
                    <a:pt x="0" y="184987"/>
                    <a:pt x="0" y="130805"/>
                  </a:cubicBezTo>
                  <a:cubicBezTo>
                    <a:pt x="0" y="76624"/>
                    <a:pt x="33092" y="30137"/>
                    <a:pt x="80253" y="10280"/>
                  </a:cubicBezTo>
                  <a:lnTo>
                    <a:pt x="130710" y="13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9583FE-1114-4205-ADF9-461DDF4CF762}"/>
                </a:ext>
              </a:extLst>
            </p:cNvPr>
            <p:cNvSpPr txBox="1"/>
            <p:nvPr/>
          </p:nvSpPr>
          <p:spPr>
            <a:xfrm>
              <a:off x="4191233" y="3559984"/>
              <a:ext cx="499958" cy="25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800" b="1" kern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02</a:t>
              </a:r>
              <a:endParaRPr lang="en-US" sz="800" kern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5EB259F0-01B5-4CFD-8312-373953F0844F}"/>
              </a:ext>
            </a:extLst>
          </p:cNvPr>
          <p:cNvSpPr/>
          <p:nvPr/>
        </p:nvSpPr>
        <p:spPr>
          <a:xfrm>
            <a:off x="5049786" y="956728"/>
            <a:ext cx="324000" cy="16200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146DEC-047C-4610-9AF4-60B45B434A0E}"/>
              </a:ext>
            </a:extLst>
          </p:cNvPr>
          <p:cNvSpPr txBox="1"/>
          <p:nvPr/>
        </p:nvSpPr>
        <p:spPr>
          <a:xfrm>
            <a:off x="4961807" y="888782"/>
            <a:ext cx="499958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kern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sz="800" kern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432261-7B28-4831-B0B7-82FAF00A209B}"/>
              </a:ext>
            </a:extLst>
          </p:cNvPr>
          <p:cNvSpPr/>
          <p:nvPr/>
        </p:nvSpPr>
        <p:spPr>
          <a:xfrm>
            <a:off x="3597208" y="1974660"/>
            <a:ext cx="936692" cy="244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BA9B80A-1DC6-44FE-906E-EE4507EC2426}"/>
              </a:ext>
            </a:extLst>
          </p:cNvPr>
          <p:cNvSpPr/>
          <p:nvPr/>
        </p:nvSpPr>
        <p:spPr>
          <a:xfrm>
            <a:off x="3616258" y="3651060"/>
            <a:ext cx="936692" cy="244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8C5031-D593-4E66-84E8-382DA341D922}"/>
              </a:ext>
            </a:extLst>
          </p:cNvPr>
          <p:cNvSpPr/>
          <p:nvPr/>
        </p:nvSpPr>
        <p:spPr>
          <a:xfrm>
            <a:off x="10226608" y="1993710"/>
            <a:ext cx="1260542" cy="20734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FB9F9F5-047C-40D4-AF7D-4525378B1627}"/>
              </a:ext>
            </a:extLst>
          </p:cNvPr>
          <p:cNvCxnSpPr/>
          <p:nvPr/>
        </p:nvCxnSpPr>
        <p:spPr>
          <a:xfrm>
            <a:off x="378563" y="2531537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6F7722E-5E9A-483D-A571-502E5256D033}"/>
              </a:ext>
            </a:extLst>
          </p:cNvPr>
          <p:cNvSpPr txBox="1"/>
          <p:nvPr/>
        </p:nvSpPr>
        <p:spPr>
          <a:xfrm>
            <a:off x="296723" y="1984873"/>
            <a:ext cx="1303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CCCCC"/>
                </a:solidFill>
                <a:latin typeface="맑은 고딕" panose="020B0503020000020004" pitchFamily="50" charset="-127"/>
              </a:rPr>
              <a:t>Description</a:t>
            </a:r>
            <a:endParaRPr lang="en-US" sz="12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D96886-1532-4CBE-93DD-B04D52CBA12A}"/>
              </a:ext>
            </a:extLst>
          </p:cNvPr>
          <p:cNvSpPr txBox="1"/>
          <p:nvPr/>
        </p:nvSpPr>
        <p:spPr>
          <a:xfrm>
            <a:off x="296723" y="2604553"/>
            <a:ext cx="1683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CCCCC"/>
                </a:solidFill>
                <a:latin typeface="맑은 고딕" panose="020B0503020000020004" pitchFamily="50" charset="-127"/>
              </a:rPr>
              <a:t>01 CI </a:t>
            </a:r>
            <a:r>
              <a:rPr lang="ko-KR" altLang="en-US" sz="900" dirty="0">
                <a:solidFill>
                  <a:srgbClr val="CCCCCC"/>
                </a:solidFill>
                <a:latin typeface="맑은 고딕" panose="020B0503020000020004" pitchFamily="50" charset="-127"/>
              </a:rPr>
              <a:t>변경 가능</a:t>
            </a:r>
            <a:endParaRPr lang="en-US" sz="9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E2AE78-42EA-423B-BE18-B8D3F8D0376D}"/>
              </a:ext>
            </a:extLst>
          </p:cNvPr>
          <p:cNvSpPr txBox="1"/>
          <p:nvPr/>
        </p:nvSpPr>
        <p:spPr>
          <a:xfrm>
            <a:off x="296723" y="2788629"/>
            <a:ext cx="168383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ko-KR" altLang="en-US" sz="900" spc="-8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 </a:t>
            </a:r>
            <a:r>
              <a:rPr lang="en-US" altLang="ko-KR" sz="900" spc="-8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</a:t>
            </a:r>
            <a:r>
              <a:rPr lang="ko-KR" altLang="en-US" sz="900" spc="-8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변경 가능</a:t>
            </a:r>
            <a:endParaRPr lang="en-US" sz="900" spc="-80" dirty="0">
              <a:solidFill>
                <a:srgbClr val="7A7A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F389A4-5E5B-4C63-81A1-522EE8A5B4DB}"/>
              </a:ext>
            </a:extLst>
          </p:cNvPr>
          <p:cNvSpPr txBox="1"/>
          <p:nvPr/>
        </p:nvSpPr>
        <p:spPr>
          <a:xfrm>
            <a:off x="296723" y="3174148"/>
            <a:ext cx="1683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CCCCC"/>
                </a:solidFill>
                <a:latin typeface="맑은 고딕" panose="020B0503020000020004" pitchFamily="50" charset="-127"/>
              </a:rPr>
              <a:t>02 </a:t>
            </a:r>
            <a:r>
              <a:rPr lang="ko-KR" altLang="en-US" sz="900" dirty="0">
                <a:solidFill>
                  <a:srgbClr val="CCCCCC"/>
                </a:solidFill>
                <a:latin typeface="맑은 고딕" panose="020B0503020000020004" pitchFamily="50" charset="-127"/>
              </a:rPr>
              <a:t>테마 색상 변경 가능</a:t>
            </a:r>
            <a:endParaRPr lang="en-US" sz="9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24B54E-51C6-4B0A-916E-A956C616BA88}"/>
              </a:ext>
            </a:extLst>
          </p:cNvPr>
          <p:cNvSpPr txBox="1"/>
          <p:nvPr/>
        </p:nvSpPr>
        <p:spPr>
          <a:xfrm>
            <a:off x="296723" y="3358224"/>
            <a:ext cx="1683838" cy="4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ko-KR" altLang="en-US" sz="900" spc="-8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 테마 색상으로 컬러변경 가능</a:t>
            </a:r>
            <a:endParaRPr lang="en-US" sz="900" spc="-80" dirty="0">
              <a:solidFill>
                <a:srgbClr val="7A7A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0FE03BB-8324-4593-8ED0-56179F813358}"/>
              </a:ext>
            </a:extLst>
          </p:cNvPr>
          <p:cNvCxnSpPr/>
          <p:nvPr/>
        </p:nvCxnSpPr>
        <p:spPr>
          <a:xfrm>
            <a:off x="378563" y="3095388"/>
            <a:ext cx="1602000" cy="0"/>
          </a:xfrm>
          <a:prstGeom prst="line">
            <a:avLst/>
          </a:prstGeom>
          <a:ln>
            <a:solidFill>
              <a:srgbClr val="2E2E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0039DF4-ADD4-4F52-83F6-0450934F5FF3}"/>
              </a:ext>
            </a:extLst>
          </p:cNvPr>
          <p:cNvCxnSpPr/>
          <p:nvPr/>
        </p:nvCxnSpPr>
        <p:spPr>
          <a:xfrm>
            <a:off x="378563" y="3809763"/>
            <a:ext cx="1602000" cy="0"/>
          </a:xfrm>
          <a:prstGeom prst="line">
            <a:avLst/>
          </a:prstGeom>
          <a:ln>
            <a:solidFill>
              <a:srgbClr val="2E2E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3CC82E-09FB-4CD0-971B-540A45291B5D}"/>
              </a:ext>
            </a:extLst>
          </p:cNvPr>
          <p:cNvSpPr txBox="1"/>
          <p:nvPr/>
        </p:nvSpPr>
        <p:spPr>
          <a:xfrm>
            <a:off x="296723" y="2211776"/>
            <a:ext cx="1683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CCCCCC"/>
                </a:solidFill>
                <a:latin typeface="맑은 고딕" panose="020B0503020000020004" pitchFamily="50" charset="-127"/>
              </a:rPr>
              <a:t>화면 소개</a:t>
            </a:r>
            <a:endParaRPr lang="en-US" sz="1000" b="1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8874CE-4124-4E7E-974E-C94F698471CD}"/>
              </a:ext>
            </a:extLst>
          </p:cNvPr>
          <p:cNvSpPr txBox="1"/>
          <p:nvPr/>
        </p:nvSpPr>
        <p:spPr>
          <a:xfrm>
            <a:off x="296723" y="3965444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적용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86C6CD-2754-4E62-8BED-14FD21E7089A}"/>
              </a:ext>
            </a:extLst>
          </p:cNvPr>
          <p:cNvSpPr txBox="1"/>
          <p:nvPr/>
        </p:nvSpPr>
        <p:spPr>
          <a:xfrm>
            <a:off x="296723" y="4332978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189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적용사례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4176C32-60C3-4810-8D0A-09FC540D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2A923CF-BD72-490C-9FDD-B65352216E1D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사례 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01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FCF0EA-F49A-4097-B0DA-DD890E1C7AD6}"/>
              </a:ext>
            </a:extLst>
          </p:cNvPr>
          <p:cNvSpPr txBox="1"/>
          <p:nvPr/>
        </p:nvSpPr>
        <p:spPr>
          <a:xfrm>
            <a:off x="296725" y="2253600"/>
            <a:ext cx="1303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9E9E9E"/>
                </a:solidFill>
                <a:latin typeface="맑은 고딕" panose="020B0503020000020004" pitchFamily="50" charset="-127"/>
              </a:rPr>
              <a:t>자동차 부품 제조업체</a:t>
            </a:r>
            <a:endParaRPr lang="en-US" sz="11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A1216-C0DF-4F87-A756-2A2EDE6ADF3D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적용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726BEA5-CD25-4ECB-8FAA-1AEB91F04041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4E3BEC-022F-4E9B-BF4E-7284B8D1834C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6533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적용사례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923CF-BD72-490C-9FDD-B65352216E1D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사례 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01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FCF0EA-F49A-4097-B0DA-DD890E1C7AD6}"/>
              </a:ext>
            </a:extLst>
          </p:cNvPr>
          <p:cNvSpPr txBox="1"/>
          <p:nvPr/>
        </p:nvSpPr>
        <p:spPr>
          <a:xfrm>
            <a:off x="296725" y="2253600"/>
            <a:ext cx="1303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9E9E9E"/>
                </a:solidFill>
                <a:latin typeface="맑은 고딕" panose="020B0503020000020004" pitchFamily="50" charset="-127"/>
              </a:rPr>
              <a:t>자동차 부품 제조업체</a:t>
            </a:r>
            <a:endParaRPr lang="en-US" sz="110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A1216-C0DF-4F87-A756-2A2EDE6ADF3D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적용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726BEA5-CD25-4ECB-8FAA-1AEB91F04041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60326F5-FB46-449B-BDF7-49A32AE6A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3ECC90-6FE7-4B1A-8938-7DF47B191586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30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적용사례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923CF-BD72-490C-9FDD-B65352216E1D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사례 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02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FCF0EA-F49A-4097-B0DA-DD890E1C7AD6}"/>
              </a:ext>
            </a:extLst>
          </p:cNvPr>
          <p:cNvSpPr txBox="1"/>
          <p:nvPr/>
        </p:nvSpPr>
        <p:spPr>
          <a:xfrm>
            <a:off x="296725" y="2253600"/>
            <a:ext cx="1303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9E9E9E"/>
                </a:solidFill>
                <a:latin typeface="맑은 고딕" panose="020B0503020000020004" pitchFamily="50" charset="-127"/>
              </a:rPr>
              <a:t>센서 ⠂제어기기 제조업체</a:t>
            </a:r>
            <a:endParaRPr lang="en-US" altLang="ko-KR" sz="110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A1216-C0DF-4F87-A756-2A2EDE6ADF3D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적용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726BEA5-CD25-4ECB-8FAA-1AEB91F04041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38F482C7-A9FC-495F-B21A-F4EE0B14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AE4746-A5DA-4CCC-89F3-0CD3514E7422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16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적용사례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923CF-BD72-490C-9FDD-B65352216E1D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사례 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02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FCF0EA-F49A-4097-B0DA-DD890E1C7AD6}"/>
              </a:ext>
            </a:extLst>
          </p:cNvPr>
          <p:cNvSpPr txBox="1"/>
          <p:nvPr/>
        </p:nvSpPr>
        <p:spPr>
          <a:xfrm>
            <a:off x="296725" y="2253600"/>
            <a:ext cx="1303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9E9E9E"/>
                </a:solidFill>
                <a:latin typeface="맑은 고딕" panose="020B0503020000020004" pitchFamily="50" charset="-127"/>
              </a:rPr>
              <a:t>센서 ⠂제어기기 제조업체</a:t>
            </a:r>
            <a:endParaRPr lang="en-US" altLang="ko-KR" sz="110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A1216-C0DF-4F87-A756-2A2EDE6ADF3D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적용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726BEA5-CD25-4ECB-8FAA-1AEB91F04041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5207BF9-8F58-4CE2-9053-8952E0024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C391B6-3615-4F6E-B667-9D7F7EC59143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386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583277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7436</TotalTime>
  <Words>418</Words>
  <Application>Microsoft Office PowerPoint</Application>
  <PresentationFormat>와이드스크린</PresentationFormat>
  <Paragraphs>133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맑은 고딕</vt:lpstr>
      <vt:lpstr>맑은 고딕 Semilight</vt:lpstr>
      <vt:lpstr>Arial</vt:lpstr>
      <vt:lpstr>Calibri</vt:lpstr>
      <vt:lpstr>Calibri Light</vt:lpstr>
      <vt:lpstr>1_디자인 사용자 지정</vt:lpstr>
      <vt:lpstr>Office 테마</vt:lpstr>
      <vt:lpstr>2_디자인 사용자 지정</vt:lpstr>
      <vt:lpstr>3_디자인 사용자 지정</vt:lpstr>
      <vt:lpstr>4_디자인 사용자 지정</vt:lpstr>
      <vt:lpstr>5_디자인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코비젼</dc:creator>
  <cp:lastModifiedBy>박성미</cp:lastModifiedBy>
  <cp:revision>559</cp:revision>
  <dcterms:created xsi:type="dcterms:W3CDTF">2023-06-09T02:05:40Z</dcterms:created>
  <dcterms:modified xsi:type="dcterms:W3CDTF">2024-10-29T07:46:15Z</dcterms:modified>
</cp:coreProperties>
</file>