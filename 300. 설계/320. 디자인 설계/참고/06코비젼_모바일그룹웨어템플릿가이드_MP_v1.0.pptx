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  <p:sldMasterId id="2147483692" r:id="rId2"/>
    <p:sldMasterId id="2147483664" r:id="rId3"/>
    <p:sldMasterId id="2147483708" r:id="rId4"/>
    <p:sldMasterId id="2147483690" r:id="rId5"/>
  </p:sldMasterIdLst>
  <p:notesMasterIdLst>
    <p:notesMasterId r:id="rId13"/>
  </p:notesMasterIdLst>
  <p:sldIdLst>
    <p:sldId id="378" r:id="rId6"/>
    <p:sldId id="435" r:id="rId7"/>
    <p:sldId id="571" r:id="rId8"/>
    <p:sldId id="617" r:id="rId9"/>
    <p:sldId id="618" r:id="rId10"/>
    <p:sldId id="615" r:id="rId11"/>
    <p:sldId id="616" r:id="rId1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40">
          <p15:clr>
            <a:srgbClr val="A4A3A4"/>
          </p15:clr>
        </p15:guide>
        <p15:guide id="2" orient="horz" pos="482">
          <p15:clr>
            <a:srgbClr val="A4A3A4"/>
          </p15:clr>
        </p15:guide>
        <p15:guide id="3" pos="3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B8CD"/>
    <a:srgbClr val="97C8E9"/>
    <a:srgbClr val="114F91"/>
    <a:srgbClr val="D9232F"/>
    <a:srgbClr val="2C2C2C"/>
    <a:srgbClr val="CEEAB0"/>
    <a:srgbClr val="E1F2CE"/>
    <a:srgbClr val="0062B2"/>
    <a:srgbClr val="D1DDEF"/>
    <a:srgbClr val="67E5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55" autoAdjust="0"/>
    <p:restoredTop sz="86364" autoAdjust="0"/>
  </p:normalViewPr>
  <p:slideViewPr>
    <p:cSldViewPr>
      <p:cViewPr varScale="1">
        <p:scale>
          <a:sx n="114" d="100"/>
          <a:sy n="114" d="100"/>
        </p:scale>
        <p:origin x="1842" y="108"/>
      </p:cViewPr>
      <p:guideLst>
        <p:guide orient="horz" pos="2840"/>
        <p:guide orient="horz" pos="482"/>
        <p:guide pos="3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484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A870C5-E39E-4D4A-8B97-122E944BE205}" type="datetimeFigureOut">
              <a:rPr lang="ko-KR" altLang="en-US" smtClean="0"/>
              <a:pPr/>
              <a:t>2024-04-23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C562BB-DACB-4090-9EB0-C718CC4DF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0372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5057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4A64F1-FE25-4864-ABD0-4019F067836C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335D571-1DDA-4E62-8D55-16C31B2EAD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6868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4A64F1-FE25-4864-ABD0-4019F067836C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335D571-1DDA-4E62-8D55-16C31B2EAD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4188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4A64F1-FE25-4864-ABD0-4019F067836C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335D571-1DDA-4E62-8D55-16C31B2EAD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460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4A64F1-FE25-4864-ABD0-4019F067836C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335D571-1DDA-4E62-8D55-16C31B2EAD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6880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4A64F1-FE25-4864-ABD0-4019F067836C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335D571-1DDA-4E62-8D55-16C31B2EAD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417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4A64F1-FE25-4864-ABD0-4019F067836C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335D571-1DDA-4E62-8D55-16C31B2EAD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2080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4A64F1-FE25-4864-ABD0-4019F067836C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335D571-1DDA-4E62-8D55-16C31B2EAD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9860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4A64F1-FE25-4864-ABD0-4019F067836C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335D571-1DDA-4E62-8D55-16C31B2EAD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5666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4A64F1-FE25-4864-ABD0-4019F067836C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335D571-1DDA-4E62-8D55-16C31B2EAD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848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4A64F1-FE25-4864-ABD0-4019F067836C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335D571-1DDA-4E62-8D55-16C31B2EAD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3363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4A64F1-FE25-4864-ABD0-4019F067836C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335D571-1DDA-4E62-8D55-16C31B2EAD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84654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4BC6B9EC-DD37-456D-928C-4166533F7F6F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70E3D84-4EC8-4751-AC95-947486C2E5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1870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4BC6B9EC-DD37-456D-928C-4166533F7F6F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70E3D84-4EC8-4751-AC95-947486C2E5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98413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4BC6B9EC-DD37-456D-928C-4166533F7F6F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70E3D84-4EC8-4751-AC95-947486C2E5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0914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4BC6B9EC-DD37-456D-928C-4166533F7F6F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70E3D84-4EC8-4751-AC95-947486C2E5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31390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4BC6B9EC-DD37-456D-928C-4166533F7F6F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70E3D84-4EC8-4751-AC95-947486C2E5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73370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4BC6B9EC-DD37-456D-928C-4166533F7F6F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70E3D84-4EC8-4751-AC95-947486C2E5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6584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4BC6B9EC-DD37-456D-928C-4166533F7F6F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70E3D84-4EC8-4751-AC95-947486C2E5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4145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4BC6B9EC-DD37-456D-928C-4166533F7F6F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70E3D84-4EC8-4751-AC95-947486C2E5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24344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4BC6B9EC-DD37-456D-928C-4166533F7F6F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70E3D84-4EC8-4751-AC95-947486C2E5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0889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4BC6B9EC-DD37-456D-928C-4166533F7F6F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70E3D84-4EC8-4751-AC95-947486C2E5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05532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4BC6B9EC-DD37-456D-928C-4166533F7F6F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70E3D84-4EC8-4751-AC95-947486C2E5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47227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8991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6EEE20E-9792-46FC-B3F3-7F8F924AB84C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3749E47-B024-4E4E-920F-C4743E4D82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5437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6EEE20E-9792-46FC-B3F3-7F8F924AB84C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3749E47-B024-4E4E-920F-C4743E4D82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03832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6EEE20E-9792-46FC-B3F3-7F8F924AB84C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3749E47-B024-4E4E-920F-C4743E4D82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65528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6EEE20E-9792-46FC-B3F3-7F8F924AB84C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3749E47-B024-4E4E-920F-C4743E4D82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60291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6EEE20E-9792-46FC-B3F3-7F8F924AB84C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3749E47-B024-4E4E-920F-C4743E4D82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20803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6EEE20E-9792-46FC-B3F3-7F8F924AB84C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3749E47-B024-4E4E-920F-C4743E4D82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46211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6EEE20E-9792-46FC-B3F3-7F8F924AB84C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3749E47-B024-4E4E-920F-C4743E4D82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011289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6EEE20E-9792-46FC-B3F3-7F8F924AB84C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3749E47-B024-4E4E-920F-C4743E4D82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23024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6EEE20E-9792-46FC-B3F3-7F8F924AB84C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3749E47-B024-4E4E-920F-C4743E4D82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56245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6EEE20E-9792-46FC-B3F3-7F8F924AB84C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3749E47-B024-4E4E-920F-C4743E4D82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2903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4502" y="151452"/>
            <a:ext cx="6192159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b="1"/>
            </a:lvl1pPr>
          </a:lstStyle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>
          <a:xfrm>
            <a:off x="343185" y="795670"/>
            <a:ext cx="8374673" cy="504825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477"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7" name="텍스트 개체 틀 4"/>
          <p:cNvSpPr>
            <a:spLocks noGrp="1"/>
          </p:cNvSpPr>
          <p:nvPr>
            <p:ph type="body" sz="quarter" idx="11"/>
          </p:nvPr>
        </p:nvSpPr>
        <p:spPr>
          <a:xfrm>
            <a:off x="6370139" y="188641"/>
            <a:ext cx="2645149" cy="43281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50000"/>
              </a:lnSpc>
              <a:buNone/>
              <a:defRPr sz="1292"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5802040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1945C0B-620D-4492-9051-5BA3D0314129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F99CC9D0-EDDD-4134-A942-02E296E4B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95727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1945C0B-620D-4492-9051-5BA3D0314129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F99CC9D0-EDDD-4134-A942-02E296E4B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89517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1945C0B-620D-4492-9051-5BA3D0314129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F99CC9D0-EDDD-4134-A942-02E296E4B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1089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1945C0B-620D-4492-9051-5BA3D0314129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F99CC9D0-EDDD-4134-A942-02E296E4B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3072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1945C0B-620D-4492-9051-5BA3D0314129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F99CC9D0-EDDD-4134-A942-02E296E4B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566341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1945C0B-620D-4492-9051-5BA3D0314129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F99CC9D0-EDDD-4134-A942-02E296E4B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601527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1945C0B-620D-4492-9051-5BA3D0314129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F99CC9D0-EDDD-4134-A942-02E296E4B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141555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1945C0B-620D-4492-9051-5BA3D0314129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F99CC9D0-EDDD-4134-A942-02E296E4B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67469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1945C0B-620D-4492-9051-5BA3D0314129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F99CC9D0-EDDD-4134-A942-02E296E4B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348378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1945C0B-620D-4492-9051-5BA3D0314129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F99CC9D0-EDDD-4134-A942-02E296E4B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462958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1945C0B-620D-4492-9051-5BA3D0314129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F99CC9D0-EDDD-4134-A942-02E296E4B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3703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4502" y="151452"/>
            <a:ext cx="6192159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b="1"/>
            </a:lvl1pPr>
          </a:lstStyle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>
          <a:xfrm>
            <a:off x="343185" y="795670"/>
            <a:ext cx="8374673" cy="504825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477"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7" name="텍스트 개체 틀 4"/>
          <p:cNvSpPr>
            <a:spLocks noGrp="1"/>
          </p:cNvSpPr>
          <p:nvPr>
            <p:ph type="body" sz="quarter" idx="11"/>
          </p:nvPr>
        </p:nvSpPr>
        <p:spPr>
          <a:xfrm>
            <a:off x="6370139" y="188641"/>
            <a:ext cx="2645149" cy="43281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50000"/>
              </a:lnSpc>
              <a:buNone/>
              <a:defRPr sz="1292"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0204798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5539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215"/>
            </a:lvl1pPr>
            <a:lvl2pPr marL="422041" indent="0" algn="ctr">
              <a:buNone/>
              <a:defRPr sz="1846"/>
            </a:lvl2pPr>
            <a:lvl3pPr marL="844083" indent="0" algn="ctr">
              <a:buNone/>
              <a:defRPr sz="1662"/>
            </a:lvl3pPr>
            <a:lvl4pPr marL="1266124" indent="0" algn="ctr">
              <a:buNone/>
              <a:defRPr sz="1477"/>
            </a:lvl4pPr>
            <a:lvl5pPr marL="1688165" indent="0" algn="ctr">
              <a:buNone/>
              <a:defRPr sz="1477"/>
            </a:lvl5pPr>
            <a:lvl6pPr marL="2110207" indent="0" algn="ctr">
              <a:buNone/>
              <a:defRPr sz="1477"/>
            </a:lvl6pPr>
            <a:lvl7pPr marL="2532248" indent="0" algn="ctr">
              <a:buNone/>
              <a:defRPr sz="1477"/>
            </a:lvl7pPr>
            <a:lvl8pPr marL="2954289" indent="0" algn="ctr">
              <a:buNone/>
              <a:defRPr sz="1477"/>
            </a:lvl8pPr>
            <a:lvl9pPr marL="3376331" indent="0" algn="ctr">
              <a:buNone/>
              <a:defRPr sz="1477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61B81D6-9393-41DC-A7AB-91CBA70BED6A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1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37552A5-3EE4-4E93-8EAE-44EDA1017D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02846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4A64F1-FE25-4864-ABD0-4019F067836C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335D571-1DDA-4E62-8D55-16C31B2EAD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8398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8215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2692" y="151452"/>
            <a:ext cx="8833804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4541798" y="6466857"/>
            <a:ext cx="3667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fld id="{D2E3299E-F911-43BC-BD03-B05A8EC36D9B}" type="slidenum">
              <a:rPr lang="ko-KR" altLang="en-US" sz="900">
                <a:latin typeface="돋움" pitchFamily="50" charset="-127"/>
                <a:ea typeface="돋움" pitchFamily="50" charset="-127"/>
              </a:rPr>
              <a:pPr algn="ctr"/>
              <a:t>‹#›</a:t>
            </a:fld>
            <a:endParaRPr lang="en-US" altLang="ko-KR" sz="900" dirty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20" name="Rectangle 9"/>
          <p:cNvSpPr>
            <a:spLocks noChangeArrowheads="1"/>
          </p:cNvSpPr>
          <p:nvPr userDrawn="1">
            <p:custDataLst>
              <p:tags r:id="rId13"/>
            </p:custDataLst>
          </p:nvPr>
        </p:nvSpPr>
        <p:spPr bwMode="auto">
          <a:xfrm>
            <a:off x="0" y="655637"/>
            <a:ext cx="9144000" cy="45719"/>
          </a:xfrm>
          <a:prstGeom prst="rect">
            <a:avLst/>
          </a:prstGeom>
          <a:solidFill>
            <a:srgbClr val="D9232F"/>
          </a:solidFill>
          <a:ln>
            <a:noFill/>
          </a:ln>
        </p:spPr>
        <p:txBody>
          <a:bodyPr wrap="none" anchor="ctr"/>
          <a:lstStyle/>
          <a:p>
            <a:pPr algn="ctr"/>
            <a:r>
              <a:rPr lang="ko-KR" altLang="en-US" sz="1800" b="0">
                <a:latin typeface="굴림" pitchFamily="50" charset="-127"/>
              </a:rPr>
              <a:t> </a:t>
            </a:r>
          </a:p>
        </p:txBody>
      </p:sp>
      <p:sp>
        <p:nvSpPr>
          <p:cNvPr id="21" name="TextBox 20"/>
          <p:cNvSpPr txBox="1"/>
          <p:nvPr userDrawn="1"/>
        </p:nvSpPr>
        <p:spPr>
          <a:xfrm>
            <a:off x="372230" y="765924"/>
            <a:ext cx="9072562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endParaRPr lang="ko-KR" altLang="ko-KR" sz="16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3" name="그림 22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368" y="6466757"/>
            <a:ext cx="1038461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475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 userDrawn="1"/>
        </p:nvGrpSpPr>
        <p:grpSpPr>
          <a:xfrm>
            <a:off x="0" y="0"/>
            <a:ext cx="9144000" cy="6858000"/>
            <a:chOff x="0" y="0"/>
            <a:chExt cx="9906000" cy="7429499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065"/>
            <a:stretch/>
          </p:blipFill>
          <p:spPr>
            <a:xfrm>
              <a:off x="0" y="0"/>
              <a:ext cx="9906000" cy="5113229"/>
            </a:xfrm>
            <a:prstGeom prst="rect">
              <a:avLst/>
            </a:prstGeom>
          </p:spPr>
        </p:pic>
        <p:sp>
          <p:nvSpPr>
            <p:cNvPr id="4" name="직사각형 3"/>
            <p:cNvSpPr/>
            <p:nvPr/>
          </p:nvSpPr>
          <p:spPr>
            <a:xfrm>
              <a:off x="0" y="4433772"/>
              <a:ext cx="9906000" cy="2995727"/>
            </a:xfrm>
            <a:prstGeom prst="rect">
              <a:avLst/>
            </a:prstGeom>
            <a:solidFill>
              <a:srgbClr val="1E2C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7137243" y="7069122"/>
              <a:ext cx="2353208" cy="123111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r>
                <a:rPr lang="en-US" altLang="ko-KR" sz="800" b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Copyright © COVISION Corp. All Rights Reserved.</a:t>
              </a:r>
              <a:endParaRPr lang="ko-KR" altLang="en-US" sz="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77336" y="188640"/>
              <a:ext cx="1663844" cy="4320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99067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704" r:id="rId1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4BACC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3160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rgbClr val="505662"/>
              </a:gs>
              <a:gs pos="100000">
                <a:srgbClr val="21242B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402">
              <a:solidFill>
                <a:schemeClr val="bg1"/>
              </a:solidFill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4390293" y="6642100"/>
            <a:ext cx="338504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fld id="{D2E3299E-F911-43BC-BD03-B05A8EC36D9B}" type="slidenum">
              <a:rPr lang="ko-KR" altLang="en-US" sz="831">
                <a:solidFill>
                  <a:schemeClr val="bg1"/>
                </a:solidFill>
                <a:latin typeface="돋움" pitchFamily="50" charset="-127"/>
                <a:ea typeface="돋움" pitchFamily="50" charset="-127"/>
              </a:rPr>
              <a:pPr algn="ctr"/>
              <a:t>‹#›</a:t>
            </a:fld>
            <a:endParaRPr lang="en-US" altLang="ko-KR" sz="831" dirty="0">
              <a:solidFill>
                <a:schemeClr val="bg1"/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43597" y="765924"/>
            <a:ext cx="8374673" cy="433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endParaRPr lang="ko-KR" altLang="ko-KR" sz="1477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6289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707" r:id="rId2"/>
    <p:sldLayoutId id="2147483720" r:id="rId3"/>
  </p:sldLayoutIdLst>
  <p:transition>
    <p:fade/>
  </p:transition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62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4062">
          <a:solidFill>
            <a:schemeClr val="tx1"/>
          </a:solidFill>
          <a:latin typeface="굴림" pitchFamily="50" charset="-127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4062">
          <a:solidFill>
            <a:schemeClr val="tx1"/>
          </a:solidFill>
          <a:latin typeface="굴림" pitchFamily="50" charset="-127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4062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4062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422041" algn="l" rtl="0" fontAlgn="base" latinLnBrk="1">
        <a:spcBef>
          <a:spcPct val="0"/>
        </a:spcBef>
        <a:spcAft>
          <a:spcPct val="0"/>
        </a:spcAft>
        <a:defRPr kumimoji="1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844083" algn="l" rtl="0" fontAlgn="base" latinLnBrk="1">
        <a:spcBef>
          <a:spcPct val="0"/>
        </a:spcBef>
        <a:spcAft>
          <a:spcPct val="0"/>
        </a:spcAft>
        <a:defRPr kumimoji="1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1266124" algn="l" rtl="0" fontAlgn="base" latinLnBrk="1">
        <a:spcBef>
          <a:spcPct val="0"/>
        </a:spcBef>
        <a:spcAft>
          <a:spcPct val="0"/>
        </a:spcAft>
        <a:defRPr kumimoji="1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1688165" algn="l" rtl="0" fontAlgn="base" latinLnBrk="1">
        <a:spcBef>
          <a:spcPct val="0"/>
        </a:spcBef>
        <a:spcAft>
          <a:spcPct val="0"/>
        </a:spcAft>
        <a:defRPr kumimoji="1">
          <a:solidFill>
            <a:schemeClr val="tx1"/>
          </a:solidFill>
          <a:latin typeface="굴림" pitchFamily="50" charset="-127"/>
          <a:ea typeface="굴림" pitchFamily="50" charset="-127"/>
        </a:defRPr>
      </a:lvl9pPr>
    </p:titleStyle>
    <p:bodyStyle>
      <a:lvl1pPr marL="316531" indent="-316531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292" b="1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63776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585">
          <a:solidFill>
            <a:schemeClr val="tx1"/>
          </a:solidFill>
          <a:latin typeface="+mn-lt"/>
          <a:ea typeface="+mn-ea"/>
        </a:defRPr>
      </a:lvl2pPr>
      <a:lvl3pPr marL="1055103" indent="-211021" algn="l" rtl="0" eaLnBrk="0" fontAlgn="base" latinLnBrk="1" hangingPunct="0">
        <a:spcBef>
          <a:spcPct val="20000"/>
        </a:spcBef>
        <a:spcAft>
          <a:spcPct val="0"/>
        </a:spcAft>
        <a:buClr>
          <a:srgbClr val="FF9900"/>
        </a:buClr>
        <a:buChar char="•"/>
        <a:defRPr kumimoji="1" sz="1292" b="1">
          <a:solidFill>
            <a:schemeClr val="tx1"/>
          </a:solidFill>
          <a:latin typeface="+mn-lt"/>
          <a:ea typeface="+mn-ea"/>
        </a:defRPr>
      </a:lvl3pPr>
      <a:lvl4pPr marL="1477145" indent="-211021" algn="l" rtl="0" eaLnBrk="0" fontAlgn="base" latinLnBrk="1" hangingPunct="0">
        <a:spcBef>
          <a:spcPct val="20000"/>
        </a:spcBef>
        <a:spcAft>
          <a:spcPct val="0"/>
        </a:spcAft>
        <a:buClr>
          <a:srgbClr val="FF9900"/>
        </a:buClr>
        <a:buChar char="•"/>
        <a:defRPr kumimoji="1" sz="1292" b="1">
          <a:solidFill>
            <a:schemeClr val="tx1"/>
          </a:solidFill>
          <a:latin typeface="+mn-lt"/>
          <a:ea typeface="+mn-ea"/>
        </a:defRPr>
      </a:lvl4pPr>
      <a:lvl5pPr marL="1899186" indent="-211021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846">
          <a:solidFill>
            <a:schemeClr val="tx1"/>
          </a:solidFill>
          <a:latin typeface="+mn-lt"/>
          <a:ea typeface="+mn-ea"/>
        </a:defRPr>
      </a:lvl5pPr>
      <a:lvl6pPr marL="2321227" indent="-211021" algn="l" rtl="0" fontAlgn="base" latinLnBrk="1">
        <a:spcBef>
          <a:spcPct val="20000"/>
        </a:spcBef>
        <a:spcAft>
          <a:spcPct val="0"/>
        </a:spcAft>
        <a:buChar char="»"/>
        <a:defRPr kumimoji="1" sz="1846">
          <a:solidFill>
            <a:schemeClr val="tx1"/>
          </a:solidFill>
          <a:latin typeface="+mn-lt"/>
          <a:ea typeface="+mn-ea"/>
        </a:defRPr>
      </a:lvl6pPr>
      <a:lvl7pPr marL="2743269" indent="-211021" algn="l" rtl="0" fontAlgn="base" latinLnBrk="1">
        <a:spcBef>
          <a:spcPct val="20000"/>
        </a:spcBef>
        <a:spcAft>
          <a:spcPct val="0"/>
        </a:spcAft>
        <a:buChar char="»"/>
        <a:defRPr kumimoji="1" sz="1846">
          <a:solidFill>
            <a:schemeClr val="tx1"/>
          </a:solidFill>
          <a:latin typeface="+mn-lt"/>
          <a:ea typeface="+mn-ea"/>
        </a:defRPr>
      </a:lvl7pPr>
      <a:lvl8pPr marL="3165310" indent="-211021" algn="l" rtl="0" fontAlgn="base" latinLnBrk="1">
        <a:spcBef>
          <a:spcPct val="20000"/>
        </a:spcBef>
        <a:spcAft>
          <a:spcPct val="0"/>
        </a:spcAft>
        <a:buChar char="»"/>
        <a:defRPr kumimoji="1" sz="1846">
          <a:solidFill>
            <a:schemeClr val="tx1"/>
          </a:solidFill>
          <a:latin typeface="+mn-lt"/>
          <a:ea typeface="+mn-ea"/>
        </a:defRPr>
      </a:lvl8pPr>
      <a:lvl9pPr marL="3587351" indent="-211021" algn="l" rtl="0" fontAlgn="base" latinLnBrk="1">
        <a:spcBef>
          <a:spcPct val="20000"/>
        </a:spcBef>
        <a:spcAft>
          <a:spcPct val="0"/>
        </a:spcAft>
        <a:buChar char="»"/>
        <a:defRPr kumimoji="1" sz="1846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4F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229761" y="692696"/>
            <a:ext cx="6019383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8925"/>
            <a:r>
              <a:rPr lang="en-US" altLang="ko-KR" sz="2000" dirty="0">
                <a:latin typeface="맑은 고딕" pitchFamily="50" charset="-127"/>
                <a:ea typeface="맑은 고딕" pitchFamily="50" charset="-127"/>
              </a:rPr>
              <a:t>GROUPWARE</a:t>
            </a:r>
          </a:p>
          <a:p>
            <a:pPr marL="288925"/>
            <a:r>
              <a:rPr lang="en-US" altLang="ko-KR" sz="3600" b="1" dirty="0">
                <a:latin typeface="맑은 고딕" pitchFamily="50" charset="-127"/>
                <a:ea typeface="맑은 고딕" pitchFamily="50" charset="-127"/>
              </a:rPr>
              <a:t>MOBILE UX/UI </a:t>
            </a:r>
          </a:p>
          <a:p>
            <a:pPr marL="288925"/>
            <a:r>
              <a:rPr lang="en-US" altLang="ko-KR" sz="3600" b="1" dirty="0">
                <a:latin typeface="맑은 고딕" pitchFamily="50" charset="-127"/>
                <a:ea typeface="맑은 고딕" pitchFamily="50" charset="-127"/>
              </a:rPr>
              <a:t>DESIGN PLAN 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200472" y="4605801"/>
            <a:ext cx="2226892" cy="156966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>
              <a:lnSpc>
                <a:spcPct val="150000"/>
              </a:lnSpc>
            </a:pP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WORK PROCESS</a:t>
            </a:r>
          </a:p>
          <a:p>
            <a:pPr marL="288925">
              <a:lnSpc>
                <a:spcPct val="150000"/>
              </a:lnSpc>
            </a:pP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TEMPLATE REVIEW</a:t>
            </a:r>
          </a:p>
          <a:p>
            <a:pPr marL="288925">
              <a:lnSpc>
                <a:spcPct val="150000"/>
              </a:lnSpc>
            </a:pP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PROJECT SAMPLE</a:t>
            </a:r>
          </a:p>
          <a:p>
            <a:pPr marL="288925">
              <a:lnSpc>
                <a:spcPct val="150000"/>
              </a:lnSpc>
            </a:pP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39440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68" t="1427" r="141"/>
          <a:stretch/>
        </p:blipFill>
        <p:spPr>
          <a:xfrm>
            <a:off x="0" y="1"/>
            <a:ext cx="9906000" cy="6858000"/>
          </a:xfrm>
          <a:prstGeom prst="rect">
            <a:avLst/>
          </a:prstGeom>
        </p:spPr>
      </p:pic>
      <p:sp>
        <p:nvSpPr>
          <p:cNvPr id="4" name="타원 3"/>
          <p:cNvSpPr/>
          <p:nvPr/>
        </p:nvSpPr>
        <p:spPr>
          <a:xfrm>
            <a:off x="484544" y="667745"/>
            <a:ext cx="2756669" cy="2756669"/>
          </a:xfrm>
          <a:prstGeom prst="ellipse">
            <a:avLst/>
          </a:prstGeom>
          <a:solidFill>
            <a:srgbClr val="97C8E9">
              <a:alpha val="6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323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모바일</a:t>
            </a:r>
            <a:endParaRPr lang="en-US" altLang="ko-KR" sz="3323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3323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디자인 소개</a:t>
            </a:r>
            <a:endParaRPr lang="ko-KR" altLang="en-US" sz="1846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0494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4BACC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 Box 12"/>
          <p:cNvSpPr txBox="1">
            <a:spLocks noChangeArrowheads="1"/>
          </p:cNvSpPr>
          <p:nvPr/>
        </p:nvSpPr>
        <p:spPr bwMode="auto">
          <a:xfrm>
            <a:off x="1" y="28607"/>
            <a:ext cx="9143999" cy="81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10287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defTabSz="10287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defTabSz="10287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defTabSz="10287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defTabSz="10287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50000"/>
              </a:spcBef>
            </a:pPr>
            <a:r>
              <a:rPr lang="ko-KR" altLang="en-US" sz="3600" b="1" dirty="0">
                <a:solidFill>
                  <a:schemeClr val="bg1"/>
                </a:solidFill>
                <a:latin typeface="Arial Narrow" panose="020B0606020202030204" pitchFamily="34" charset="0"/>
                <a:ea typeface="+mn-ea"/>
              </a:rPr>
              <a:t>모바일 디자인 소개</a:t>
            </a:r>
            <a:endParaRPr lang="en-US" altLang="ko-KR" sz="3600" b="1" dirty="0">
              <a:solidFill>
                <a:schemeClr val="bg1"/>
              </a:solidFill>
              <a:latin typeface="Arial Narrow" panose="020B0606020202030204" pitchFamily="34" charset="0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13388F-876A-4C53-BA9F-A60E2644FE57}"/>
              </a:ext>
            </a:extLst>
          </p:cNvPr>
          <p:cNvSpPr txBox="1"/>
          <p:nvPr/>
        </p:nvSpPr>
        <p:spPr>
          <a:xfrm>
            <a:off x="397620" y="2852656"/>
            <a:ext cx="8276625" cy="15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고객사에서 구성하시는데 도움을 드리기 위해 코비젼에서 만든 모바일 디자인입니다</a:t>
            </a:r>
            <a:r>
              <a:rPr lang="en-US" altLang="ko-KR" sz="1600" dirty="0"/>
              <a:t>.</a:t>
            </a:r>
            <a:br>
              <a:rPr lang="ko-KR" altLang="en-US" sz="1600" dirty="0"/>
            </a:b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모바일은 기본형으로 제공해드리고 있으며 로고나 로그인 이미지를 고객사에 맞게 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en-US" altLang="ko-KR" sz="1600" dirty="0"/>
              <a:t>    </a:t>
            </a:r>
            <a:r>
              <a:rPr lang="ko-KR" altLang="en-US" sz="1600" dirty="0"/>
              <a:t>제공하고 있습니다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5911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65AF777B-24F7-4C77-AC66-3DBF3F3D0F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218" y="1555643"/>
            <a:ext cx="2008144" cy="4127852"/>
          </a:xfrm>
          <a:prstGeom prst="rect">
            <a:avLst/>
          </a:prstGeom>
        </p:spPr>
      </p:pic>
      <p:sp>
        <p:nvSpPr>
          <p:cNvPr id="11" name="제목 8">
            <a:extLst>
              <a:ext uri="{FF2B5EF4-FFF2-40B4-BE49-F238E27FC236}">
                <a16:creationId xmlns:a16="http://schemas.microsoft.com/office/drawing/2014/main" id="{7F3FA362-F634-44EE-9874-B2C5B44B0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1452"/>
            <a:ext cx="9144000" cy="431800"/>
          </a:xfrm>
        </p:spPr>
        <p:txBody>
          <a:bodyPr/>
          <a:lstStyle/>
          <a:p>
            <a:pPr algn="ctr"/>
            <a:r>
              <a:rPr lang="ko-KR" altLang="en-US" sz="2000" b="0" dirty="0">
                <a:solidFill>
                  <a:schemeClr val="bg1"/>
                </a:solidFill>
              </a:rPr>
              <a:t>모바일 그룹웨어 최신버전 디자인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E6AC837-6E41-4CD4-B82A-4FDA1488C3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636" y="1555642"/>
            <a:ext cx="2008144" cy="412785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4783D1A-C1AC-4555-998A-1FCD396A41B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800" y="1555642"/>
            <a:ext cx="2008144" cy="412785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615C2D3-1AF9-4B2B-87FB-76018A05CBA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5055" y="1555642"/>
            <a:ext cx="2008144" cy="4127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912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7D241FAC-B0FE-4512-A9D3-62151383320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032" y="1555642"/>
            <a:ext cx="2008141" cy="412784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ECC6AA7-23B1-471C-A444-901B9CBE0A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266" y="1555642"/>
            <a:ext cx="2008141" cy="412784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1AD444D-88A3-4EAC-BD90-E8818337E84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499" y="1555642"/>
            <a:ext cx="2008142" cy="412784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2BFDE66-2277-47BB-8426-8FE87A6A9A0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799" y="1555642"/>
            <a:ext cx="2008143" cy="4127850"/>
          </a:xfrm>
          <a:prstGeom prst="rect">
            <a:avLst/>
          </a:prstGeom>
        </p:spPr>
      </p:pic>
      <p:sp>
        <p:nvSpPr>
          <p:cNvPr id="11" name="제목 8">
            <a:extLst>
              <a:ext uri="{FF2B5EF4-FFF2-40B4-BE49-F238E27FC236}">
                <a16:creationId xmlns:a16="http://schemas.microsoft.com/office/drawing/2014/main" id="{7F3FA362-F634-44EE-9874-B2C5B44B0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1452"/>
            <a:ext cx="9144000" cy="431800"/>
          </a:xfrm>
        </p:spPr>
        <p:txBody>
          <a:bodyPr/>
          <a:lstStyle/>
          <a:p>
            <a:pPr algn="ctr"/>
            <a:r>
              <a:rPr lang="ko-KR" altLang="en-US" sz="2000" b="0" dirty="0">
                <a:solidFill>
                  <a:schemeClr val="bg1"/>
                </a:solidFill>
              </a:rPr>
              <a:t>모바일 그룹웨어 최신버전 디자인</a:t>
            </a:r>
          </a:p>
        </p:txBody>
      </p:sp>
    </p:spTree>
    <p:extLst>
      <p:ext uri="{BB962C8B-B14F-4D97-AF65-F5344CB8AC3E}">
        <p14:creationId xmlns:p14="http://schemas.microsoft.com/office/powerpoint/2010/main" val="2661364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68" t="1427" r="141"/>
          <a:stretch/>
        </p:blipFill>
        <p:spPr>
          <a:xfrm>
            <a:off x="0" y="1"/>
            <a:ext cx="9906000" cy="6858000"/>
          </a:xfrm>
          <a:prstGeom prst="rect">
            <a:avLst/>
          </a:prstGeom>
        </p:spPr>
      </p:pic>
      <p:sp>
        <p:nvSpPr>
          <p:cNvPr id="4" name="타원 3"/>
          <p:cNvSpPr/>
          <p:nvPr/>
        </p:nvSpPr>
        <p:spPr>
          <a:xfrm>
            <a:off x="484544" y="667745"/>
            <a:ext cx="2756669" cy="2756669"/>
          </a:xfrm>
          <a:prstGeom prst="ellipse">
            <a:avLst/>
          </a:prstGeom>
          <a:solidFill>
            <a:srgbClr val="97C8E9">
              <a:alpha val="6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323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로그인</a:t>
            </a:r>
            <a:endParaRPr lang="en-US" altLang="ko-KR" sz="3323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3323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디자인</a:t>
            </a:r>
            <a:endParaRPr lang="en-US" altLang="ko-KR" sz="3323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3323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소개</a:t>
            </a:r>
            <a:endParaRPr lang="ko-KR" altLang="en-US" sz="1846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7989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24FFE6F-B417-4EFD-BAD0-70E4E37925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5125" y="1196752"/>
            <a:ext cx="2333749" cy="4797152"/>
          </a:xfrm>
          <a:prstGeom prst="rect">
            <a:avLst/>
          </a:prstGeom>
        </p:spPr>
      </p:pic>
      <p:sp>
        <p:nvSpPr>
          <p:cNvPr id="11" name="제목 8">
            <a:extLst>
              <a:ext uri="{FF2B5EF4-FFF2-40B4-BE49-F238E27FC236}">
                <a16:creationId xmlns:a16="http://schemas.microsoft.com/office/drawing/2014/main" id="{7F3FA362-F634-44EE-9874-B2C5B44B0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1452"/>
            <a:ext cx="9144000" cy="431800"/>
          </a:xfrm>
        </p:spPr>
        <p:txBody>
          <a:bodyPr/>
          <a:lstStyle/>
          <a:p>
            <a:pPr algn="ctr"/>
            <a:r>
              <a:rPr lang="ko-KR" altLang="en-US" sz="2000" b="0" dirty="0">
                <a:solidFill>
                  <a:schemeClr val="bg1"/>
                </a:solidFill>
              </a:rPr>
              <a:t>모바일 그룹웨어 최신버전 디자인</a:t>
            </a:r>
          </a:p>
        </p:txBody>
      </p:sp>
    </p:spTree>
    <p:extLst>
      <p:ext uri="{BB962C8B-B14F-4D97-AF65-F5344CB8AC3E}">
        <p14:creationId xmlns:p14="http://schemas.microsoft.com/office/powerpoint/2010/main" val="1283000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ar1"/>
</p:tagLst>
</file>

<file path=ppt/theme/theme1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6_본문2">
  <a:themeElements>
    <a:clrScheme name="6_본문2 1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DDDDDD"/>
      </a:accent1>
      <a:accent2>
        <a:srgbClr val="969696"/>
      </a:accent2>
      <a:accent3>
        <a:srgbClr val="FFFFFF"/>
      </a:accent3>
      <a:accent4>
        <a:srgbClr val="000000"/>
      </a:accent4>
      <a:accent5>
        <a:srgbClr val="EBEBEB"/>
      </a:accent5>
      <a:accent6>
        <a:srgbClr val="878787"/>
      </a:accent6>
      <a:hlink>
        <a:srgbClr val="000000"/>
      </a:hlink>
      <a:folHlink>
        <a:srgbClr val="333333"/>
      </a:folHlink>
    </a:clrScheme>
    <a:fontScheme name="6_본문2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9525"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 sz="1300" smtClean="0">
            <a:solidFill>
              <a:schemeClr val="tx1"/>
            </a:solidFill>
            <a:latin typeface="맑은 고딕" pitchFamily="50" charset="-127"/>
            <a:ea typeface="맑은 고딕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177800" indent="-177800">
          <a:lnSpc>
            <a:spcPct val="130000"/>
          </a:lnSpc>
          <a:buFont typeface="Wingdings" pitchFamily="2" charset="2"/>
          <a:buChar char="§"/>
          <a:defRPr sz="1300" b="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6_본문2 1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DDDDDD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878787"/>
        </a:accent6>
        <a:hlink>
          <a:srgbClr val="000000"/>
        </a:hlink>
        <a:folHlink>
          <a:srgbClr val="3333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본문2 2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7EC7E8"/>
        </a:accent1>
        <a:accent2>
          <a:srgbClr val="CCECFF"/>
        </a:accent2>
        <a:accent3>
          <a:srgbClr val="FFFFFF"/>
        </a:accent3>
        <a:accent4>
          <a:srgbClr val="000000"/>
        </a:accent4>
        <a:accent5>
          <a:srgbClr val="C0E0F2"/>
        </a:accent5>
        <a:accent6>
          <a:srgbClr val="B9D6E7"/>
        </a:accent6>
        <a:hlink>
          <a:srgbClr val="001F3E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본문2 3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FFBE3B"/>
        </a:accent1>
        <a:accent2>
          <a:srgbClr val="FDEEAD"/>
        </a:accent2>
        <a:accent3>
          <a:srgbClr val="FFFFFF"/>
        </a:accent3>
        <a:accent4>
          <a:srgbClr val="000000"/>
        </a:accent4>
        <a:accent5>
          <a:srgbClr val="FFDBAF"/>
        </a:accent5>
        <a:accent6>
          <a:srgbClr val="E5D89C"/>
        </a:accent6>
        <a:hlink>
          <a:srgbClr val="990000"/>
        </a:hlink>
        <a:folHlink>
          <a:srgbClr val="EE6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본문2 4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C1C082"/>
        </a:accent1>
        <a:accent2>
          <a:srgbClr val="ECECD8"/>
        </a:accent2>
        <a:accent3>
          <a:srgbClr val="FFFFFF"/>
        </a:accent3>
        <a:accent4>
          <a:srgbClr val="000000"/>
        </a:accent4>
        <a:accent5>
          <a:srgbClr val="DDDCC1"/>
        </a:accent5>
        <a:accent6>
          <a:srgbClr val="D6D6C4"/>
        </a:accent6>
        <a:hlink>
          <a:srgbClr val="003300"/>
        </a:hlink>
        <a:folHlink>
          <a:srgbClr val="43652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9002</TotalTime>
  <Words>60</Words>
  <Application>Microsoft Office PowerPoint</Application>
  <PresentationFormat>화면 슬라이드 쇼(4:3)</PresentationFormat>
  <Paragraphs>20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5</vt:i4>
      </vt:variant>
      <vt:variant>
        <vt:lpstr>슬라이드 제목</vt:lpstr>
      </vt:variant>
      <vt:variant>
        <vt:i4>7</vt:i4>
      </vt:variant>
    </vt:vector>
  </HeadingPairs>
  <TitlesOfParts>
    <vt:vector size="17" baseType="lpstr">
      <vt:lpstr>굴림</vt:lpstr>
      <vt:lpstr>돋움</vt:lpstr>
      <vt:lpstr>맑은 고딕</vt:lpstr>
      <vt:lpstr>Arial</vt:lpstr>
      <vt:lpstr>Arial Narrow</vt:lpstr>
      <vt:lpstr>1_디자인 사용자 지정</vt:lpstr>
      <vt:lpstr>2_디자인 사용자 지정</vt:lpstr>
      <vt:lpstr>디자인 사용자 지정</vt:lpstr>
      <vt:lpstr>3_디자인 사용자 지정</vt:lpstr>
      <vt:lpstr>6_본문2</vt:lpstr>
      <vt:lpstr>PowerPoint 프레젠테이션</vt:lpstr>
      <vt:lpstr>PowerPoint 프레젠테이션</vt:lpstr>
      <vt:lpstr>PowerPoint 프레젠테이션</vt:lpstr>
      <vt:lpstr>모바일 그룹웨어 최신버전 디자인</vt:lpstr>
      <vt:lpstr>모바일 그룹웨어 최신버전 디자인</vt:lpstr>
      <vt:lpstr>PowerPoint 프레젠테이션</vt:lpstr>
      <vt:lpstr>모바일 그룹웨어 최신버전 디자인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문서의 제목  나눔명조R, 40pt</dc:title>
  <dc:creator>코비젼UX디자인팀</dc:creator>
  <cp:lastModifiedBy>박성미</cp:lastModifiedBy>
  <cp:revision>1046</cp:revision>
  <dcterms:created xsi:type="dcterms:W3CDTF">2011-08-23T09:33:59Z</dcterms:created>
  <dcterms:modified xsi:type="dcterms:W3CDTF">2024-04-23T05:24:08Z</dcterms:modified>
</cp:coreProperties>
</file>