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3.xml" ContentType="application/vnd.openxmlformats-officedocument.theme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4.xml" ContentType="application/vnd.openxmlformats-officedocument.theme+xml"/>
  <Override PartName="/ppt/slideLayouts/slideLayout14.xml" ContentType="application/vnd.openxmlformats-officedocument.presentationml.slideLayout+xml"/>
  <Override PartName="/ppt/theme/theme5.xml" ContentType="application/vnd.openxmlformats-officedocument.theme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6.xml" ContentType="application/vnd.openxmlformats-officedocument.theme+xml"/>
  <Override PartName="/ppt/theme/theme7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2" r:id="rId1"/>
    <p:sldMasterId id="2147483648" r:id="rId2"/>
    <p:sldMasterId id="2147483680" r:id="rId3"/>
    <p:sldMasterId id="2147483696" r:id="rId4"/>
    <p:sldMasterId id="2147483704" r:id="rId5"/>
    <p:sldMasterId id="2147483717" r:id="rId6"/>
  </p:sldMasterIdLst>
  <p:notesMasterIdLst>
    <p:notesMasterId r:id="rId11"/>
  </p:notesMasterIdLst>
  <p:sldIdLst>
    <p:sldId id="290" r:id="rId7"/>
    <p:sldId id="298" r:id="rId8"/>
    <p:sldId id="299" r:id="rId9"/>
    <p:sldId id="300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E8B8"/>
    <a:srgbClr val="888889"/>
    <a:srgbClr val="A7A7A8"/>
    <a:srgbClr val="9081D9"/>
    <a:srgbClr val="6350CA"/>
    <a:srgbClr val="8DE3C8"/>
    <a:srgbClr val="71FFE1"/>
    <a:srgbClr val="97979F"/>
    <a:srgbClr val="008669"/>
    <a:srgbClr val="FF09B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4963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1050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30" d="100"/>
        <a:sy n="130" d="100"/>
      </p:scale>
      <p:origin x="0" y="-24294"/>
    </p:cViewPr>
  </p:sorterViewPr>
  <p:notesViewPr>
    <p:cSldViewPr snapToGrid="0">
      <p:cViewPr varScale="1">
        <p:scale>
          <a:sx n="84" d="100"/>
          <a:sy n="84" d="100"/>
        </p:scale>
        <p:origin x="3054" y="9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2.xml"/><Relationship Id="rId13" Type="http://schemas.openxmlformats.org/officeDocument/2006/relationships/viewProps" Target="viewProps.xml"/><Relationship Id="rId3" Type="http://schemas.openxmlformats.org/officeDocument/2006/relationships/slideMaster" Target="slideMasters/slideMaster3.xml"/><Relationship Id="rId7" Type="http://schemas.openxmlformats.org/officeDocument/2006/relationships/slide" Target="slides/slide1.xml"/><Relationship Id="rId12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1" Type="http://schemas.openxmlformats.org/officeDocument/2006/relationships/notesMaster" Target="notesMasters/notesMaster1.xml"/><Relationship Id="rId5" Type="http://schemas.openxmlformats.org/officeDocument/2006/relationships/slideMaster" Target="slideMasters/slideMaster5.xml"/><Relationship Id="rId15" Type="http://schemas.openxmlformats.org/officeDocument/2006/relationships/tableStyles" Target="tableStyles.xml"/><Relationship Id="rId10" Type="http://schemas.openxmlformats.org/officeDocument/2006/relationships/slide" Target="slides/slide4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3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7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AAA0151-3A6D-41D5-87D5-6EE9C5949CBF}" type="datetimeFigureOut">
              <a:rPr lang="ko-KR" altLang="en-US" smtClean="0"/>
              <a:t>2024-04-23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91D6B66-C364-467B-8EDE-83A419EB047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190983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3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3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3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3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3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3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29A1D47C-EA2F-4B68-B622-AE01BADF9A4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655BC975-B14E-4486-B771-8132D250F685}" type="datetimeFigureOut">
              <a:rPr lang="en-US" smtClean="0"/>
              <a:t>4/23/2024</a:t>
            </a:fld>
            <a:endParaRPr 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43A5D711-8C74-4FFC-85FC-B9A5A16576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45538B6-E86F-4E92-9C35-B4668F3511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9C94C1E-D248-4383-85F4-67C1F82315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12213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784CDFE-E18F-47D7-8374-B476F02545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7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65A2727-63E4-465B-B1A5-571FBE9125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634C555-1137-4CD6-B7A1-725BB2E9E75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/>
          <a:lstStyle/>
          <a:p>
            <a:fld id="{91CCB17D-121F-4312-B951-5A331E85968A}" type="datetimeFigureOut">
              <a:rPr lang="en-US" smtClean="0"/>
              <a:t>4/23/2024</a:t>
            </a:fld>
            <a:endParaRPr 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E2C4A6B-87AE-4A63-B0F4-DA08B1D201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DCAC11D-49E7-4ED2-908F-CED2911CC4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</p:spPr>
        <p:txBody>
          <a:bodyPr/>
          <a:lstStyle/>
          <a:p>
            <a:fld id="{08B6486A-CC35-4C92-AA85-0ED15FF437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72910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784CDFE-E18F-47D7-8374-B476F02545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7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65A2727-63E4-465B-B1A5-571FBE9125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634C555-1137-4CD6-B7A1-725BB2E9E75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/>
          <a:lstStyle/>
          <a:p>
            <a:fld id="{91CCB17D-121F-4312-B951-5A331E85968A}" type="datetimeFigureOut">
              <a:rPr lang="en-US" smtClean="0"/>
              <a:t>4/23/2024</a:t>
            </a:fld>
            <a:endParaRPr 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E2C4A6B-87AE-4A63-B0F4-DA08B1D201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DCAC11D-49E7-4ED2-908F-CED2911CC4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</p:spPr>
        <p:txBody>
          <a:bodyPr/>
          <a:lstStyle/>
          <a:p>
            <a:fld id="{08B6486A-CC35-4C92-AA85-0ED15FF437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98312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A9EEACF3-8C37-456A-91D1-B0CB69DD5ED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/>
          <a:lstStyle/>
          <a:p>
            <a:fld id="{91CCB17D-121F-4312-B951-5A331E85968A}" type="datetimeFigureOut">
              <a:rPr lang="en-US" smtClean="0"/>
              <a:t>4/23/2024</a:t>
            </a:fld>
            <a:endParaRPr 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F3B37087-295A-4C73-89C5-7A3979CD8F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3191171-835A-4A80-9E97-2C5DA57BE6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</p:spPr>
        <p:txBody>
          <a:bodyPr/>
          <a:lstStyle/>
          <a:p>
            <a:fld id="{08B6486A-CC35-4C92-AA85-0ED15FF437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30058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2B1CF66-EB13-4B39-9168-417442132CC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D9237C0-DEEB-4509-B282-8B77052DFE10}" type="datetimeFigureOut">
              <a:rPr lang="en-US" smtClean="0"/>
              <a:t>4/23/2024</a:t>
            </a:fld>
            <a:endParaRPr 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5D1D253-1169-4317-9577-D3F6AD6B26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AF3D8FA-B978-4E50-A6E2-A36450460F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A4C0CDA-1314-4A01-8806-71ADB853FB47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38595B41-76C2-49F4-95EB-D2C208E3210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61510" y="4933509"/>
            <a:ext cx="1224000" cy="988125"/>
          </a:xfrm>
          <a:prstGeom prst="rect">
            <a:avLst/>
          </a:prstGeom>
        </p:spPr>
      </p:pic>
      <p:sp>
        <p:nvSpPr>
          <p:cNvPr id="8" name="자유형: 도형 7">
            <a:extLst>
              <a:ext uri="{FF2B5EF4-FFF2-40B4-BE49-F238E27FC236}">
                <a16:creationId xmlns:a16="http://schemas.microsoft.com/office/drawing/2014/main" id="{427EC820-8A40-4A69-8A38-D09E3ED7E6B5}"/>
              </a:ext>
            </a:extLst>
          </p:cNvPr>
          <p:cNvSpPr/>
          <p:nvPr userDrawn="1"/>
        </p:nvSpPr>
        <p:spPr>
          <a:xfrm>
            <a:off x="1658677" y="956928"/>
            <a:ext cx="2980660" cy="4944143"/>
          </a:xfrm>
          <a:custGeom>
            <a:avLst/>
            <a:gdLst>
              <a:gd name="connsiteX0" fmla="*/ 457202 w 2980660"/>
              <a:gd name="connsiteY0" fmla="*/ 0 h 4944143"/>
              <a:gd name="connsiteX1" fmla="*/ 2583714 w 2980660"/>
              <a:gd name="connsiteY1" fmla="*/ 0 h 4944143"/>
              <a:gd name="connsiteX2" fmla="*/ 2583714 w 2980660"/>
              <a:gd name="connsiteY2" fmla="*/ 1 h 4944143"/>
              <a:gd name="connsiteX3" fmla="*/ 2890658 w 2980660"/>
              <a:gd name="connsiteY3" fmla="*/ 1 h 4944143"/>
              <a:gd name="connsiteX4" fmla="*/ 2980660 w 2980660"/>
              <a:gd name="connsiteY4" fmla="*/ 90003 h 4944143"/>
              <a:gd name="connsiteX5" fmla="*/ 2980660 w 2980660"/>
              <a:gd name="connsiteY5" fmla="*/ 152400 h 4944143"/>
              <a:gd name="connsiteX6" fmla="*/ 2980660 w 2980660"/>
              <a:gd name="connsiteY6" fmla="*/ 449999 h 4944143"/>
              <a:gd name="connsiteX7" fmla="*/ 2980660 w 2980660"/>
              <a:gd name="connsiteY7" fmla="*/ 4494145 h 4944143"/>
              <a:gd name="connsiteX8" fmla="*/ 2980660 w 2980660"/>
              <a:gd name="connsiteY8" fmla="*/ 4550737 h 4944143"/>
              <a:gd name="connsiteX9" fmla="*/ 2980660 w 2980660"/>
              <a:gd name="connsiteY9" fmla="*/ 4854141 h 4944143"/>
              <a:gd name="connsiteX10" fmla="*/ 2890658 w 2980660"/>
              <a:gd name="connsiteY10" fmla="*/ 4944143 h 4944143"/>
              <a:gd name="connsiteX11" fmla="*/ 2583714 w 2980660"/>
              <a:gd name="connsiteY11" fmla="*/ 4944143 h 4944143"/>
              <a:gd name="connsiteX12" fmla="*/ 2530662 w 2980660"/>
              <a:gd name="connsiteY12" fmla="*/ 4944143 h 4944143"/>
              <a:gd name="connsiteX13" fmla="*/ 457202 w 2980660"/>
              <a:gd name="connsiteY13" fmla="*/ 4944143 h 4944143"/>
              <a:gd name="connsiteX14" fmla="*/ 457202 w 2980660"/>
              <a:gd name="connsiteY14" fmla="*/ 4942689 h 4944143"/>
              <a:gd name="connsiteX15" fmla="*/ 449998 w 2980660"/>
              <a:gd name="connsiteY15" fmla="*/ 4944143 h 4944143"/>
              <a:gd name="connsiteX16" fmla="*/ 90002 w 2980660"/>
              <a:gd name="connsiteY16" fmla="*/ 4944143 h 4944143"/>
              <a:gd name="connsiteX17" fmla="*/ 0 w 2980660"/>
              <a:gd name="connsiteY17" fmla="*/ 4854141 h 4944143"/>
              <a:gd name="connsiteX18" fmla="*/ 0 w 2980660"/>
              <a:gd name="connsiteY18" fmla="*/ 4550737 h 4944143"/>
              <a:gd name="connsiteX19" fmla="*/ 0 w 2980660"/>
              <a:gd name="connsiteY19" fmla="*/ 4494145 h 4944143"/>
              <a:gd name="connsiteX20" fmla="*/ 0 w 2980660"/>
              <a:gd name="connsiteY20" fmla="*/ 450000 h 4944143"/>
              <a:gd name="connsiteX21" fmla="*/ 0 w 2980660"/>
              <a:gd name="connsiteY21" fmla="*/ 152400 h 4944143"/>
              <a:gd name="connsiteX22" fmla="*/ 0 w 2980660"/>
              <a:gd name="connsiteY22" fmla="*/ 90003 h 4944143"/>
              <a:gd name="connsiteX23" fmla="*/ 90002 w 2980660"/>
              <a:gd name="connsiteY23" fmla="*/ 1 h 4944143"/>
              <a:gd name="connsiteX24" fmla="*/ 449998 w 2980660"/>
              <a:gd name="connsiteY24" fmla="*/ 1 h 4944143"/>
              <a:gd name="connsiteX25" fmla="*/ 457202 w 2980660"/>
              <a:gd name="connsiteY25" fmla="*/ 1456 h 49441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</a:cxnLst>
            <a:rect l="l" t="t" r="r" b="b"/>
            <a:pathLst>
              <a:path w="2980660" h="4944143">
                <a:moveTo>
                  <a:pt x="457202" y="0"/>
                </a:moveTo>
                <a:lnTo>
                  <a:pt x="2583714" y="0"/>
                </a:lnTo>
                <a:lnTo>
                  <a:pt x="2583714" y="1"/>
                </a:lnTo>
                <a:lnTo>
                  <a:pt x="2890658" y="1"/>
                </a:lnTo>
                <a:cubicBezTo>
                  <a:pt x="2940365" y="1"/>
                  <a:pt x="2980660" y="40296"/>
                  <a:pt x="2980660" y="90003"/>
                </a:cubicBezTo>
                <a:lnTo>
                  <a:pt x="2980660" y="152400"/>
                </a:lnTo>
                <a:lnTo>
                  <a:pt x="2980660" y="449999"/>
                </a:lnTo>
                <a:lnTo>
                  <a:pt x="2980660" y="4494145"/>
                </a:lnTo>
                <a:lnTo>
                  <a:pt x="2980660" y="4550737"/>
                </a:lnTo>
                <a:lnTo>
                  <a:pt x="2980660" y="4854141"/>
                </a:lnTo>
                <a:cubicBezTo>
                  <a:pt x="2980660" y="4903848"/>
                  <a:pt x="2940365" y="4944143"/>
                  <a:pt x="2890658" y="4944143"/>
                </a:cubicBezTo>
                <a:lnTo>
                  <a:pt x="2583714" y="4944143"/>
                </a:lnTo>
                <a:lnTo>
                  <a:pt x="2530662" y="4944143"/>
                </a:lnTo>
                <a:lnTo>
                  <a:pt x="457202" y="4944143"/>
                </a:lnTo>
                <a:lnTo>
                  <a:pt x="457202" y="4942689"/>
                </a:lnTo>
                <a:lnTo>
                  <a:pt x="449998" y="4944143"/>
                </a:lnTo>
                <a:lnTo>
                  <a:pt x="90002" y="4944143"/>
                </a:lnTo>
                <a:cubicBezTo>
                  <a:pt x="40295" y="4944143"/>
                  <a:pt x="0" y="4903848"/>
                  <a:pt x="0" y="4854141"/>
                </a:cubicBezTo>
                <a:lnTo>
                  <a:pt x="0" y="4550737"/>
                </a:lnTo>
                <a:lnTo>
                  <a:pt x="0" y="4494145"/>
                </a:lnTo>
                <a:lnTo>
                  <a:pt x="0" y="450000"/>
                </a:lnTo>
                <a:lnTo>
                  <a:pt x="0" y="152400"/>
                </a:lnTo>
                <a:lnTo>
                  <a:pt x="0" y="90003"/>
                </a:lnTo>
                <a:cubicBezTo>
                  <a:pt x="0" y="40296"/>
                  <a:pt x="40295" y="1"/>
                  <a:pt x="90002" y="1"/>
                </a:cubicBezTo>
                <a:lnTo>
                  <a:pt x="449998" y="1"/>
                </a:lnTo>
                <a:lnTo>
                  <a:pt x="457202" y="1456"/>
                </a:lnTo>
                <a:close/>
              </a:path>
            </a:pathLst>
          </a:custGeom>
          <a:solidFill>
            <a:srgbClr val="25252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자유형: 도형 8">
            <a:extLst>
              <a:ext uri="{FF2B5EF4-FFF2-40B4-BE49-F238E27FC236}">
                <a16:creationId xmlns:a16="http://schemas.microsoft.com/office/drawing/2014/main" id="{15907DC0-D68E-4057-AD43-7AD121B2032C}"/>
              </a:ext>
            </a:extLst>
          </p:cNvPr>
          <p:cNvSpPr/>
          <p:nvPr userDrawn="1"/>
        </p:nvSpPr>
        <p:spPr>
          <a:xfrm>
            <a:off x="8009859" y="956927"/>
            <a:ext cx="3792279" cy="4944143"/>
          </a:xfrm>
          <a:custGeom>
            <a:avLst/>
            <a:gdLst>
              <a:gd name="connsiteX0" fmla="*/ 457202 w 3792279"/>
              <a:gd name="connsiteY0" fmla="*/ 0 h 4944143"/>
              <a:gd name="connsiteX1" fmla="*/ 1268821 w 3792279"/>
              <a:gd name="connsiteY1" fmla="*/ 0 h 4944143"/>
              <a:gd name="connsiteX2" fmla="*/ 2583714 w 3792279"/>
              <a:gd name="connsiteY2" fmla="*/ 0 h 4944143"/>
              <a:gd name="connsiteX3" fmla="*/ 3395333 w 3792279"/>
              <a:gd name="connsiteY3" fmla="*/ 0 h 4944143"/>
              <a:gd name="connsiteX4" fmla="*/ 3395333 w 3792279"/>
              <a:gd name="connsiteY4" fmla="*/ 1 h 4944143"/>
              <a:gd name="connsiteX5" fmla="*/ 3702277 w 3792279"/>
              <a:gd name="connsiteY5" fmla="*/ 1 h 4944143"/>
              <a:gd name="connsiteX6" fmla="*/ 3792279 w 3792279"/>
              <a:gd name="connsiteY6" fmla="*/ 90003 h 4944143"/>
              <a:gd name="connsiteX7" fmla="*/ 3792279 w 3792279"/>
              <a:gd name="connsiteY7" fmla="*/ 152400 h 4944143"/>
              <a:gd name="connsiteX8" fmla="*/ 3792279 w 3792279"/>
              <a:gd name="connsiteY8" fmla="*/ 449999 h 4944143"/>
              <a:gd name="connsiteX9" fmla="*/ 3792279 w 3792279"/>
              <a:gd name="connsiteY9" fmla="*/ 4494145 h 4944143"/>
              <a:gd name="connsiteX10" fmla="*/ 3792279 w 3792279"/>
              <a:gd name="connsiteY10" fmla="*/ 4550737 h 4944143"/>
              <a:gd name="connsiteX11" fmla="*/ 3792279 w 3792279"/>
              <a:gd name="connsiteY11" fmla="*/ 4854141 h 4944143"/>
              <a:gd name="connsiteX12" fmla="*/ 3702277 w 3792279"/>
              <a:gd name="connsiteY12" fmla="*/ 4944143 h 4944143"/>
              <a:gd name="connsiteX13" fmla="*/ 3395333 w 3792279"/>
              <a:gd name="connsiteY13" fmla="*/ 4944143 h 4944143"/>
              <a:gd name="connsiteX14" fmla="*/ 3342281 w 3792279"/>
              <a:gd name="connsiteY14" fmla="*/ 4944143 h 4944143"/>
              <a:gd name="connsiteX15" fmla="*/ 2890658 w 3792279"/>
              <a:gd name="connsiteY15" fmla="*/ 4944143 h 4944143"/>
              <a:gd name="connsiteX16" fmla="*/ 2583714 w 3792279"/>
              <a:gd name="connsiteY16" fmla="*/ 4944143 h 4944143"/>
              <a:gd name="connsiteX17" fmla="*/ 2530662 w 3792279"/>
              <a:gd name="connsiteY17" fmla="*/ 4944143 h 4944143"/>
              <a:gd name="connsiteX18" fmla="*/ 1268821 w 3792279"/>
              <a:gd name="connsiteY18" fmla="*/ 4944143 h 4944143"/>
              <a:gd name="connsiteX19" fmla="*/ 1261617 w 3792279"/>
              <a:gd name="connsiteY19" fmla="*/ 4944143 h 4944143"/>
              <a:gd name="connsiteX20" fmla="*/ 901621 w 3792279"/>
              <a:gd name="connsiteY20" fmla="*/ 4944143 h 4944143"/>
              <a:gd name="connsiteX21" fmla="*/ 457202 w 3792279"/>
              <a:gd name="connsiteY21" fmla="*/ 4944143 h 4944143"/>
              <a:gd name="connsiteX22" fmla="*/ 457202 w 3792279"/>
              <a:gd name="connsiteY22" fmla="*/ 4942689 h 4944143"/>
              <a:gd name="connsiteX23" fmla="*/ 449998 w 3792279"/>
              <a:gd name="connsiteY23" fmla="*/ 4944143 h 4944143"/>
              <a:gd name="connsiteX24" fmla="*/ 90002 w 3792279"/>
              <a:gd name="connsiteY24" fmla="*/ 4944143 h 4944143"/>
              <a:gd name="connsiteX25" fmla="*/ 0 w 3792279"/>
              <a:gd name="connsiteY25" fmla="*/ 4854141 h 4944143"/>
              <a:gd name="connsiteX26" fmla="*/ 0 w 3792279"/>
              <a:gd name="connsiteY26" fmla="*/ 4550737 h 4944143"/>
              <a:gd name="connsiteX27" fmla="*/ 0 w 3792279"/>
              <a:gd name="connsiteY27" fmla="*/ 4494145 h 4944143"/>
              <a:gd name="connsiteX28" fmla="*/ 0 w 3792279"/>
              <a:gd name="connsiteY28" fmla="*/ 450000 h 4944143"/>
              <a:gd name="connsiteX29" fmla="*/ 0 w 3792279"/>
              <a:gd name="connsiteY29" fmla="*/ 152400 h 4944143"/>
              <a:gd name="connsiteX30" fmla="*/ 0 w 3792279"/>
              <a:gd name="connsiteY30" fmla="*/ 90003 h 4944143"/>
              <a:gd name="connsiteX31" fmla="*/ 90002 w 3792279"/>
              <a:gd name="connsiteY31" fmla="*/ 1 h 4944143"/>
              <a:gd name="connsiteX32" fmla="*/ 449998 w 3792279"/>
              <a:gd name="connsiteY32" fmla="*/ 1 h 4944143"/>
              <a:gd name="connsiteX33" fmla="*/ 457202 w 3792279"/>
              <a:gd name="connsiteY33" fmla="*/ 1456 h 49441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</a:cxnLst>
            <a:rect l="l" t="t" r="r" b="b"/>
            <a:pathLst>
              <a:path w="3792279" h="4944143">
                <a:moveTo>
                  <a:pt x="457202" y="0"/>
                </a:moveTo>
                <a:lnTo>
                  <a:pt x="1268821" y="0"/>
                </a:lnTo>
                <a:lnTo>
                  <a:pt x="2583714" y="0"/>
                </a:lnTo>
                <a:lnTo>
                  <a:pt x="3395333" y="0"/>
                </a:lnTo>
                <a:lnTo>
                  <a:pt x="3395333" y="1"/>
                </a:lnTo>
                <a:lnTo>
                  <a:pt x="3702277" y="1"/>
                </a:lnTo>
                <a:cubicBezTo>
                  <a:pt x="3751984" y="1"/>
                  <a:pt x="3792279" y="40296"/>
                  <a:pt x="3792279" y="90003"/>
                </a:cubicBezTo>
                <a:lnTo>
                  <a:pt x="3792279" y="152400"/>
                </a:lnTo>
                <a:lnTo>
                  <a:pt x="3792279" y="449999"/>
                </a:lnTo>
                <a:lnTo>
                  <a:pt x="3792279" y="4494145"/>
                </a:lnTo>
                <a:lnTo>
                  <a:pt x="3792279" y="4550737"/>
                </a:lnTo>
                <a:lnTo>
                  <a:pt x="3792279" y="4854141"/>
                </a:lnTo>
                <a:cubicBezTo>
                  <a:pt x="3792279" y="4903848"/>
                  <a:pt x="3751984" y="4944143"/>
                  <a:pt x="3702277" y="4944143"/>
                </a:cubicBezTo>
                <a:lnTo>
                  <a:pt x="3395333" y="4944143"/>
                </a:lnTo>
                <a:lnTo>
                  <a:pt x="3342281" y="4944143"/>
                </a:lnTo>
                <a:lnTo>
                  <a:pt x="2890658" y="4944143"/>
                </a:lnTo>
                <a:lnTo>
                  <a:pt x="2583714" y="4944143"/>
                </a:lnTo>
                <a:lnTo>
                  <a:pt x="2530662" y="4944143"/>
                </a:lnTo>
                <a:lnTo>
                  <a:pt x="1268821" y="4944143"/>
                </a:lnTo>
                <a:lnTo>
                  <a:pt x="1261617" y="4944143"/>
                </a:lnTo>
                <a:lnTo>
                  <a:pt x="901621" y="4944143"/>
                </a:lnTo>
                <a:lnTo>
                  <a:pt x="457202" y="4944143"/>
                </a:lnTo>
                <a:lnTo>
                  <a:pt x="457202" y="4942689"/>
                </a:lnTo>
                <a:lnTo>
                  <a:pt x="449998" y="4944143"/>
                </a:lnTo>
                <a:lnTo>
                  <a:pt x="90002" y="4944143"/>
                </a:lnTo>
                <a:cubicBezTo>
                  <a:pt x="40295" y="4944143"/>
                  <a:pt x="0" y="4903848"/>
                  <a:pt x="0" y="4854141"/>
                </a:cubicBezTo>
                <a:lnTo>
                  <a:pt x="0" y="4550737"/>
                </a:lnTo>
                <a:lnTo>
                  <a:pt x="0" y="4494145"/>
                </a:lnTo>
                <a:lnTo>
                  <a:pt x="0" y="450000"/>
                </a:lnTo>
                <a:lnTo>
                  <a:pt x="0" y="152400"/>
                </a:lnTo>
                <a:lnTo>
                  <a:pt x="0" y="90003"/>
                </a:lnTo>
                <a:cubicBezTo>
                  <a:pt x="0" y="40296"/>
                  <a:pt x="40295" y="1"/>
                  <a:pt x="90002" y="1"/>
                </a:cubicBezTo>
                <a:lnTo>
                  <a:pt x="449998" y="1"/>
                </a:lnTo>
                <a:lnTo>
                  <a:pt x="457202" y="1456"/>
                </a:lnTo>
                <a:close/>
              </a:path>
            </a:pathLst>
          </a:custGeom>
          <a:solidFill>
            <a:srgbClr val="25252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자유형: 도형 9">
            <a:extLst>
              <a:ext uri="{FF2B5EF4-FFF2-40B4-BE49-F238E27FC236}">
                <a16:creationId xmlns:a16="http://schemas.microsoft.com/office/drawing/2014/main" id="{C78BDA31-4DD6-4201-B741-4FC520ECD880}"/>
              </a:ext>
            </a:extLst>
          </p:cNvPr>
          <p:cNvSpPr/>
          <p:nvPr userDrawn="1"/>
        </p:nvSpPr>
        <p:spPr>
          <a:xfrm>
            <a:off x="4827810" y="956928"/>
            <a:ext cx="2980660" cy="4944143"/>
          </a:xfrm>
          <a:custGeom>
            <a:avLst/>
            <a:gdLst>
              <a:gd name="connsiteX0" fmla="*/ 457202 w 2980660"/>
              <a:gd name="connsiteY0" fmla="*/ 0 h 4944143"/>
              <a:gd name="connsiteX1" fmla="*/ 2583714 w 2980660"/>
              <a:gd name="connsiteY1" fmla="*/ 0 h 4944143"/>
              <a:gd name="connsiteX2" fmla="*/ 2583714 w 2980660"/>
              <a:gd name="connsiteY2" fmla="*/ 1 h 4944143"/>
              <a:gd name="connsiteX3" fmla="*/ 2890658 w 2980660"/>
              <a:gd name="connsiteY3" fmla="*/ 1 h 4944143"/>
              <a:gd name="connsiteX4" fmla="*/ 2980660 w 2980660"/>
              <a:gd name="connsiteY4" fmla="*/ 90003 h 4944143"/>
              <a:gd name="connsiteX5" fmla="*/ 2980660 w 2980660"/>
              <a:gd name="connsiteY5" fmla="*/ 152400 h 4944143"/>
              <a:gd name="connsiteX6" fmla="*/ 2980660 w 2980660"/>
              <a:gd name="connsiteY6" fmla="*/ 449999 h 4944143"/>
              <a:gd name="connsiteX7" fmla="*/ 2980660 w 2980660"/>
              <a:gd name="connsiteY7" fmla="*/ 4494145 h 4944143"/>
              <a:gd name="connsiteX8" fmla="*/ 2980660 w 2980660"/>
              <a:gd name="connsiteY8" fmla="*/ 4550737 h 4944143"/>
              <a:gd name="connsiteX9" fmla="*/ 2980660 w 2980660"/>
              <a:gd name="connsiteY9" fmla="*/ 4854141 h 4944143"/>
              <a:gd name="connsiteX10" fmla="*/ 2890658 w 2980660"/>
              <a:gd name="connsiteY10" fmla="*/ 4944143 h 4944143"/>
              <a:gd name="connsiteX11" fmla="*/ 2583714 w 2980660"/>
              <a:gd name="connsiteY11" fmla="*/ 4944143 h 4944143"/>
              <a:gd name="connsiteX12" fmla="*/ 2530662 w 2980660"/>
              <a:gd name="connsiteY12" fmla="*/ 4944143 h 4944143"/>
              <a:gd name="connsiteX13" fmla="*/ 457202 w 2980660"/>
              <a:gd name="connsiteY13" fmla="*/ 4944143 h 4944143"/>
              <a:gd name="connsiteX14" fmla="*/ 457202 w 2980660"/>
              <a:gd name="connsiteY14" fmla="*/ 4942689 h 4944143"/>
              <a:gd name="connsiteX15" fmla="*/ 449998 w 2980660"/>
              <a:gd name="connsiteY15" fmla="*/ 4944143 h 4944143"/>
              <a:gd name="connsiteX16" fmla="*/ 90002 w 2980660"/>
              <a:gd name="connsiteY16" fmla="*/ 4944143 h 4944143"/>
              <a:gd name="connsiteX17" fmla="*/ 0 w 2980660"/>
              <a:gd name="connsiteY17" fmla="*/ 4854141 h 4944143"/>
              <a:gd name="connsiteX18" fmla="*/ 0 w 2980660"/>
              <a:gd name="connsiteY18" fmla="*/ 4550737 h 4944143"/>
              <a:gd name="connsiteX19" fmla="*/ 0 w 2980660"/>
              <a:gd name="connsiteY19" fmla="*/ 4494145 h 4944143"/>
              <a:gd name="connsiteX20" fmla="*/ 0 w 2980660"/>
              <a:gd name="connsiteY20" fmla="*/ 450000 h 4944143"/>
              <a:gd name="connsiteX21" fmla="*/ 0 w 2980660"/>
              <a:gd name="connsiteY21" fmla="*/ 152400 h 4944143"/>
              <a:gd name="connsiteX22" fmla="*/ 0 w 2980660"/>
              <a:gd name="connsiteY22" fmla="*/ 90003 h 4944143"/>
              <a:gd name="connsiteX23" fmla="*/ 90002 w 2980660"/>
              <a:gd name="connsiteY23" fmla="*/ 1 h 4944143"/>
              <a:gd name="connsiteX24" fmla="*/ 449998 w 2980660"/>
              <a:gd name="connsiteY24" fmla="*/ 1 h 4944143"/>
              <a:gd name="connsiteX25" fmla="*/ 457202 w 2980660"/>
              <a:gd name="connsiteY25" fmla="*/ 1456 h 49441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</a:cxnLst>
            <a:rect l="l" t="t" r="r" b="b"/>
            <a:pathLst>
              <a:path w="2980660" h="4944143">
                <a:moveTo>
                  <a:pt x="457202" y="0"/>
                </a:moveTo>
                <a:lnTo>
                  <a:pt x="2583714" y="0"/>
                </a:lnTo>
                <a:lnTo>
                  <a:pt x="2583714" y="1"/>
                </a:lnTo>
                <a:lnTo>
                  <a:pt x="2890658" y="1"/>
                </a:lnTo>
                <a:cubicBezTo>
                  <a:pt x="2940365" y="1"/>
                  <a:pt x="2980660" y="40296"/>
                  <a:pt x="2980660" y="90003"/>
                </a:cubicBezTo>
                <a:lnTo>
                  <a:pt x="2980660" y="152400"/>
                </a:lnTo>
                <a:lnTo>
                  <a:pt x="2980660" y="449999"/>
                </a:lnTo>
                <a:lnTo>
                  <a:pt x="2980660" y="4494145"/>
                </a:lnTo>
                <a:lnTo>
                  <a:pt x="2980660" y="4550737"/>
                </a:lnTo>
                <a:lnTo>
                  <a:pt x="2980660" y="4854141"/>
                </a:lnTo>
                <a:cubicBezTo>
                  <a:pt x="2980660" y="4903848"/>
                  <a:pt x="2940365" y="4944143"/>
                  <a:pt x="2890658" y="4944143"/>
                </a:cubicBezTo>
                <a:lnTo>
                  <a:pt x="2583714" y="4944143"/>
                </a:lnTo>
                <a:lnTo>
                  <a:pt x="2530662" y="4944143"/>
                </a:lnTo>
                <a:lnTo>
                  <a:pt x="457202" y="4944143"/>
                </a:lnTo>
                <a:lnTo>
                  <a:pt x="457202" y="4942689"/>
                </a:lnTo>
                <a:lnTo>
                  <a:pt x="449998" y="4944143"/>
                </a:lnTo>
                <a:lnTo>
                  <a:pt x="90002" y="4944143"/>
                </a:lnTo>
                <a:cubicBezTo>
                  <a:pt x="40295" y="4944143"/>
                  <a:pt x="0" y="4903848"/>
                  <a:pt x="0" y="4854141"/>
                </a:cubicBezTo>
                <a:lnTo>
                  <a:pt x="0" y="4550737"/>
                </a:lnTo>
                <a:lnTo>
                  <a:pt x="0" y="4494145"/>
                </a:lnTo>
                <a:lnTo>
                  <a:pt x="0" y="450000"/>
                </a:lnTo>
                <a:lnTo>
                  <a:pt x="0" y="152400"/>
                </a:lnTo>
                <a:lnTo>
                  <a:pt x="0" y="90003"/>
                </a:lnTo>
                <a:cubicBezTo>
                  <a:pt x="0" y="40296"/>
                  <a:pt x="40295" y="1"/>
                  <a:pt x="90002" y="1"/>
                </a:cubicBezTo>
                <a:lnTo>
                  <a:pt x="449998" y="1"/>
                </a:lnTo>
                <a:lnTo>
                  <a:pt x="457202" y="1456"/>
                </a:lnTo>
                <a:close/>
              </a:path>
            </a:pathLst>
          </a:custGeom>
          <a:solidFill>
            <a:srgbClr val="25252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56697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그림 10">
            <a:extLst>
              <a:ext uri="{FF2B5EF4-FFF2-40B4-BE49-F238E27FC236}">
                <a16:creationId xmlns:a16="http://schemas.microsoft.com/office/drawing/2014/main" id="{664E3EB2-28BF-44AC-9539-5F3C41C2AB2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61510" y="4931634"/>
            <a:ext cx="1398774" cy="990000"/>
          </a:xfrm>
          <a:prstGeom prst="rect">
            <a:avLst/>
          </a:prstGeom>
        </p:spPr>
      </p:pic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2B1CF66-EB13-4B39-9168-417442132CC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D9237C0-DEEB-4509-B282-8B77052DFE10}" type="datetimeFigureOut">
              <a:rPr lang="en-US" smtClean="0"/>
              <a:t>4/23/2024</a:t>
            </a:fld>
            <a:endParaRPr 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5D1D253-1169-4317-9577-D3F6AD6B26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AF3D8FA-B978-4E50-A6E2-A36450460F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A4C0CDA-1314-4A01-8806-71ADB853FB47}" type="slidenum">
              <a:rPr lang="en-US" smtClean="0"/>
              <a:t>‹#›</a:t>
            </a:fld>
            <a:endParaRPr lang="en-US"/>
          </a:p>
        </p:txBody>
      </p:sp>
      <p:sp>
        <p:nvSpPr>
          <p:cNvPr id="8" name="자유형: 도형 7">
            <a:extLst>
              <a:ext uri="{FF2B5EF4-FFF2-40B4-BE49-F238E27FC236}">
                <a16:creationId xmlns:a16="http://schemas.microsoft.com/office/drawing/2014/main" id="{427EC820-8A40-4A69-8A38-D09E3ED7E6B5}"/>
              </a:ext>
            </a:extLst>
          </p:cNvPr>
          <p:cNvSpPr/>
          <p:nvPr userDrawn="1"/>
        </p:nvSpPr>
        <p:spPr>
          <a:xfrm>
            <a:off x="1658677" y="956928"/>
            <a:ext cx="2980660" cy="4944143"/>
          </a:xfrm>
          <a:custGeom>
            <a:avLst/>
            <a:gdLst>
              <a:gd name="connsiteX0" fmla="*/ 457202 w 2980660"/>
              <a:gd name="connsiteY0" fmla="*/ 0 h 4944143"/>
              <a:gd name="connsiteX1" fmla="*/ 2583714 w 2980660"/>
              <a:gd name="connsiteY1" fmla="*/ 0 h 4944143"/>
              <a:gd name="connsiteX2" fmla="*/ 2583714 w 2980660"/>
              <a:gd name="connsiteY2" fmla="*/ 1 h 4944143"/>
              <a:gd name="connsiteX3" fmla="*/ 2890658 w 2980660"/>
              <a:gd name="connsiteY3" fmla="*/ 1 h 4944143"/>
              <a:gd name="connsiteX4" fmla="*/ 2980660 w 2980660"/>
              <a:gd name="connsiteY4" fmla="*/ 90003 h 4944143"/>
              <a:gd name="connsiteX5" fmla="*/ 2980660 w 2980660"/>
              <a:gd name="connsiteY5" fmla="*/ 152400 h 4944143"/>
              <a:gd name="connsiteX6" fmla="*/ 2980660 w 2980660"/>
              <a:gd name="connsiteY6" fmla="*/ 449999 h 4944143"/>
              <a:gd name="connsiteX7" fmla="*/ 2980660 w 2980660"/>
              <a:gd name="connsiteY7" fmla="*/ 4494145 h 4944143"/>
              <a:gd name="connsiteX8" fmla="*/ 2980660 w 2980660"/>
              <a:gd name="connsiteY8" fmla="*/ 4550737 h 4944143"/>
              <a:gd name="connsiteX9" fmla="*/ 2980660 w 2980660"/>
              <a:gd name="connsiteY9" fmla="*/ 4854141 h 4944143"/>
              <a:gd name="connsiteX10" fmla="*/ 2890658 w 2980660"/>
              <a:gd name="connsiteY10" fmla="*/ 4944143 h 4944143"/>
              <a:gd name="connsiteX11" fmla="*/ 2583714 w 2980660"/>
              <a:gd name="connsiteY11" fmla="*/ 4944143 h 4944143"/>
              <a:gd name="connsiteX12" fmla="*/ 2530662 w 2980660"/>
              <a:gd name="connsiteY12" fmla="*/ 4944143 h 4944143"/>
              <a:gd name="connsiteX13" fmla="*/ 457202 w 2980660"/>
              <a:gd name="connsiteY13" fmla="*/ 4944143 h 4944143"/>
              <a:gd name="connsiteX14" fmla="*/ 457202 w 2980660"/>
              <a:gd name="connsiteY14" fmla="*/ 4942689 h 4944143"/>
              <a:gd name="connsiteX15" fmla="*/ 449998 w 2980660"/>
              <a:gd name="connsiteY15" fmla="*/ 4944143 h 4944143"/>
              <a:gd name="connsiteX16" fmla="*/ 90002 w 2980660"/>
              <a:gd name="connsiteY16" fmla="*/ 4944143 h 4944143"/>
              <a:gd name="connsiteX17" fmla="*/ 0 w 2980660"/>
              <a:gd name="connsiteY17" fmla="*/ 4854141 h 4944143"/>
              <a:gd name="connsiteX18" fmla="*/ 0 w 2980660"/>
              <a:gd name="connsiteY18" fmla="*/ 4550737 h 4944143"/>
              <a:gd name="connsiteX19" fmla="*/ 0 w 2980660"/>
              <a:gd name="connsiteY19" fmla="*/ 4494145 h 4944143"/>
              <a:gd name="connsiteX20" fmla="*/ 0 w 2980660"/>
              <a:gd name="connsiteY20" fmla="*/ 450000 h 4944143"/>
              <a:gd name="connsiteX21" fmla="*/ 0 w 2980660"/>
              <a:gd name="connsiteY21" fmla="*/ 152400 h 4944143"/>
              <a:gd name="connsiteX22" fmla="*/ 0 w 2980660"/>
              <a:gd name="connsiteY22" fmla="*/ 90003 h 4944143"/>
              <a:gd name="connsiteX23" fmla="*/ 90002 w 2980660"/>
              <a:gd name="connsiteY23" fmla="*/ 1 h 4944143"/>
              <a:gd name="connsiteX24" fmla="*/ 449998 w 2980660"/>
              <a:gd name="connsiteY24" fmla="*/ 1 h 4944143"/>
              <a:gd name="connsiteX25" fmla="*/ 457202 w 2980660"/>
              <a:gd name="connsiteY25" fmla="*/ 1456 h 49441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</a:cxnLst>
            <a:rect l="l" t="t" r="r" b="b"/>
            <a:pathLst>
              <a:path w="2980660" h="4944143">
                <a:moveTo>
                  <a:pt x="457202" y="0"/>
                </a:moveTo>
                <a:lnTo>
                  <a:pt x="2583714" y="0"/>
                </a:lnTo>
                <a:lnTo>
                  <a:pt x="2583714" y="1"/>
                </a:lnTo>
                <a:lnTo>
                  <a:pt x="2890658" y="1"/>
                </a:lnTo>
                <a:cubicBezTo>
                  <a:pt x="2940365" y="1"/>
                  <a:pt x="2980660" y="40296"/>
                  <a:pt x="2980660" y="90003"/>
                </a:cubicBezTo>
                <a:lnTo>
                  <a:pt x="2980660" y="152400"/>
                </a:lnTo>
                <a:lnTo>
                  <a:pt x="2980660" y="449999"/>
                </a:lnTo>
                <a:lnTo>
                  <a:pt x="2980660" y="4494145"/>
                </a:lnTo>
                <a:lnTo>
                  <a:pt x="2980660" y="4550737"/>
                </a:lnTo>
                <a:lnTo>
                  <a:pt x="2980660" y="4854141"/>
                </a:lnTo>
                <a:cubicBezTo>
                  <a:pt x="2980660" y="4903848"/>
                  <a:pt x="2940365" y="4944143"/>
                  <a:pt x="2890658" y="4944143"/>
                </a:cubicBezTo>
                <a:lnTo>
                  <a:pt x="2583714" y="4944143"/>
                </a:lnTo>
                <a:lnTo>
                  <a:pt x="2530662" y="4944143"/>
                </a:lnTo>
                <a:lnTo>
                  <a:pt x="457202" y="4944143"/>
                </a:lnTo>
                <a:lnTo>
                  <a:pt x="457202" y="4942689"/>
                </a:lnTo>
                <a:lnTo>
                  <a:pt x="449998" y="4944143"/>
                </a:lnTo>
                <a:lnTo>
                  <a:pt x="90002" y="4944143"/>
                </a:lnTo>
                <a:cubicBezTo>
                  <a:pt x="40295" y="4944143"/>
                  <a:pt x="0" y="4903848"/>
                  <a:pt x="0" y="4854141"/>
                </a:cubicBezTo>
                <a:lnTo>
                  <a:pt x="0" y="4550737"/>
                </a:lnTo>
                <a:lnTo>
                  <a:pt x="0" y="4494145"/>
                </a:lnTo>
                <a:lnTo>
                  <a:pt x="0" y="450000"/>
                </a:lnTo>
                <a:lnTo>
                  <a:pt x="0" y="152400"/>
                </a:lnTo>
                <a:lnTo>
                  <a:pt x="0" y="90003"/>
                </a:lnTo>
                <a:cubicBezTo>
                  <a:pt x="0" y="40296"/>
                  <a:pt x="40295" y="1"/>
                  <a:pt x="90002" y="1"/>
                </a:cubicBezTo>
                <a:lnTo>
                  <a:pt x="449998" y="1"/>
                </a:lnTo>
                <a:lnTo>
                  <a:pt x="457202" y="1456"/>
                </a:lnTo>
                <a:close/>
              </a:path>
            </a:pathLst>
          </a:custGeom>
          <a:solidFill>
            <a:srgbClr val="25252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자유형: 도형 8">
            <a:extLst>
              <a:ext uri="{FF2B5EF4-FFF2-40B4-BE49-F238E27FC236}">
                <a16:creationId xmlns:a16="http://schemas.microsoft.com/office/drawing/2014/main" id="{15907DC0-D68E-4057-AD43-7AD121B2032C}"/>
              </a:ext>
            </a:extLst>
          </p:cNvPr>
          <p:cNvSpPr/>
          <p:nvPr userDrawn="1"/>
        </p:nvSpPr>
        <p:spPr>
          <a:xfrm>
            <a:off x="8009859" y="956927"/>
            <a:ext cx="3792279" cy="4944143"/>
          </a:xfrm>
          <a:custGeom>
            <a:avLst/>
            <a:gdLst>
              <a:gd name="connsiteX0" fmla="*/ 457202 w 3792279"/>
              <a:gd name="connsiteY0" fmla="*/ 0 h 4944143"/>
              <a:gd name="connsiteX1" fmla="*/ 1268821 w 3792279"/>
              <a:gd name="connsiteY1" fmla="*/ 0 h 4944143"/>
              <a:gd name="connsiteX2" fmla="*/ 2583714 w 3792279"/>
              <a:gd name="connsiteY2" fmla="*/ 0 h 4944143"/>
              <a:gd name="connsiteX3" fmla="*/ 3395333 w 3792279"/>
              <a:gd name="connsiteY3" fmla="*/ 0 h 4944143"/>
              <a:gd name="connsiteX4" fmla="*/ 3395333 w 3792279"/>
              <a:gd name="connsiteY4" fmla="*/ 1 h 4944143"/>
              <a:gd name="connsiteX5" fmla="*/ 3702277 w 3792279"/>
              <a:gd name="connsiteY5" fmla="*/ 1 h 4944143"/>
              <a:gd name="connsiteX6" fmla="*/ 3792279 w 3792279"/>
              <a:gd name="connsiteY6" fmla="*/ 90003 h 4944143"/>
              <a:gd name="connsiteX7" fmla="*/ 3792279 w 3792279"/>
              <a:gd name="connsiteY7" fmla="*/ 152400 h 4944143"/>
              <a:gd name="connsiteX8" fmla="*/ 3792279 w 3792279"/>
              <a:gd name="connsiteY8" fmla="*/ 449999 h 4944143"/>
              <a:gd name="connsiteX9" fmla="*/ 3792279 w 3792279"/>
              <a:gd name="connsiteY9" fmla="*/ 4494145 h 4944143"/>
              <a:gd name="connsiteX10" fmla="*/ 3792279 w 3792279"/>
              <a:gd name="connsiteY10" fmla="*/ 4550737 h 4944143"/>
              <a:gd name="connsiteX11" fmla="*/ 3792279 w 3792279"/>
              <a:gd name="connsiteY11" fmla="*/ 4854141 h 4944143"/>
              <a:gd name="connsiteX12" fmla="*/ 3702277 w 3792279"/>
              <a:gd name="connsiteY12" fmla="*/ 4944143 h 4944143"/>
              <a:gd name="connsiteX13" fmla="*/ 3395333 w 3792279"/>
              <a:gd name="connsiteY13" fmla="*/ 4944143 h 4944143"/>
              <a:gd name="connsiteX14" fmla="*/ 3342281 w 3792279"/>
              <a:gd name="connsiteY14" fmla="*/ 4944143 h 4944143"/>
              <a:gd name="connsiteX15" fmla="*/ 2890658 w 3792279"/>
              <a:gd name="connsiteY15" fmla="*/ 4944143 h 4944143"/>
              <a:gd name="connsiteX16" fmla="*/ 2583714 w 3792279"/>
              <a:gd name="connsiteY16" fmla="*/ 4944143 h 4944143"/>
              <a:gd name="connsiteX17" fmla="*/ 2530662 w 3792279"/>
              <a:gd name="connsiteY17" fmla="*/ 4944143 h 4944143"/>
              <a:gd name="connsiteX18" fmla="*/ 1268821 w 3792279"/>
              <a:gd name="connsiteY18" fmla="*/ 4944143 h 4944143"/>
              <a:gd name="connsiteX19" fmla="*/ 1261617 w 3792279"/>
              <a:gd name="connsiteY19" fmla="*/ 4944143 h 4944143"/>
              <a:gd name="connsiteX20" fmla="*/ 901621 w 3792279"/>
              <a:gd name="connsiteY20" fmla="*/ 4944143 h 4944143"/>
              <a:gd name="connsiteX21" fmla="*/ 457202 w 3792279"/>
              <a:gd name="connsiteY21" fmla="*/ 4944143 h 4944143"/>
              <a:gd name="connsiteX22" fmla="*/ 457202 w 3792279"/>
              <a:gd name="connsiteY22" fmla="*/ 4942689 h 4944143"/>
              <a:gd name="connsiteX23" fmla="*/ 449998 w 3792279"/>
              <a:gd name="connsiteY23" fmla="*/ 4944143 h 4944143"/>
              <a:gd name="connsiteX24" fmla="*/ 90002 w 3792279"/>
              <a:gd name="connsiteY24" fmla="*/ 4944143 h 4944143"/>
              <a:gd name="connsiteX25" fmla="*/ 0 w 3792279"/>
              <a:gd name="connsiteY25" fmla="*/ 4854141 h 4944143"/>
              <a:gd name="connsiteX26" fmla="*/ 0 w 3792279"/>
              <a:gd name="connsiteY26" fmla="*/ 4550737 h 4944143"/>
              <a:gd name="connsiteX27" fmla="*/ 0 w 3792279"/>
              <a:gd name="connsiteY27" fmla="*/ 4494145 h 4944143"/>
              <a:gd name="connsiteX28" fmla="*/ 0 w 3792279"/>
              <a:gd name="connsiteY28" fmla="*/ 450000 h 4944143"/>
              <a:gd name="connsiteX29" fmla="*/ 0 w 3792279"/>
              <a:gd name="connsiteY29" fmla="*/ 152400 h 4944143"/>
              <a:gd name="connsiteX30" fmla="*/ 0 w 3792279"/>
              <a:gd name="connsiteY30" fmla="*/ 90003 h 4944143"/>
              <a:gd name="connsiteX31" fmla="*/ 90002 w 3792279"/>
              <a:gd name="connsiteY31" fmla="*/ 1 h 4944143"/>
              <a:gd name="connsiteX32" fmla="*/ 449998 w 3792279"/>
              <a:gd name="connsiteY32" fmla="*/ 1 h 4944143"/>
              <a:gd name="connsiteX33" fmla="*/ 457202 w 3792279"/>
              <a:gd name="connsiteY33" fmla="*/ 1456 h 49441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</a:cxnLst>
            <a:rect l="l" t="t" r="r" b="b"/>
            <a:pathLst>
              <a:path w="3792279" h="4944143">
                <a:moveTo>
                  <a:pt x="457202" y="0"/>
                </a:moveTo>
                <a:lnTo>
                  <a:pt x="1268821" y="0"/>
                </a:lnTo>
                <a:lnTo>
                  <a:pt x="2583714" y="0"/>
                </a:lnTo>
                <a:lnTo>
                  <a:pt x="3395333" y="0"/>
                </a:lnTo>
                <a:lnTo>
                  <a:pt x="3395333" y="1"/>
                </a:lnTo>
                <a:lnTo>
                  <a:pt x="3702277" y="1"/>
                </a:lnTo>
                <a:cubicBezTo>
                  <a:pt x="3751984" y="1"/>
                  <a:pt x="3792279" y="40296"/>
                  <a:pt x="3792279" y="90003"/>
                </a:cubicBezTo>
                <a:lnTo>
                  <a:pt x="3792279" y="152400"/>
                </a:lnTo>
                <a:lnTo>
                  <a:pt x="3792279" y="449999"/>
                </a:lnTo>
                <a:lnTo>
                  <a:pt x="3792279" y="4494145"/>
                </a:lnTo>
                <a:lnTo>
                  <a:pt x="3792279" y="4550737"/>
                </a:lnTo>
                <a:lnTo>
                  <a:pt x="3792279" y="4854141"/>
                </a:lnTo>
                <a:cubicBezTo>
                  <a:pt x="3792279" y="4903848"/>
                  <a:pt x="3751984" y="4944143"/>
                  <a:pt x="3702277" y="4944143"/>
                </a:cubicBezTo>
                <a:lnTo>
                  <a:pt x="3395333" y="4944143"/>
                </a:lnTo>
                <a:lnTo>
                  <a:pt x="3342281" y="4944143"/>
                </a:lnTo>
                <a:lnTo>
                  <a:pt x="2890658" y="4944143"/>
                </a:lnTo>
                <a:lnTo>
                  <a:pt x="2583714" y="4944143"/>
                </a:lnTo>
                <a:lnTo>
                  <a:pt x="2530662" y="4944143"/>
                </a:lnTo>
                <a:lnTo>
                  <a:pt x="1268821" y="4944143"/>
                </a:lnTo>
                <a:lnTo>
                  <a:pt x="1261617" y="4944143"/>
                </a:lnTo>
                <a:lnTo>
                  <a:pt x="901621" y="4944143"/>
                </a:lnTo>
                <a:lnTo>
                  <a:pt x="457202" y="4944143"/>
                </a:lnTo>
                <a:lnTo>
                  <a:pt x="457202" y="4942689"/>
                </a:lnTo>
                <a:lnTo>
                  <a:pt x="449998" y="4944143"/>
                </a:lnTo>
                <a:lnTo>
                  <a:pt x="90002" y="4944143"/>
                </a:lnTo>
                <a:cubicBezTo>
                  <a:pt x="40295" y="4944143"/>
                  <a:pt x="0" y="4903848"/>
                  <a:pt x="0" y="4854141"/>
                </a:cubicBezTo>
                <a:lnTo>
                  <a:pt x="0" y="4550737"/>
                </a:lnTo>
                <a:lnTo>
                  <a:pt x="0" y="4494145"/>
                </a:lnTo>
                <a:lnTo>
                  <a:pt x="0" y="450000"/>
                </a:lnTo>
                <a:lnTo>
                  <a:pt x="0" y="152400"/>
                </a:lnTo>
                <a:lnTo>
                  <a:pt x="0" y="90003"/>
                </a:lnTo>
                <a:cubicBezTo>
                  <a:pt x="0" y="40296"/>
                  <a:pt x="40295" y="1"/>
                  <a:pt x="90002" y="1"/>
                </a:cubicBezTo>
                <a:lnTo>
                  <a:pt x="449998" y="1"/>
                </a:lnTo>
                <a:lnTo>
                  <a:pt x="457202" y="1456"/>
                </a:lnTo>
                <a:close/>
              </a:path>
            </a:pathLst>
          </a:custGeom>
          <a:solidFill>
            <a:srgbClr val="25252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자유형: 도형 9">
            <a:extLst>
              <a:ext uri="{FF2B5EF4-FFF2-40B4-BE49-F238E27FC236}">
                <a16:creationId xmlns:a16="http://schemas.microsoft.com/office/drawing/2014/main" id="{C78BDA31-4DD6-4201-B741-4FC520ECD880}"/>
              </a:ext>
            </a:extLst>
          </p:cNvPr>
          <p:cNvSpPr/>
          <p:nvPr userDrawn="1"/>
        </p:nvSpPr>
        <p:spPr>
          <a:xfrm>
            <a:off x="4827810" y="956928"/>
            <a:ext cx="2980660" cy="4944143"/>
          </a:xfrm>
          <a:custGeom>
            <a:avLst/>
            <a:gdLst>
              <a:gd name="connsiteX0" fmla="*/ 457202 w 2980660"/>
              <a:gd name="connsiteY0" fmla="*/ 0 h 4944143"/>
              <a:gd name="connsiteX1" fmla="*/ 2583714 w 2980660"/>
              <a:gd name="connsiteY1" fmla="*/ 0 h 4944143"/>
              <a:gd name="connsiteX2" fmla="*/ 2583714 w 2980660"/>
              <a:gd name="connsiteY2" fmla="*/ 1 h 4944143"/>
              <a:gd name="connsiteX3" fmla="*/ 2890658 w 2980660"/>
              <a:gd name="connsiteY3" fmla="*/ 1 h 4944143"/>
              <a:gd name="connsiteX4" fmla="*/ 2980660 w 2980660"/>
              <a:gd name="connsiteY4" fmla="*/ 90003 h 4944143"/>
              <a:gd name="connsiteX5" fmla="*/ 2980660 w 2980660"/>
              <a:gd name="connsiteY5" fmla="*/ 152400 h 4944143"/>
              <a:gd name="connsiteX6" fmla="*/ 2980660 w 2980660"/>
              <a:gd name="connsiteY6" fmla="*/ 449999 h 4944143"/>
              <a:gd name="connsiteX7" fmla="*/ 2980660 w 2980660"/>
              <a:gd name="connsiteY7" fmla="*/ 4494145 h 4944143"/>
              <a:gd name="connsiteX8" fmla="*/ 2980660 w 2980660"/>
              <a:gd name="connsiteY8" fmla="*/ 4550737 h 4944143"/>
              <a:gd name="connsiteX9" fmla="*/ 2980660 w 2980660"/>
              <a:gd name="connsiteY9" fmla="*/ 4854141 h 4944143"/>
              <a:gd name="connsiteX10" fmla="*/ 2890658 w 2980660"/>
              <a:gd name="connsiteY10" fmla="*/ 4944143 h 4944143"/>
              <a:gd name="connsiteX11" fmla="*/ 2583714 w 2980660"/>
              <a:gd name="connsiteY11" fmla="*/ 4944143 h 4944143"/>
              <a:gd name="connsiteX12" fmla="*/ 2530662 w 2980660"/>
              <a:gd name="connsiteY12" fmla="*/ 4944143 h 4944143"/>
              <a:gd name="connsiteX13" fmla="*/ 457202 w 2980660"/>
              <a:gd name="connsiteY13" fmla="*/ 4944143 h 4944143"/>
              <a:gd name="connsiteX14" fmla="*/ 457202 w 2980660"/>
              <a:gd name="connsiteY14" fmla="*/ 4942689 h 4944143"/>
              <a:gd name="connsiteX15" fmla="*/ 449998 w 2980660"/>
              <a:gd name="connsiteY15" fmla="*/ 4944143 h 4944143"/>
              <a:gd name="connsiteX16" fmla="*/ 90002 w 2980660"/>
              <a:gd name="connsiteY16" fmla="*/ 4944143 h 4944143"/>
              <a:gd name="connsiteX17" fmla="*/ 0 w 2980660"/>
              <a:gd name="connsiteY17" fmla="*/ 4854141 h 4944143"/>
              <a:gd name="connsiteX18" fmla="*/ 0 w 2980660"/>
              <a:gd name="connsiteY18" fmla="*/ 4550737 h 4944143"/>
              <a:gd name="connsiteX19" fmla="*/ 0 w 2980660"/>
              <a:gd name="connsiteY19" fmla="*/ 4494145 h 4944143"/>
              <a:gd name="connsiteX20" fmla="*/ 0 w 2980660"/>
              <a:gd name="connsiteY20" fmla="*/ 450000 h 4944143"/>
              <a:gd name="connsiteX21" fmla="*/ 0 w 2980660"/>
              <a:gd name="connsiteY21" fmla="*/ 152400 h 4944143"/>
              <a:gd name="connsiteX22" fmla="*/ 0 w 2980660"/>
              <a:gd name="connsiteY22" fmla="*/ 90003 h 4944143"/>
              <a:gd name="connsiteX23" fmla="*/ 90002 w 2980660"/>
              <a:gd name="connsiteY23" fmla="*/ 1 h 4944143"/>
              <a:gd name="connsiteX24" fmla="*/ 449998 w 2980660"/>
              <a:gd name="connsiteY24" fmla="*/ 1 h 4944143"/>
              <a:gd name="connsiteX25" fmla="*/ 457202 w 2980660"/>
              <a:gd name="connsiteY25" fmla="*/ 1456 h 49441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</a:cxnLst>
            <a:rect l="l" t="t" r="r" b="b"/>
            <a:pathLst>
              <a:path w="2980660" h="4944143">
                <a:moveTo>
                  <a:pt x="457202" y="0"/>
                </a:moveTo>
                <a:lnTo>
                  <a:pt x="2583714" y="0"/>
                </a:lnTo>
                <a:lnTo>
                  <a:pt x="2583714" y="1"/>
                </a:lnTo>
                <a:lnTo>
                  <a:pt x="2890658" y="1"/>
                </a:lnTo>
                <a:cubicBezTo>
                  <a:pt x="2940365" y="1"/>
                  <a:pt x="2980660" y="40296"/>
                  <a:pt x="2980660" y="90003"/>
                </a:cubicBezTo>
                <a:lnTo>
                  <a:pt x="2980660" y="152400"/>
                </a:lnTo>
                <a:lnTo>
                  <a:pt x="2980660" y="449999"/>
                </a:lnTo>
                <a:lnTo>
                  <a:pt x="2980660" y="4494145"/>
                </a:lnTo>
                <a:lnTo>
                  <a:pt x="2980660" y="4550737"/>
                </a:lnTo>
                <a:lnTo>
                  <a:pt x="2980660" y="4854141"/>
                </a:lnTo>
                <a:cubicBezTo>
                  <a:pt x="2980660" y="4903848"/>
                  <a:pt x="2940365" y="4944143"/>
                  <a:pt x="2890658" y="4944143"/>
                </a:cubicBezTo>
                <a:lnTo>
                  <a:pt x="2583714" y="4944143"/>
                </a:lnTo>
                <a:lnTo>
                  <a:pt x="2530662" y="4944143"/>
                </a:lnTo>
                <a:lnTo>
                  <a:pt x="457202" y="4944143"/>
                </a:lnTo>
                <a:lnTo>
                  <a:pt x="457202" y="4942689"/>
                </a:lnTo>
                <a:lnTo>
                  <a:pt x="449998" y="4944143"/>
                </a:lnTo>
                <a:lnTo>
                  <a:pt x="90002" y="4944143"/>
                </a:lnTo>
                <a:cubicBezTo>
                  <a:pt x="40295" y="4944143"/>
                  <a:pt x="0" y="4903848"/>
                  <a:pt x="0" y="4854141"/>
                </a:cubicBezTo>
                <a:lnTo>
                  <a:pt x="0" y="4550737"/>
                </a:lnTo>
                <a:lnTo>
                  <a:pt x="0" y="4494145"/>
                </a:lnTo>
                <a:lnTo>
                  <a:pt x="0" y="450000"/>
                </a:lnTo>
                <a:lnTo>
                  <a:pt x="0" y="152400"/>
                </a:lnTo>
                <a:lnTo>
                  <a:pt x="0" y="90003"/>
                </a:lnTo>
                <a:cubicBezTo>
                  <a:pt x="0" y="40296"/>
                  <a:pt x="40295" y="1"/>
                  <a:pt x="90002" y="1"/>
                </a:cubicBezTo>
                <a:lnTo>
                  <a:pt x="449998" y="1"/>
                </a:lnTo>
                <a:lnTo>
                  <a:pt x="457202" y="1456"/>
                </a:lnTo>
                <a:close/>
              </a:path>
            </a:pathLst>
          </a:custGeom>
          <a:solidFill>
            <a:srgbClr val="25252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33200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그림 10">
            <a:extLst>
              <a:ext uri="{FF2B5EF4-FFF2-40B4-BE49-F238E27FC236}">
                <a16:creationId xmlns:a16="http://schemas.microsoft.com/office/drawing/2014/main" id="{025E5050-AB6B-4408-9B1D-8946066F117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61510" y="4931634"/>
            <a:ext cx="1398774" cy="990000"/>
          </a:xfrm>
          <a:prstGeom prst="rect">
            <a:avLst/>
          </a:prstGeom>
        </p:spPr>
      </p:pic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2B1CF66-EB13-4B39-9168-417442132CC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D9237C0-DEEB-4509-B282-8B77052DFE10}" type="datetimeFigureOut">
              <a:rPr lang="en-US" smtClean="0"/>
              <a:t>4/23/2024</a:t>
            </a:fld>
            <a:endParaRPr 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5D1D253-1169-4317-9577-D3F6AD6B26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AF3D8FA-B978-4E50-A6E2-A36450460F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A4C0CDA-1314-4A01-8806-71ADB853FB47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자유형: 도형 11">
            <a:extLst>
              <a:ext uri="{FF2B5EF4-FFF2-40B4-BE49-F238E27FC236}">
                <a16:creationId xmlns:a16="http://schemas.microsoft.com/office/drawing/2014/main" id="{AEB71714-0060-423D-A894-C39BCF99368A}"/>
              </a:ext>
            </a:extLst>
          </p:cNvPr>
          <p:cNvSpPr/>
          <p:nvPr userDrawn="1"/>
        </p:nvSpPr>
        <p:spPr>
          <a:xfrm>
            <a:off x="1658677" y="956926"/>
            <a:ext cx="4075168" cy="4944144"/>
          </a:xfrm>
          <a:custGeom>
            <a:avLst/>
            <a:gdLst>
              <a:gd name="connsiteX0" fmla="*/ 1551710 w 4075168"/>
              <a:gd name="connsiteY0" fmla="*/ 0 h 4944144"/>
              <a:gd name="connsiteX1" fmla="*/ 3678222 w 4075168"/>
              <a:gd name="connsiteY1" fmla="*/ 0 h 4944144"/>
              <a:gd name="connsiteX2" fmla="*/ 3678222 w 4075168"/>
              <a:gd name="connsiteY2" fmla="*/ 1 h 4944144"/>
              <a:gd name="connsiteX3" fmla="*/ 3985166 w 4075168"/>
              <a:gd name="connsiteY3" fmla="*/ 1 h 4944144"/>
              <a:gd name="connsiteX4" fmla="*/ 4075168 w 4075168"/>
              <a:gd name="connsiteY4" fmla="*/ 90003 h 4944144"/>
              <a:gd name="connsiteX5" fmla="*/ 4075168 w 4075168"/>
              <a:gd name="connsiteY5" fmla="*/ 152400 h 4944144"/>
              <a:gd name="connsiteX6" fmla="*/ 4075168 w 4075168"/>
              <a:gd name="connsiteY6" fmla="*/ 449999 h 4944144"/>
              <a:gd name="connsiteX7" fmla="*/ 4075168 w 4075168"/>
              <a:gd name="connsiteY7" fmla="*/ 4494145 h 4944144"/>
              <a:gd name="connsiteX8" fmla="*/ 4075168 w 4075168"/>
              <a:gd name="connsiteY8" fmla="*/ 4550737 h 4944144"/>
              <a:gd name="connsiteX9" fmla="*/ 4075168 w 4075168"/>
              <a:gd name="connsiteY9" fmla="*/ 4854141 h 4944144"/>
              <a:gd name="connsiteX10" fmla="*/ 3985166 w 4075168"/>
              <a:gd name="connsiteY10" fmla="*/ 4944143 h 4944144"/>
              <a:gd name="connsiteX11" fmla="*/ 3678222 w 4075168"/>
              <a:gd name="connsiteY11" fmla="*/ 4944143 h 4944144"/>
              <a:gd name="connsiteX12" fmla="*/ 3625170 w 4075168"/>
              <a:gd name="connsiteY12" fmla="*/ 4944143 h 4944144"/>
              <a:gd name="connsiteX13" fmla="*/ 2890663 w 4075168"/>
              <a:gd name="connsiteY13" fmla="*/ 4944143 h 4944144"/>
              <a:gd name="connsiteX14" fmla="*/ 2890658 w 4075168"/>
              <a:gd name="connsiteY14" fmla="*/ 4944144 h 4944144"/>
              <a:gd name="connsiteX15" fmla="*/ 2583714 w 4075168"/>
              <a:gd name="connsiteY15" fmla="*/ 4944144 h 4944144"/>
              <a:gd name="connsiteX16" fmla="*/ 2530662 w 4075168"/>
              <a:gd name="connsiteY16" fmla="*/ 4944144 h 4944144"/>
              <a:gd name="connsiteX17" fmla="*/ 457202 w 4075168"/>
              <a:gd name="connsiteY17" fmla="*/ 4944144 h 4944144"/>
              <a:gd name="connsiteX18" fmla="*/ 457202 w 4075168"/>
              <a:gd name="connsiteY18" fmla="*/ 4942690 h 4944144"/>
              <a:gd name="connsiteX19" fmla="*/ 449998 w 4075168"/>
              <a:gd name="connsiteY19" fmla="*/ 4944144 h 4944144"/>
              <a:gd name="connsiteX20" fmla="*/ 90002 w 4075168"/>
              <a:gd name="connsiteY20" fmla="*/ 4944144 h 4944144"/>
              <a:gd name="connsiteX21" fmla="*/ 0 w 4075168"/>
              <a:gd name="connsiteY21" fmla="*/ 4854142 h 4944144"/>
              <a:gd name="connsiteX22" fmla="*/ 0 w 4075168"/>
              <a:gd name="connsiteY22" fmla="*/ 4550738 h 4944144"/>
              <a:gd name="connsiteX23" fmla="*/ 0 w 4075168"/>
              <a:gd name="connsiteY23" fmla="*/ 4494146 h 4944144"/>
              <a:gd name="connsiteX24" fmla="*/ 0 w 4075168"/>
              <a:gd name="connsiteY24" fmla="*/ 450001 h 4944144"/>
              <a:gd name="connsiteX25" fmla="*/ 0 w 4075168"/>
              <a:gd name="connsiteY25" fmla="*/ 152401 h 4944144"/>
              <a:gd name="connsiteX26" fmla="*/ 0 w 4075168"/>
              <a:gd name="connsiteY26" fmla="*/ 90004 h 4944144"/>
              <a:gd name="connsiteX27" fmla="*/ 90002 w 4075168"/>
              <a:gd name="connsiteY27" fmla="*/ 2 h 4944144"/>
              <a:gd name="connsiteX28" fmla="*/ 449998 w 4075168"/>
              <a:gd name="connsiteY28" fmla="*/ 2 h 4944144"/>
              <a:gd name="connsiteX29" fmla="*/ 457202 w 4075168"/>
              <a:gd name="connsiteY29" fmla="*/ 1457 h 4944144"/>
              <a:gd name="connsiteX30" fmla="*/ 457202 w 4075168"/>
              <a:gd name="connsiteY30" fmla="*/ 1 h 4944144"/>
              <a:gd name="connsiteX31" fmla="*/ 1184510 w 4075168"/>
              <a:gd name="connsiteY31" fmla="*/ 1 h 4944144"/>
              <a:gd name="connsiteX32" fmla="*/ 1544506 w 4075168"/>
              <a:gd name="connsiteY32" fmla="*/ 1 h 4944144"/>
              <a:gd name="connsiteX33" fmla="*/ 1551710 w 4075168"/>
              <a:gd name="connsiteY33" fmla="*/ 1 h 49441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</a:cxnLst>
            <a:rect l="l" t="t" r="r" b="b"/>
            <a:pathLst>
              <a:path w="4075168" h="4944144">
                <a:moveTo>
                  <a:pt x="1551710" y="0"/>
                </a:moveTo>
                <a:lnTo>
                  <a:pt x="3678222" y="0"/>
                </a:lnTo>
                <a:lnTo>
                  <a:pt x="3678222" y="1"/>
                </a:lnTo>
                <a:lnTo>
                  <a:pt x="3985166" y="1"/>
                </a:lnTo>
                <a:cubicBezTo>
                  <a:pt x="4034873" y="1"/>
                  <a:pt x="4075168" y="40296"/>
                  <a:pt x="4075168" y="90003"/>
                </a:cubicBezTo>
                <a:lnTo>
                  <a:pt x="4075168" y="152400"/>
                </a:lnTo>
                <a:lnTo>
                  <a:pt x="4075168" y="449999"/>
                </a:lnTo>
                <a:lnTo>
                  <a:pt x="4075168" y="4494145"/>
                </a:lnTo>
                <a:lnTo>
                  <a:pt x="4075168" y="4550737"/>
                </a:lnTo>
                <a:lnTo>
                  <a:pt x="4075168" y="4854141"/>
                </a:lnTo>
                <a:cubicBezTo>
                  <a:pt x="4075168" y="4903848"/>
                  <a:pt x="4034873" y="4944143"/>
                  <a:pt x="3985166" y="4944143"/>
                </a:cubicBezTo>
                <a:lnTo>
                  <a:pt x="3678222" y="4944143"/>
                </a:lnTo>
                <a:lnTo>
                  <a:pt x="3625170" y="4944143"/>
                </a:lnTo>
                <a:lnTo>
                  <a:pt x="2890663" y="4944143"/>
                </a:lnTo>
                <a:lnTo>
                  <a:pt x="2890658" y="4944144"/>
                </a:lnTo>
                <a:lnTo>
                  <a:pt x="2583714" y="4944144"/>
                </a:lnTo>
                <a:lnTo>
                  <a:pt x="2530662" y="4944144"/>
                </a:lnTo>
                <a:lnTo>
                  <a:pt x="457202" y="4944144"/>
                </a:lnTo>
                <a:lnTo>
                  <a:pt x="457202" y="4942690"/>
                </a:lnTo>
                <a:lnTo>
                  <a:pt x="449998" y="4944144"/>
                </a:lnTo>
                <a:lnTo>
                  <a:pt x="90002" y="4944144"/>
                </a:lnTo>
                <a:cubicBezTo>
                  <a:pt x="40295" y="4944144"/>
                  <a:pt x="0" y="4903849"/>
                  <a:pt x="0" y="4854142"/>
                </a:cubicBezTo>
                <a:lnTo>
                  <a:pt x="0" y="4550738"/>
                </a:lnTo>
                <a:lnTo>
                  <a:pt x="0" y="4494146"/>
                </a:lnTo>
                <a:lnTo>
                  <a:pt x="0" y="450001"/>
                </a:lnTo>
                <a:lnTo>
                  <a:pt x="0" y="152401"/>
                </a:lnTo>
                <a:lnTo>
                  <a:pt x="0" y="90004"/>
                </a:lnTo>
                <a:cubicBezTo>
                  <a:pt x="0" y="40297"/>
                  <a:pt x="40295" y="2"/>
                  <a:pt x="90002" y="2"/>
                </a:cubicBezTo>
                <a:lnTo>
                  <a:pt x="449998" y="2"/>
                </a:lnTo>
                <a:lnTo>
                  <a:pt x="457202" y="1457"/>
                </a:lnTo>
                <a:lnTo>
                  <a:pt x="457202" y="1"/>
                </a:lnTo>
                <a:lnTo>
                  <a:pt x="1184510" y="1"/>
                </a:lnTo>
                <a:lnTo>
                  <a:pt x="1544506" y="1"/>
                </a:lnTo>
                <a:lnTo>
                  <a:pt x="1551710" y="1"/>
                </a:lnTo>
                <a:close/>
              </a:path>
            </a:pathLst>
          </a:custGeom>
          <a:solidFill>
            <a:srgbClr val="25252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3" name="자유형: 도형 12">
            <a:extLst>
              <a:ext uri="{FF2B5EF4-FFF2-40B4-BE49-F238E27FC236}">
                <a16:creationId xmlns:a16="http://schemas.microsoft.com/office/drawing/2014/main" id="{6AFEFF73-B0B8-4E75-8A46-07205D313FFC}"/>
              </a:ext>
            </a:extLst>
          </p:cNvPr>
          <p:cNvSpPr/>
          <p:nvPr userDrawn="1"/>
        </p:nvSpPr>
        <p:spPr>
          <a:xfrm>
            <a:off x="5939135" y="956926"/>
            <a:ext cx="5867023" cy="4944144"/>
          </a:xfrm>
          <a:custGeom>
            <a:avLst/>
            <a:gdLst>
              <a:gd name="connsiteX0" fmla="*/ 3343565 w 5867023"/>
              <a:gd name="connsiteY0" fmla="*/ 0 h 4944144"/>
              <a:gd name="connsiteX1" fmla="*/ 5470077 w 5867023"/>
              <a:gd name="connsiteY1" fmla="*/ 0 h 4944144"/>
              <a:gd name="connsiteX2" fmla="*/ 5470077 w 5867023"/>
              <a:gd name="connsiteY2" fmla="*/ 1 h 4944144"/>
              <a:gd name="connsiteX3" fmla="*/ 5777021 w 5867023"/>
              <a:gd name="connsiteY3" fmla="*/ 1 h 4944144"/>
              <a:gd name="connsiteX4" fmla="*/ 5867023 w 5867023"/>
              <a:gd name="connsiteY4" fmla="*/ 90003 h 4944144"/>
              <a:gd name="connsiteX5" fmla="*/ 5867023 w 5867023"/>
              <a:gd name="connsiteY5" fmla="*/ 152400 h 4944144"/>
              <a:gd name="connsiteX6" fmla="*/ 5867023 w 5867023"/>
              <a:gd name="connsiteY6" fmla="*/ 449999 h 4944144"/>
              <a:gd name="connsiteX7" fmla="*/ 5867023 w 5867023"/>
              <a:gd name="connsiteY7" fmla="*/ 4494145 h 4944144"/>
              <a:gd name="connsiteX8" fmla="*/ 5867023 w 5867023"/>
              <a:gd name="connsiteY8" fmla="*/ 4550737 h 4944144"/>
              <a:gd name="connsiteX9" fmla="*/ 5867023 w 5867023"/>
              <a:gd name="connsiteY9" fmla="*/ 4854141 h 4944144"/>
              <a:gd name="connsiteX10" fmla="*/ 5777021 w 5867023"/>
              <a:gd name="connsiteY10" fmla="*/ 4944143 h 4944144"/>
              <a:gd name="connsiteX11" fmla="*/ 5470077 w 5867023"/>
              <a:gd name="connsiteY11" fmla="*/ 4944143 h 4944144"/>
              <a:gd name="connsiteX12" fmla="*/ 5417025 w 5867023"/>
              <a:gd name="connsiteY12" fmla="*/ 4944143 h 4944144"/>
              <a:gd name="connsiteX13" fmla="*/ 3343565 w 5867023"/>
              <a:gd name="connsiteY13" fmla="*/ 4944143 h 4944144"/>
              <a:gd name="connsiteX14" fmla="*/ 3343565 w 5867023"/>
              <a:gd name="connsiteY14" fmla="*/ 4942689 h 4944144"/>
              <a:gd name="connsiteX15" fmla="*/ 3336361 w 5867023"/>
              <a:gd name="connsiteY15" fmla="*/ 4944143 h 4944144"/>
              <a:gd name="connsiteX16" fmla="*/ 2982692 w 5867023"/>
              <a:gd name="connsiteY16" fmla="*/ 4944143 h 4944144"/>
              <a:gd name="connsiteX17" fmla="*/ 2982687 w 5867023"/>
              <a:gd name="connsiteY17" fmla="*/ 4944144 h 4944144"/>
              <a:gd name="connsiteX18" fmla="*/ 2665971 w 5867023"/>
              <a:gd name="connsiteY18" fmla="*/ 4944144 h 4944144"/>
              <a:gd name="connsiteX19" fmla="*/ 2611231 w 5867023"/>
              <a:gd name="connsiteY19" fmla="*/ 4944144 h 4944144"/>
              <a:gd name="connsiteX20" fmla="*/ 471758 w 5867023"/>
              <a:gd name="connsiteY20" fmla="*/ 4944144 h 4944144"/>
              <a:gd name="connsiteX21" fmla="*/ 471758 w 5867023"/>
              <a:gd name="connsiteY21" fmla="*/ 4942690 h 4944144"/>
              <a:gd name="connsiteX22" fmla="*/ 464324 w 5867023"/>
              <a:gd name="connsiteY22" fmla="*/ 4944144 h 4944144"/>
              <a:gd name="connsiteX23" fmla="*/ 92867 w 5867023"/>
              <a:gd name="connsiteY23" fmla="*/ 4944144 h 4944144"/>
              <a:gd name="connsiteX24" fmla="*/ 0 w 5867023"/>
              <a:gd name="connsiteY24" fmla="*/ 4854142 h 4944144"/>
              <a:gd name="connsiteX25" fmla="*/ 0 w 5867023"/>
              <a:gd name="connsiteY25" fmla="*/ 4550738 h 4944144"/>
              <a:gd name="connsiteX26" fmla="*/ 0 w 5867023"/>
              <a:gd name="connsiteY26" fmla="*/ 4494146 h 4944144"/>
              <a:gd name="connsiteX27" fmla="*/ 0 w 5867023"/>
              <a:gd name="connsiteY27" fmla="*/ 450001 h 4944144"/>
              <a:gd name="connsiteX28" fmla="*/ 0 w 5867023"/>
              <a:gd name="connsiteY28" fmla="*/ 152401 h 4944144"/>
              <a:gd name="connsiteX29" fmla="*/ 0 w 5867023"/>
              <a:gd name="connsiteY29" fmla="*/ 90004 h 4944144"/>
              <a:gd name="connsiteX30" fmla="*/ 92867 w 5867023"/>
              <a:gd name="connsiteY30" fmla="*/ 2 h 4944144"/>
              <a:gd name="connsiteX31" fmla="*/ 464324 w 5867023"/>
              <a:gd name="connsiteY31" fmla="*/ 2 h 4944144"/>
              <a:gd name="connsiteX32" fmla="*/ 471758 w 5867023"/>
              <a:gd name="connsiteY32" fmla="*/ 1457 h 4944144"/>
              <a:gd name="connsiteX33" fmla="*/ 471758 w 5867023"/>
              <a:gd name="connsiteY33" fmla="*/ 1 h 4944144"/>
              <a:gd name="connsiteX34" fmla="*/ 2665971 w 5867023"/>
              <a:gd name="connsiteY34" fmla="*/ 1 h 4944144"/>
              <a:gd name="connsiteX35" fmla="*/ 2665971 w 5867023"/>
              <a:gd name="connsiteY35" fmla="*/ 2 h 4944144"/>
              <a:gd name="connsiteX36" fmla="*/ 2976360 w 5867023"/>
              <a:gd name="connsiteY36" fmla="*/ 2 h 4944144"/>
              <a:gd name="connsiteX37" fmla="*/ 2976365 w 5867023"/>
              <a:gd name="connsiteY37" fmla="*/ 1 h 4944144"/>
              <a:gd name="connsiteX38" fmla="*/ 3336361 w 5867023"/>
              <a:gd name="connsiteY38" fmla="*/ 1 h 4944144"/>
              <a:gd name="connsiteX39" fmla="*/ 3343565 w 5867023"/>
              <a:gd name="connsiteY39" fmla="*/ 1456 h 49441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</a:cxnLst>
            <a:rect l="l" t="t" r="r" b="b"/>
            <a:pathLst>
              <a:path w="5867023" h="4944144">
                <a:moveTo>
                  <a:pt x="3343565" y="0"/>
                </a:moveTo>
                <a:lnTo>
                  <a:pt x="5470077" y="0"/>
                </a:lnTo>
                <a:lnTo>
                  <a:pt x="5470077" y="1"/>
                </a:lnTo>
                <a:lnTo>
                  <a:pt x="5777021" y="1"/>
                </a:lnTo>
                <a:cubicBezTo>
                  <a:pt x="5826728" y="1"/>
                  <a:pt x="5867023" y="40296"/>
                  <a:pt x="5867023" y="90003"/>
                </a:cubicBezTo>
                <a:lnTo>
                  <a:pt x="5867023" y="152400"/>
                </a:lnTo>
                <a:lnTo>
                  <a:pt x="5867023" y="449999"/>
                </a:lnTo>
                <a:lnTo>
                  <a:pt x="5867023" y="4494145"/>
                </a:lnTo>
                <a:lnTo>
                  <a:pt x="5867023" y="4550737"/>
                </a:lnTo>
                <a:lnTo>
                  <a:pt x="5867023" y="4854141"/>
                </a:lnTo>
                <a:cubicBezTo>
                  <a:pt x="5867023" y="4903848"/>
                  <a:pt x="5826728" y="4944143"/>
                  <a:pt x="5777021" y="4944143"/>
                </a:cubicBezTo>
                <a:lnTo>
                  <a:pt x="5470077" y="4944143"/>
                </a:lnTo>
                <a:lnTo>
                  <a:pt x="5417025" y="4944143"/>
                </a:lnTo>
                <a:lnTo>
                  <a:pt x="3343565" y="4944143"/>
                </a:lnTo>
                <a:lnTo>
                  <a:pt x="3343565" y="4942689"/>
                </a:lnTo>
                <a:lnTo>
                  <a:pt x="3336361" y="4944143"/>
                </a:lnTo>
                <a:lnTo>
                  <a:pt x="2982692" y="4944143"/>
                </a:lnTo>
                <a:lnTo>
                  <a:pt x="2982687" y="4944144"/>
                </a:lnTo>
                <a:lnTo>
                  <a:pt x="2665971" y="4944144"/>
                </a:lnTo>
                <a:lnTo>
                  <a:pt x="2611231" y="4944144"/>
                </a:lnTo>
                <a:lnTo>
                  <a:pt x="471758" y="4944144"/>
                </a:lnTo>
                <a:lnTo>
                  <a:pt x="471758" y="4942690"/>
                </a:lnTo>
                <a:lnTo>
                  <a:pt x="464324" y="4944144"/>
                </a:lnTo>
                <a:lnTo>
                  <a:pt x="92867" y="4944144"/>
                </a:lnTo>
                <a:cubicBezTo>
                  <a:pt x="41578" y="4944144"/>
                  <a:pt x="0" y="4903849"/>
                  <a:pt x="0" y="4854142"/>
                </a:cubicBezTo>
                <a:lnTo>
                  <a:pt x="0" y="4550738"/>
                </a:lnTo>
                <a:lnTo>
                  <a:pt x="0" y="4494146"/>
                </a:lnTo>
                <a:lnTo>
                  <a:pt x="0" y="450001"/>
                </a:lnTo>
                <a:lnTo>
                  <a:pt x="0" y="152401"/>
                </a:lnTo>
                <a:lnTo>
                  <a:pt x="0" y="90004"/>
                </a:lnTo>
                <a:cubicBezTo>
                  <a:pt x="0" y="40297"/>
                  <a:pt x="41578" y="2"/>
                  <a:pt x="92867" y="2"/>
                </a:cubicBezTo>
                <a:lnTo>
                  <a:pt x="464324" y="2"/>
                </a:lnTo>
                <a:lnTo>
                  <a:pt x="471758" y="1457"/>
                </a:lnTo>
                <a:lnTo>
                  <a:pt x="471758" y="1"/>
                </a:lnTo>
                <a:lnTo>
                  <a:pt x="2665971" y="1"/>
                </a:lnTo>
                <a:lnTo>
                  <a:pt x="2665971" y="2"/>
                </a:lnTo>
                <a:lnTo>
                  <a:pt x="2976360" y="2"/>
                </a:lnTo>
                <a:lnTo>
                  <a:pt x="2976365" y="1"/>
                </a:lnTo>
                <a:lnTo>
                  <a:pt x="3336361" y="1"/>
                </a:lnTo>
                <a:lnTo>
                  <a:pt x="3343565" y="1456"/>
                </a:lnTo>
                <a:close/>
              </a:path>
            </a:pathLst>
          </a:custGeom>
          <a:solidFill>
            <a:srgbClr val="25252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00004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그림 9">
            <a:extLst>
              <a:ext uri="{FF2B5EF4-FFF2-40B4-BE49-F238E27FC236}">
                <a16:creationId xmlns:a16="http://schemas.microsoft.com/office/drawing/2014/main" id="{DB4CC8E3-4BE5-4206-B51D-9FEBE06604E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61510" y="4931634"/>
            <a:ext cx="1417935" cy="990000"/>
          </a:xfrm>
          <a:prstGeom prst="rect">
            <a:avLst/>
          </a:prstGeom>
        </p:spPr>
      </p:pic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2B1CF66-EB13-4B39-9168-417442132CC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D9237C0-DEEB-4509-B282-8B77052DFE10}" type="datetimeFigureOut">
              <a:rPr lang="en-US" smtClean="0"/>
              <a:t>4/23/2024</a:t>
            </a:fld>
            <a:endParaRPr 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5D1D253-1169-4317-9577-D3F6AD6B26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AF3D8FA-B978-4E50-A6E2-A36450460F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A4C0CDA-1314-4A01-8806-71ADB853FB47}" type="slidenum">
              <a:rPr lang="en-US" smtClean="0"/>
              <a:t>‹#›</a:t>
            </a:fld>
            <a:endParaRPr lang="en-US"/>
          </a:p>
        </p:txBody>
      </p:sp>
      <p:sp>
        <p:nvSpPr>
          <p:cNvPr id="8" name="자유형: 도형 7">
            <a:extLst>
              <a:ext uri="{FF2B5EF4-FFF2-40B4-BE49-F238E27FC236}">
                <a16:creationId xmlns:a16="http://schemas.microsoft.com/office/drawing/2014/main" id="{593E73C0-B08C-4BD5-AB3D-37D8AFC89986}"/>
              </a:ext>
            </a:extLst>
          </p:cNvPr>
          <p:cNvSpPr/>
          <p:nvPr userDrawn="1"/>
        </p:nvSpPr>
        <p:spPr>
          <a:xfrm>
            <a:off x="1658677" y="956926"/>
            <a:ext cx="4075168" cy="4944144"/>
          </a:xfrm>
          <a:custGeom>
            <a:avLst/>
            <a:gdLst>
              <a:gd name="connsiteX0" fmla="*/ 1551710 w 4075168"/>
              <a:gd name="connsiteY0" fmla="*/ 0 h 4944144"/>
              <a:gd name="connsiteX1" fmla="*/ 3678222 w 4075168"/>
              <a:gd name="connsiteY1" fmla="*/ 0 h 4944144"/>
              <a:gd name="connsiteX2" fmla="*/ 3678222 w 4075168"/>
              <a:gd name="connsiteY2" fmla="*/ 1 h 4944144"/>
              <a:gd name="connsiteX3" fmla="*/ 3985166 w 4075168"/>
              <a:gd name="connsiteY3" fmla="*/ 1 h 4944144"/>
              <a:gd name="connsiteX4" fmla="*/ 4075168 w 4075168"/>
              <a:gd name="connsiteY4" fmla="*/ 90003 h 4944144"/>
              <a:gd name="connsiteX5" fmla="*/ 4075168 w 4075168"/>
              <a:gd name="connsiteY5" fmla="*/ 152400 h 4944144"/>
              <a:gd name="connsiteX6" fmla="*/ 4075168 w 4075168"/>
              <a:gd name="connsiteY6" fmla="*/ 449999 h 4944144"/>
              <a:gd name="connsiteX7" fmla="*/ 4075168 w 4075168"/>
              <a:gd name="connsiteY7" fmla="*/ 4494145 h 4944144"/>
              <a:gd name="connsiteX8" fmla="*/ 4075168 w 4075168"/>
              <a:gd name="connsiteY8" fmla="*/ 4550737 h 4944144"/>
              <a:gd name="connsiteX9" fmla="*/ 4075168 w 4075168"/>
              <a:gd name="connsiteY9" fmla="*/ 4854141 h 4944144"/>
              <a:gd name="connsiteX10" fmla="*/ 3985166 w 4075168"/>
              <a:gd name="connsiteY10" fmla="*/ 4944143 h 4944144"/>
              <a:gd name="connsiteX11" fmla="*/ 3678222 w 4075168"/>
              <a:gd name="connsiteY11" fmla="*/ 4944143 h 4944144"/>
              <a:gd name="connsiteX12" fmla="*/ 3625170 w 4075168"/>
              <a:gd name="connsiteY12" fmla="*/ 4944143 h 4944144"/>
              <a:gd name="connsiteX13" fmla="*/ 2890663 w 4075168"/>
              <a:gd name="connsiteY13" fmla="*/ 4944143 h 4944144"/>
              <a:gd name="connsiteX14" fmla="*/ 2890658 w 4075168"/>
              <a:gd name="connsiteY14" fmla="*/ 4944144 h 4944144"/>
              <a:gd name="connsiteX15" fmla="*/ 2583714 w 4075168"/>
              <a:gd name="connsiteY15" fmla="*/ 4944144 h 4944144"/>
              <a:gd name="connsiteX16" fmla="*/ 2530662 w 4075168"/>
              <a:gd name="connsiteY16" fmla="*/ 4944144 h 4944144"/>
              <a:gd name="connsiteX17" fmla="*/ 457202 w 4075168"/>
              <a:gd name="connsiteY17" fmla="*/ 4944144 h 4944144"/>
              <a:gd name="connsiteX18" fmla="*/ 457202 w 4075168"/>
              <a:gd name="connsiteY18" fmla="*/ 4942690 h 4944144"/>
              <a:gd name="connsiteX19" fmla="*/ 449998 w 4075168"/>
              <a:gd name="connsiteY19" fmla="*/ 4944144 h 4944144"/>
              <a:gd name="connsiteX20" fmla="*/ 90002 w 4075168"/>
              <a:gd name="connsiteY20" fmla="*/ 4944144 h 4944144"/>
              <a:gd name="connsiteX21" fmla="*/ 0 w 4075168"/>
              <a:gd name="connsiteY21" fmla="*/ 4854142 h 4944144"/>
              <a:gd name="connsiteX22" fmla="*/ 0 w 4075168"/>
              <a:gd name="connsiteY22" fmla="*/ 4550738 h 4944144"/>
              <a:gd name="connsiteX23" fmla="*/ 0 w 4075168"/>
              <a:gd name="connsiteY23" fmla="*/ 4494146 h 4944144"/>
              <a:gd name="connsiteX24" fmla="*/ 0 w 4075168"/>
              <a:gd name="connsiteY24" fmla="*/ 450001 h 4944144"/>
              <a:gd name="connsiteX25" fmla="*/ 0 w 4075168"/>
              <a:gd name="connsiteY25" fmla="*/ 152401 h 4944144"/>
              <a:gd name="connsiteX26" fmla="*/ 0 w 4075168"/>
              <a:gd name="connsiteY26" fmla="*/ 90004 h 4944144"/>
              <a:gd name="connsiteX27" fmla="*/ 90002 w 4075168"/>
              <a:gd name="connsiteY27" fmla="*/ 2 h 4944144"/>
              <a:gd name="connsiteX28" fmla="*/ 449998 w 4075168"/>
              <a:gd name="connsiteY28" fmla="*/ 2 h 4944144"/>
              <a:gd name="connsiteX29" fmla="*/ 457202 w 4075168"/>
              <a:gd name="connsiteY29" fmla="*/ 1457 h 4944144"/>
              <a:gd name="connsiteX30" fmla="*/ 457202 w 4075168"/>
              <a:gd name="connsiteY30" fmla="*/ 1 h 4944144"/>
              <a:gd name="connsiteX31" fmla="*/ 1184510 w 4075168"/>
              <a:gd name="connsiteY31" fmla="*/ 1 h 4944144"/>
              <a:gd name="connsiteX32" fmla="*/ 1544506 w 4075168"/>
              <a:gd name="connsiteY32" fmla="*/ 1 h 4944144"/>
              <a:gd name="connsiteX33" fmla="*/ 1551710 w 4075168"/>
              <a:gd name="connsiteY33" fmla="*/ 1 h 49441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</a:cxnLst>
            <a:rect l="l" t="t" r="r" b="b"/>
            <a:pathLst>
              <a:path w="4075168" h="4944144">
                <a:moveTo>
                  <a:pt x="1551710" y="0"/>
                </a:moveTo>
                <a:lnTo>
                  <a:pt x="3678222" y="0"/>
                </a:lnTo>
                <a:lnTo>
                  <a:pt x="3678222" y="1"/>
                </a:lnTo>
                <a:lnTo>
                  <a:pt x="3985166" y="1"/>
                </a:lnTo>
                <a:cubicBezTo>
                  <a:pt x="4034873" y="1"/>
                  <a:pt x="4075168" y="40296"/>
                  <a:pt x="4075168" y="90003"/>
                </a:cubicBezTo>
                <a:lnTo>
                  <a:pt x="4075168" y="152400"/>
                </a:lnTo>
                <a:lnTo>
                  <a:pt x="4075168" y="449999"/>
                </a:lnTo>
                <a:lnTo>
                  <a:pt x="4075168" y="4494145"/>
                </a:lnTo>
                <a:lnTo>
                  <a:pt x="4075168" y="4550737"/>
                </a:lnTo>
                <a:lnTo>
                  <a:pt x="4075168" y="4854141"/>
                </a:lnTo>
                <a:cubicBezTo>
                  <a:pt x="4075168" y="4903848"/>
                  <a:pt x="4034873" y="4944143"/>
                  <a:pt x="3985166" y="4944143"/>
                </a:cubicBezTo>
                <a:lnTo>
                  <a:pt x="3678222" y="4944143"/>
                </a:lnTo>
                <a:lnTo>
                  <a:pt x="3625170" y="4944143"/>
                </a:lnTo>
                <a:lnTo>
                  <a:pt x="2890663" y="4944143"/>
                </a:lnTo>
                <a:lnTo>
                  <a:pt x="2890658" y="4944144"/>
                </a:lnTo>
                <a:lnTo>
                  <a:pt x="2583714" y="4944144"/>
                </a:lnTo>
                <a:lnTo>
                  <a:pt x="2530662" y="4944144"/>
                </a:lnTo>
                <a:lnTo>
                  <a:pt x="457202" y="4944144"/>
                </a:lnTo>
                <a:lnTo>
                  <a:pt x="457202" y="4942690"/>
                </a:lnTo>
                <a:lnTo>
                  <a:pt x="449998" y="4944144"/>
                </a:lnTo>
                <a:lnTo>
                  <a:pt x="90002" y="4944144"/>
                </a:lnTo>
                <a:cubicBezTo>
                  <a:pt x="40295" y="4944144"/>
                  <a:pt x="0" y="4903849"/>
                  <a:pt x="0" y="4854142"/>
                </a:cubicBezTo>
                <a:lnTo>
                  <a:pt x="0" y="4550738"/>
                </a:lnTo>
                <a:lnTo>
                  <a:pt x="0" y="4494146"/>
                </a:lnTo>
                <a:lnTo>
                  <a:pt x="0" y="450001"/>
                </a:lnTo>
                <a:lnTo>
                  <a:pt x="0" y="152401"/>
                </a:lnTo>
                <a:lnTo>
                  <a:pt x="0" y="90004"/>
                </a:lnTo>
                <a:cubicBezTo>
                  <a:pt x="0" y="40297"/>
                  <a:pt x="40295" y="2"/>
                  <a:pt x="90002" y="2"/>
                </a:cubicBezTo>
                <a:lnTo>
                  <a:pt x="449998" y="2"/>
                </a:lnTo>
                <a:lnTo>
                  <a:pt x="457202" y="1457"/>
                </a:lnTo>
                <a:lnTo>
                  <a:pt x="457202" y="1"/>
                </a:lnTo>
                <a:lnTo>
                  <a:pt x="1184510" y="1"/>
                </a:lnTo>
                <a:lnTo>
                  <a:pt x="1544506" y="1"/>
                </a:lnTo>
                <a:lnTo>
                  <a:pt x="1551710" y="1"/>
                </a:lnTo>
                <a:close/>
              </a:path>
            </a:pathLst>
          </a:custGeom>
          <a:solidFill>
            <a:srgbClr val="25252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9" name="자유형: 도형 8">
            <a:extLst>
              <a:ext uri="{FF2B5EF4-FFF2-40B4-BE49-F238E27FC236}">
                <a16:creationId xmlns:a16="http://schemas.microsoft.com/office/drawing/2014/main" id="{F3BAEF93-3EA1-4B31-8C51-CBC8BD8DB192}"/>
              </a:ext>
            </a:extLst>
          </p:cNvPr>
          <p:cNvSpPr/>
          <p:nvPr userDrawn="1"/>
        </p:nvSpPr>
        <p:spPr>
          <a:xfrm>
            <a:off x="5939135" y="956926"/>
            <a:ext cx="5867023" cy="4944144"/>
          </a:xfrm>
          <a:custGeom>
            <a:avLst/>
            <a:gdLst>
              <a:gd name="connsiteX0" fmla="*/ 3343565 w 5867023"/>
              <a:gd name="connsiteY0" fmla="*/ 0 h 4944144"/>
              <a:gd name="connsiteX1" fmla="*/ 5470077 w 5867023"/>
              <a:gd name="connsiteY1" fmla="*/ 0 h 4944144"/>
              <a:gd name="connsiteX2" fmla="*/ 5470077 w 5867023"/>
              <a:gd name="connsiteY2" fmla="*/ 1 h 4944144"/>
              <a:gd name="connsiteX3" fmla="*/ 5777021 w 5867023"/>
              <a:gd name="connsiteY3" fmla="*/ 1 h 4944144"/>
              <a:gd name="connsiteX4" fmla="*/ 5867023 w 5867023"/>
              <a:gd name="connsiteY4" fmla="*/ 90003 h 4944144"/>
              <a:gd name="connsiteX5" fmla="*/ 5867023 w 5867023"/>
              <a:gd name="connsiteY5" fmla="*/ 152400 h 4944144"/>
              <a:gd name="connsiteX6" fmla="*/ 5867023 w 5867023"/>
              <a:gd name="connsiteY6" fmla="*/ 449999 h 4944144"/>
              <a:gd name="connsiteX7" fmla="*/ 5867023 w 5867023"/>
              <a:gd name="connsiteY7" fmla="*/ 4494145 h 4944144"/>
              <a:gd name="connsiteX8" fmla="*/ 5867023 w 5867023"/>
              <a:gd name="connsiteY8" fmla="*/ 4550737 h 4944144"/>
              <a:gd name="connsiteX9" fmla="*/ 5867023 w 5867023"/>
              <a:gd name="connsiteY9" fmla="*/ 4854141 h 4944144"/>
              <a:gd name="connsiteX10" fmla="*/ 5777021 w 5867023"/>
              <a:gd name="connsiteY10" fmla="*/ 4944143 h 4944144"/>
              <a:gd name="connsiteX11" fmla="*/ 5470077 w 5867023"/>
              <a:gd name="connsiteY11" fmla="*/ 4944143 h 4944144"/>
              <a:gd name="connsiteX12" fmla="*/ 5417025 w 5867023"/>
              <a:gd name="connsiteY12" fmla="*/ 4944143 h 4944144"/>
              <a:gd name="connsiteX13" fmla="*/ 3343565 w 5867023"/>
              <a:gd name="connsiteY13" fmla="*/ 4944143 h 4944144"/>
              <a:gd name="connsiteX14" fmla="*/ 3343565 w 5867023"/>
              <a:gd name="connsiteY14" fmla="*/ 4942689 h 4944144"/>
              <a:gd name="connsiteX15" fmla="*/ 3336361 w 5867023"/>
              <a:gd name="connsiteY15" fmla="*/ 4944143 h 4944144"/>
              <a:gd name="connsiteX16" fmla="*/ 2982692 w 5867023"/>
              <a:gd name="connsiteY16" fmla="*/ 4944143 h 4944144"/>
              <a:gd name="connsiteX17" fmla="*/ 2982687 w 5867023"/>
              <a:gd name="connsiteY17" fmla="*/ 4944144 h 4944144"/>
              <a:gd name="connsiteX18" fmla="*/ 2665971 w 5867023"/>
              <a:gd name="connsiteY18" fmla="*/ 4944144 h 4944144"/>
              <a:gd name="connsiteX19" fmla="*/ 2611231 w 5867023"/>
              <a:gd name="connsiteY19" fmla="*/ 4944144 h 4944144"/>
              <a:gd name="connsiteX20" fmla="*/ 471758 w 5867023"/>
              <a:gd name="connsiteY20" fmla="*/ 4944144 h 4944144"/>
              <a:gd name="connsiteX21" fmla="*/ 471758 w 5867023"/>
              <a:gd name="connsiteY21" fmla="*/ 4942690 h 4944144"/>
              <a:gd name="connsiteX22" fmla="*/ 464324 w 5867023"/>
              <a:gd name="connsiteY22" fmla="*/ 4944144 h 4944144"/>
              <a:gd name="connsiteX23" fmla="*/ 92867 w 5867023"/>
              <a:gd name="connsiteY23" fmla="*/ 4944144 h 4944144"/>
              <a:gd name="connsiteX24" fmla="*/ 0 w 5867023"/>
              <a:gd name="connsiteY24" fmla="*/ 4854142 h 4944144"/>
              <a:gd name="connsiteX25" fmla="*/ 0 w 5867023"/>
              <a:gd name="connsiteY25" fmla="*/ 4550738 h 4944144"/>
              <a:gd name="connsiteX26" fmla="*/ 0 w 5867023"/>
              <a:gd name="connsiteY26" fmla="*/ 4494146 h 4944144"/>
              <a:gd name="connsiteX27" fmla="*/ 0 w 5867023"/>
              <a:gd name="connsiteY27" fmla="*/ 450001 h 4944144"/>
              <a:gd name="connsiteX28" fmla="*/ 0 w 5867023"/>
              <a:gd name="connsiteY28" fmla="*/ 152401 h 4944144"/>
              <a:gd name="connsiteX29" fmla="*/ 0 w 5867023"/>
              <a:gd name="connsiteY29" fmla="*/ 90004 h 4944144"/>
              <a:gd name="connsiteX30" fmla="*/ 92867 w 5867023"/>
              <a:gd name="connsiteY30" fmla="*/ 2 h 4944144"/>
              <a:gd name="connsiteX31" fmla="*/ 464324 w 5867023"/>
              <a:gd name="connsiteY31" fmla="*/ 2 h 4944144"/>
              <a:gd name="connsiteX32" fmla="*/ 471758 w 5867023"/>
              <a:gd name="connsiteY32" fmla="*/ 1457 h 4944144"/>
              <a:gd name="connsiteX33" fmla="*/ 471758 w 5867023"/>
              <a:gd name="connsiteY33" fmla="*/ 1 h 4944144"/>
              <a:gd name="connsiteX34" fmla="*/ 2665971 w 5867023"/>
              <a:gd name="connsiteY34" fmla="*/ 1 h 4944144"/>
              <a:gd name="connsiteX35" fmla="*/ 2665971 w 5867023"/>
              <a:gd name="connsiteY35" fmla="*/ 2 h 4944144"/>
              <a:gd name="connsiteX36" fmla="*/ 2976360 w 5867023"/>
              <a:gd name="connsiteY36" fmla="*/ 2 h 4944144"/>
              <a:gd name="connsiteX37" fmla="*/ 2976365 w 5867023"/>
              <a:gd name="connsiteY37" fmla="*/ 1 h 4944144"/>
              <a:gd name="connsiteX38" fmla="*/ 3336361 w 5867023"/>
              <a:gd name="connsiteY38" fmla="*/ 1 h 4944144"/>
              <a:gd name="connsiteX39" fmla="*/ 3343565 w 5867023"/>
              <a:gd name="connsiteY39" fmla="*/ 1456 h 49441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</a:cxnLst>
            <a:rect l="l" t="t" r="r" b="b"/>
            <a:pathLst>
              <a:path w="5867023" h="4944144">
                <a:moveTo>
                  <a:pt x="3343565" y="0"/>
                </a:moveTo>
                <a:lnTo>
                  <a:pt x="5470077" y="0"/>
                </a:lnTo>
                <a:lnTo>
                  <a:pt x="5470077" y="1"/>
                </a:lnTo>
                <a:lnTo>
                  <a:pt x="5777021" y="1"/>
                </a:lnTo>
                <a:cubicBezTo>
                  <a:pt x="5826728" y="1"/>
                  <a:pt x="5867023" y="40296"/>
                  <a:pt x="5867023" y="90003"/>
                </a:cubicBezTo>
                <a:lnTo>
                  <a:pt x="5867023" y="152400"/>
                </a:lnTo>
                <a:lnTo>
                  <a:pt x="5867023" y="449999"/>
                </a:lnTo>
                <a:lnTo>
                  <a:pt x="5867023" y="4494145"/>
                </a:lnTo>
                <a:lnTo>
                  <a:pt x="5867023" y="4550737"/>
                </a:lnTo>
                <a:lnTo>
                  <a:pt x="5867023" y="4854141"/>
                </a:lnTo>
                <a:cubicBezTo>
                  <a:pt x="5867023" y="4903848"/>
                  <a:pt x="5826728" y="4944143"/>
                  <a:pt x="5777021" y="4944143"/>
                </a:cubicBezTo>
                <a:lnTo>
                  <a:pt x="5470077" y="4944143"/>
                </a:lnTo>
                <a:lnTo>
                  <a:pt x="5417025" y="4944143"/>
                </a:lnTo>
                <a:lnTo>
                  <a:pt x="3343565" y="4944143"/>
                </a:lnTo>
                <a:lnTo>
                  <a:pt x="3343565" y="4942689"/>
                </a:lnTo>
                <a:lnTo>
                  <a:pt x="3336361" y="4944143"/>
                </a:lnTo>
                <a:lnTo>
                  <a:pt x="2982692" y="4944143"/>
                </a:lnTo>
                <a:lnTo>
                  <a:pt x="2982687" y="4944144"/>
                </a:lnTo>
                <a:lnTo>
                  <a:pt x="2665971" y="4944144"/>
                </a:lnTo>
                <a:lnTo>
                  <a:pt x="2611231" y="4944144"/>
                </a:lnTo>
                <a:lnTo>
                  <a:pt x="471758" y="4944144"/>
                </a:lnTo>
                <a:lnTo>
                  <a:pt x="471758" y="4942690"/>
                </a:lnTo>
                <a:lnTo>
                  <a:pt x="464324" y="4944144"/>
                </a:lnTo>
                <a:lnTo>
                  <a:pt x="92867" y="4944144"/>
                </a:lnTo>
                <a:cubicBezTo>
                  <a:pt x="41578" y="4944144"/>
                  <a:pt x="0" y="4903849"/>
                  <a:pt x="0" y="4854142"/>
                </a:cubicBezTo>
                <a:lnTo>
                  <a:pt x="0" y="4550738"/>
                </a:lnTo>
                <a:lnTo>
                  <a:pt x="0" y="4494146"/>
                </a:lnTo>
                <a:lnTo>
                  <a:pt x="0" y="450001"/>
                </a:lnTo>
                <a:lnTo>
                  <a:pt x="0" y="152401"/>
                </a:lnTo>
                <a:lnTo>
                  <a:pt x="0" y="90004"/>
                </a:lnTo>
                <a:cubicBezTo>
                  <a:pt x="0" y="40297"/>
                  <a:pt x="41578" y="2"/>
                  <a:pt x="92867" y="2"/>
                </a:cubicBezTo>
                <a:lnTo>
                  <a:pt x="464324" y="2"/>
                </a:lnTo>
                <a:lnTo>
                  <a:pt x="471758" y="1457"/>
                </a:lnTo>
                <a:lnTo>
                  <a:pt x="471758" y="1"/>
                </a:lnTo>
                <a:lnTo>
                  <a:pt x="2665971" y="1"/>
                </a:lnTo>
                <a:lnTo>
                  <a:pt x="2665971" y="2"/>
                </a:lnTo>
                <a:lnTo>
                  <a:pt x="2976360" y="2"/>
                </a:lnTo>
                <a:lnTo>
                  <a:pt x="2976365" y="1"/>
                </a:lnTo>
                <a:lnTo>
                  <a:pt x="3336361" y="1"/>
                </a:lnTo>
                <a:lnTo>
                  <a:pt x="3343565" y="1456"/>
                </a:lnTo>
                <a:close/>
              </a:path>
            </a:pathLst>
          </a:custGeom>
          <a:solidFill>
            <a:srgbClr val="25252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2398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그림 9">
            <a:extLst>
              <a:ext uri="{FF2B5EF4-FFF2-40B4-BE49-F238E27FC236}">
                <a16:creationId xmlns:a16="http://schemas.microsoft.com/office/drawing/2014/main" id="{CE442395-BBD2-4D0C-B705-637C5791276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61510" y="4931634"/>
            <a:ext cx="1398774" cy="990000"/>
          </a:xfrm>
          <a:prstGeom prst="rect">
            <a:avLst/>
          </a:prstGeom>
        </p:spPr>
      </p:pic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2B1CF66-EB13-4B39-9168-417442132CC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D9237C0-DEEB-4509-B282-8B77052DFE10}" type="datetimeFigureOut">
              <a:rPr lang="en-US" smtClean="0"/>
              <a:t>4/23/2024</a:t>
            </a:fld>
            <a:endParaRPr 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5D1D253-1169-4317-9577-D3F6AD6B26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AF3D8FA-B978-4E50-A6E2-A36450460F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A4C0CDA-1314-4A01-8806-71ADB853FB47}" type="slidenum">
              <a:rPr lang="en-US" smtClean="0"/>
              <a:t>‹#›</a:t>
            </a:fld>
            <a:endParaRPr lang="en-US"/>
          </a:p>
        </p:txBody>
      </p:sp>
      <p:sp>
        <p:nvSpPr>
          <p:cNvPr id="8" name="자유형: 도형 7">
            <a:extLst>
              <a:ext uri="{FF2B5EF4-FFF2-40B4-BE49-F238E27FC236}">
                <a16:creationId xmlns:a16="http://schemas.microsoft.com/office/drawing/2014/main" id="{B14894DE-6509-47D0-96C5-984B616A1AFE}"/>
              </a:ext>
            </a:extLst>
          </p:cNvPr>
          <p:cNvSpPr/>
          <p:nvPr userDrawn="1"/>
        </p:nvSpPr>
        <p:spPr>
          <a:xfrm>
            <a:off x="1658677" y="956926"/>
            <a:ext cx="4075168" cy="4944144"/>
          </a:xfrm>
          <a:custGeom>
            <a:avLst/>
            <a:gdLst>
              <a:gd name="connsiteX0" fmla="*/ 1551710 w 4075168"/>
              <a:gd name="connsiteY0" fmla="*/ 0 h 4944144"/>
              <a:gd name="connsiteX1" fmla="*/ 3678222 w 4075168"/>
              <a:gd name="connsiteY1" fmla="*/ 0 h 4944144"/>
              <a:gd name="connsiteX2" fmla="*/ 3678222 w 4075168"/>
              <a:gd name="connsiteY2" fmla="*/ 1 h 4944144"/>
              <a:gd name="connsiteX3" fmla="*/ 3985166 w 4075168"/>
              <a:gd name="connsiteY3" fmla="*/ 1 h 4944144"/>
              <a:gd name="connsiteX4" fmla="*/ 4075168 w 4075168"/>
              <a:gd name="connsiteY4" fmla="*/ 90003 h 4944144"/>
              <a:gd name="connsiteX5" fmla="*/ 4075168 w 4075168"/>
              <a:gd name="connsiteY5" fmla="*/ 152400 h 4944144"/>
              <a:gd name="connsiteX6" fmla="*/ 4075168 w 4075168"/>
              <a:gd name="connsiteY6" fmla="*/ 449999 h 4944144"/>
              <a:gd name="connsiteX7" fmla="*/ 4075168 w 4075168"/>
              <a:gd name="connsiteY7" fmla="*/ 4494145 h 4944144"/>
              <a:gd name="connsiteX8" fmla="*/ 4075168 w 4075168"/>
              <a:gd name="connsiteY8" fmla="*/ 4550737 h 4944144"/>
              <a:gd name="connsiteX9" fmla="*/ 4075168 w 4075168"/>
              <a:gd name="connsiteY9" fmla="*/ 4854141 h 4944144"/>
              <a:gd name="connsiteX10" fmla="*/ 3985166 w 4075168"/>
              <a:gd name="connsiteY10" fmla="*/ 4944143 h 4944144"/>
              <a:gd name="connsiteX11" fmla="*/ 3678222 w 4075168"/>
              <a:gd name="connsiteY11" fmla="*/ 4944143 h 4944144"/>
              <a:gd name="connsiteX12" fmla="*/ 3625170 w 4075168"/>
              <a:gd name="connsiteY12" fmla="*/ 4944143 h 4944144"/>
              <a:gd name="connsiteX13" fmla="*/ 2890663 w 4075168"/>
              <a:gd name="connsiteY13" fmla="*/ 4944143 h 4944144"/>
              <a:gd name="connsiteX14" fmla="*/ 2890658 w 4075168"/>
              <a:gd name="connsiteY14" fmla="*/ 4944144 h 4944144"/>
              <a:gd name="connsiteX15" fmla="*/ 2583714 w 4075168"/>
              <a:gd name="connsiteY15" fmla="*/ 4944144 h 4944144"/>
              <a:gd name="connsiteX16" fmla="*/ 2530662 w 4075168"/>
              <a:gd name="connsiteY16" fmla="*/ 4944144 h 4944144"/>
              <a:gd name="connsiteX17" fmla="*/ 457202 w 4075168"/>
              <a:gd name="connsiteY17" fmla="*/ 4944144 h 4944144"/>
              <a:gd name="connsiteX18" fmla="*/ 457202 w 4075168"/>
              <a:gd name="connsiteY18" fmla="*/ 4942690 h 4944144"/>
              <a:gd name="connsiteX19" fmla="*/ 449998 w 4075168"/>
              <a:gd name="connsiteY19" fmla="*/ 4944144 h 4944144"/>
              <a:gd name="connsiteX20" fmla="*/ 90002 w 4075168"/>
              <a:gd name="connsiteY20" fmla="*/ 4944144 h 4944144"/>
              <a:gd name="connsiteX21" fmla="*/ 0 w 4075168"/>
              <a:gd name="connsiteY21" fmla="*/ 4854142 h 4944144"/>
              <a:gd name="connsiteX22" fmla="*/ 0 w 4075168"/>
              <a:gd name="connsiteY22" fmla="*/ 4550738 h 4944144"/>
              <a:gd name="connsiteX23" fmla="*/ 0 w 4075168"/>
              <a:gd name="connsiteY23" fmla="*/ 4494146 h 4944144"/>
              <a:gd name="connsiteX24" fmla="*/ 0 w 4075168"/>
              <a:gd name="connsiteY24" fmla="*/ 450001 h 4944144"/>
              <a:gd name="connsiteX25" fmla="*/ 0 w 4075168"/>
              <a:gd name="connsiteY25" fmla="*/ 152401 h 4944144"/>
              <a:gd name="connsiteX26" fmla="*/ 0 w 4075168"/>
              <a:gd name="connsiteY26" fmla="*/ 90004 h 4944144"/>
              <a:gd name="connsiteX27" fmla="*/ 90002 w 4075168"/>
              <a:gd name="connsiteY27" fmla="*/ 2 h 4944144"/>
              <a:gd name="connsiteX28" fmla="*/ 449998 w 4075168"/>
              <a:gd name="connsiteY28" fmla="*/ 2 h 4944144"/>
              <a:gd name="connsiteX29" fmla="*/ 457202 w 4075168"/>
              <a:gd name="connsiteY29" fmla="*/ 1457 h 4944144"/>
              <a:gd name="connsiteX30" fmla="*/ 457202 w 4075168"/>
              <a:gd name="connsiteY30" fmla="*/ 1 h 4944144"/>
              <a:gd name="connsiteX31" fmla="*/ 1184510 w 4075168"/>
              <a:gd name="connsiteY31" fmla="*/ 1 h 4944144"/>
              <a:gd name="connsiteX32" fmla="*/ 1544506 w 4075168"/>
              <a:gd name="connsiteY32" fmla="*/ 1 h 4944144"/>
              <a:gd name="connsiteX33" fmla="*/ 1551710 w 4075168"/>
              <a:gd name="connsiteY33" fmla="*/ 1 h 49441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</a:cxnLst>
            <a:rect l="l" t="t" r="r" b="b"/>
            <a:pathLst>
              <a:path w="4075168" h="4944144">
                <a:moveTo>
                  <a:pt x="1551710" y="0"/>
                </a:moveTo>
                <a:lnTo>
                  <a:pt x="3678222" y="0"/>
                </a:lnTo>
                <a:lnTo>
                  <a:pt x="3678222" y="1"/>
                </a:lnTo>
                <a:lnTo>
                  <a:pt x="3985166" y="1"/>
                </a:lnTo>
                <a:cubicBezTo>
                  <a:pt x="4034873" y="1"/>
                  <a:pt x="4075168" y="40296"/>
                  <a:pt x="4075168" y="90003"/>
                </a:cubicBezTo>
                <a:lnTo>
                  <a:pt x="4075168" y="152400"/>
                </a:lnTo>
                <a:lnTo>
                  <a:pt x="4075168" y="449999"/>
                </a:lnTo>
                <a:lnTo>
                  <a:pt x="4075168" y="4494145"/>
                </a:lnTo>
                <a:lnTo>
                  <a:pt x="4075168" y="4550737"/>
                </a:lnTo>
                <a:lnTo>
                  <a:pt x="4075168" y="4854141"/>
                </a:lnTo>
                <a:cubicBezTo>
                  <a:pt x="4075168" y="4903848"/>
                  <a:pt x="4034873" y="4944143"/>
                  <a:pt x="3985166" y="4944143"/>
                </a:cubicBezTo>
                <a:lnTo>
                  <a:pt x="3678222" y="4944143"/>
                </a:lnTo>
                <a:lnTo>
                  <a:pt x="3625170" y="4944143"/>
                </a:lnTo>
                <a:lnTo>
                  <a:pt x="2890663" y="4944143"/>
                </a:lnTo>
                <a:lnTo>
                  <a:pt x="2890658" y="4944144"/>
                </a:lnTo>
                <a:lnTo>
                  <a:pt x="2583714" y="4944144"/>
                </a:lnTo>
                <a:lnTo>
                  <a:pt x="2530662" y="4944144"/>
                </a:lnTo>
                <a:lnTo>
                  <a:pt x="457202" y="4944144"/>
                </a:lnTo>
                <a:lnTo>
                  <a:pt x="457202" y="4942690"/>
                </a:lnTo>
                <a:lnTo>
                  <a:pt x="449998" y="4944144"/>
                </a:lnTo>
                <a:lnTo>
                  <a:pt x="90002" y="4944144"/>
                </a:lnTo>
                <a:cubicBezTo>
                  <a:pt x="40295" y="4944144"/>
                  <a:pt x="0" y="4903849"/>
                  <a:pt x="0" y="4854142"/>
                </a:cubicBezTo>
                <a:lnTo>
                  <a:pt x="0" y="4550738"/>
                </a:lnTo>
                <a:lnTo>
                  <a:pt x="0" y="4494146"/>
                </a:lnTo>
                <a:lnTo>
                  <a:pt x="0" y="450001"/>
                </a:lnTo>
                <a:lnTo>
                  <a:pt x="0" y="152401"/>
                </a:lnTo>
                <a:lnTo>
                  <a:pt x="0" y="90004"/>
                </a:lnTo>
                <a:cubicBezTo>
                  <a:pt x="0" y="40297"/>
                  <a:pt x="40295" y="2"/>
                  <a:pt x="90002" y="2"/>
                </a:cubicBezTo>
                <a:lnTo>
                  <a:pt x="449998" y="2"/>
                </a:lnTo>
                <a:lnTo>
                  <a:pt x="457202" y="1457"/>
                </a:lnTo>
                <a:lnTo>
                  <a:pt x="457202" y="1"/>
                </a:lnTo>
                <a:lnTo>
                  <a:pt x="1184510" y="1"/>
                </a:lnTo>
                <a:lnTo>
                  <a:pt x="1544506" y="1"/>
                </a:lnTo>
                <a:lnTo>
                  <a:pt x="1551710" y="1"/>
                </a:lnTo>
                <a:close/>
              </a:path>
            </a:pathLst>
          </a:custGeom>
          <a:solidFill>
            <a:srgbClr val="25252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9" name="자유형: 도형 8">
            <a:extLst>
              <a:ext uri="{FF2B5EF4-FFF2-40B4-BE49-F238E27FC236}">
                <a16:creationId xmlns:a16="http://schemas.microsoft.com/office/drawing/2014/main" id="{D14E3A82-8786-4080-BA85-19AABCE0421F}"/>
              </a:ext>
            </a:extLst>
          </p:cNvPr>
          <p:cNvSpPr/>
          <p:nvPr userDrawn="1"/>
        </p:nvSpPr>
        <p:spPr>
          <a:xfrm>
            <a:off x="5939135" y="956926"/>
            <a:ext cx="5867023" cy="4944144"/>
          </a:xfrm>
          <a:custGeom>
            <a:avLst/>
            <a:gdLst>
              <a:gd name="connsiteX0" fmla="*/ 3343565 w 5867023"/>
              <a:gd name="connsiteY0" fmla="*/ 0 h 4944144"/>
              <a:gd name="connsiteX1" fmla="*/ 5470077 w 5867023"/>
              <a:gd name="connsiteY1" fmla="*/ 0 h 4944144"/>
              <a:gd name="connsiteX2" fmla="*/ 5470077 w 5867023"/>
              <a:gd name="connsiteY2" fmla="*/ 1 h 4944144"/>
              <a:gd name="connsiteX3" fmla="*/ 5777021 w 5867023"/>
              <a:gd name="connsiteY3" fmla="*/ 1 h 4944144"/>
              <a:gd name="connsiteX4" fmla="*/ 5867023 w 5867023"/>
              <a:gd name="connsiteY4" fmla="*/ 90003 h 4944144"/>
              <a:gd name="connsiteX5" fmla="*/ 5867023 w 5867023"/>
              <a:gd name="connsiteY5" fmla="*/ 152400 h 4944144"/>
              <a:gd name="connsiteX6" fmla="*/ 5867023 w 5867023"/>
              <a:gd name="connsiteY6" fmla="*/ 449999 h 4944144"/>
              <a:gd name="connsiteX7" fmla="*/ 5867023 w 5867023"/>
              <a:gd name="connsiteY7" fmla="*/ 4494145 h 4944144"/>
              <a:gd name="connsiteX8" fmla="*/ 5867023 w 5867023"/>
              <a:gd name="connsiteY8" fmla="*/ 4550737 h 4944144"/>
              <a:gd name="connsiteX9" fmla="*/ 5867023 w 5867023"/>
              <a:gd name="connsiteY9" fmla="*/ 4854141 h 4944144"/>
              <a:gd name="connsiteX10" fmla="*/ 5777021 w 5867023"/>
              <a:gd name="connsiteY10" fmla="*/ 4944143 h 4944144"/>
              <a:gd name="connsiteX11" fmla="*/ 5470077 w 5867023"/>
              <a:gd name="connsiteY11" fmla="*/ 4944143 h 4944144"/>
              <a:gd name="connsiteX12" fmla="*/ 5417025 w 5867023"/>
              <a:gd name="connsiteY12" fmla="*/ 4944143 h 4944144"/>
              <a:gd name="connsiteX13" fmla="*/ 3343565 w 5867023"/>
              <a:gd name="connsiteY13" fmla="*/ 4944143 h 4944144"/>
              <a:gd name="connsiteX14" fmla="*/ 3343565 w 5867023"/>
              <a:gd name="connsiteY14" fmla="*/ 4942689 h 4944144"/>
              <a:gd name="connsiteX15" fmla="*/ 3336361 w 5867023"/>
              <a:gd name="connsiteY15" fmla="*/ 4944143 h 4944144"/>
              <a:gd name="connsiteX16" fmla="*/ 2982692 w 5867023"/>
              <a:gd name="connsiteY16" fmla="*/ 4944143 h 4944144"/>
              <a:gd name="connsiteX17" fmla="*/ 2982687 w 5867023"/>
              <a:gd name="connsiteY17" fmla="*/ 4944144 h 4944144"/>
              <a:gd name="connsiteX18" fmla="*/ 2665971 w 5867023"/>
              <a:gd name="connsiteY18" fmla="*/ 4944144 h 4944144"/>
              <a:gd name="connsiteX19" fmla="*/ 2611231 w 5867023"/>
              <a:gd name="connsiteY19" fmla="*/ 4944144 h 4944144"/>
              <a:gd name="connsiteX20" fmla="*/ 471758 w 5867023"/>
              <a:gd name="connsiteY20" fmla="*/ 4944144 h 4944144"/>
              <a:gd name="connsiteX21" fmla="*/ 471758 w 5867023"/>
              <a:gd name="connsiteY21" fmla="*/ 4942690 h 4944144"/>
              <a:gd name="connsiteX22" fmla="*/ 464324 w 5867023"/>
              <a:gd name="connsiteY22" fmla="*/ 4944144 h 4944144"/>
              <a:gd name="connsiteX23" fmla="*/ 92867 w 5867023"/>
              <a:gd name="connsiteY23" fmla="*/ 4944144 h 4944144"/>
              <a:gd name="connsiteX24" fmla="*/ 0 w 5867023"/>
              <a:gd name="connsiteY24" fmla="*/ 4854142 h 4944144"/>
              <a:gd name="connsiteX25" fmla="*/ 0 w 5867023"/>
              <a:gd name="connsiteY25" fmla="*/ 4550738 h 4944144"/>
              <a:gd name="connsiteX26" fmla="*/ 0 w 5867023"/>
              <a:gd name="connsiteY26" fmla="*/ 4494146 h 4944144"/>
              <a:gd name="connsiteX27" fmla="*/ 0 w 5867023"/>
              <a:gd name="connsiteY27" fmla="*/ 450001 h 4944144"/>
              <a:gd name="connsiteX28" fmla="*/ 0 w 5867023"/>
              <a:gd name="connsiteY28" fmla="*/ 152401 h 4944144"/>
              <a:gd name="connsiteX29" fmla="*/ 0 w 5867023"/>
              <a:gd name="connsiteY29" fmla="*/ 90004 h 4944144"/>
              <a:gd name="connsiteX30" fmla="*/ 92867 w 5867023"/>
              <a:gd name="connsiteY30" fmla="*/ 2 h 4944144"/>
              <a:gd name="connsiteX31" fmla="*/ 464324 w 5867023"/>
              <a:gd name="connsiteY31" fmla="*/ 2 h 4944144"/>
              <a:gd name="connsiteX32" fmla="*/ 471758 w 5867023"/>
              <a:gd name="connsiteY32" fmla="*/ 1457 h 4944144"/>
              <a:gd name="connsiteX33" fmla="*/ 471758 w 5867023"/>
              <a:gd name="connsiteY33" fmla="*/ 1 h 4944144"/>
              <a:gd name="connsiteX34" fmla="*/ 2665971 w 5867023"/>
              <a:gd name="connsiteY34" fmla="*/ 1 h 4944144"/>
              <a:gd name="connsiteX35" fmla="*/ 2665971 w 5867023"/>
              <a:gd name="connsiteY35" fmla="*/ 2 h 4944144"/>
              <a:gd name="connsiteX36" fmla="*/ 2976360 w 5867023"/>
              <a:gd name="connsiteY36" fmla="*/ 2 h 4944144"/>
              <a:gd name="connsiteX37" fmla="*/ 2976365 w 5867023"/>
              <a:gd name="connsiteY37" fmla="*/ 1 h 4944144"/>
              <a:gd name="connsiteX38" fmla="*/ 3336361 w 5867023"/>
              <a:gd name="connsiteY38" fmla="*/ 1 h 4944144"/>
              <a:gd name="connsiteX39" fmla="*/ 3343565 w 5867023"/>
              <a:gd name="connsiteY39" fmla="*/ 1456 h 49441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</a:cxnLst>
            <a:rect l="l" t="t" r="r" b="b"/>
            <a:pathLst>
              <a:path w="5867023" h="4944144">
                <a:moveTo>
                  <a:pt x="3343565" y="0"/>
                </a:moveTo>
                <a:lnTo>
                  <a:pt x="5470077" y="0"/>
                </a:lnTo>
                <a:lnTo>
                  <a:pt x="5470077" y="1"/>
                </a:lnTo>
                <a:lnTo>
                  <a:pt x="5777021" y="1"/>
                </a:lnTo>
                <a:cubicBezTo>
                  <a:pt x="5826728" y="1"/>
                  <a:pt x="5867023" y="40296"/>
                  <a:pt x="5867023" y="90003"/>
                </a:cubicBezTo>
                <a:lnTo>
                  <a:pt x="5867023" y="152400"/>
                </a:lnTo>
                <a:lnTo>
                  <a:pt x="5867023" y="449999"/>
                </a:lnTo>
                <a:lnTo>
                  <a:pt x="5867023" y="4494145"/>
                </a:lnTo>
                <a:lnTo>
                  <a:pt x="5867023" y="4550737"/>
                </a:lnTo>
                <a:lnTo>
                  <a:pt x="5867023" y="4854141"/>
                </a:lnTo>
                <a:cubicBezTo>
                  <a:pt x="5867023" y="4903848"/>
                  <a:pt x="5826728" y="4944143"/>
                  <a:pt x="5777021" y="4944143"/>
                </a:cubicBezTo>
                <a:lnTo>
                  <a:pt x="5470077" y="4944143"/>
                </a:lnTo>
                <a:lnTo>
                  <a:pt x="5417025" y="4944143"/>
                </a:lnTo>
                <a:lnTo>
                  <a:pt x="3343565" y="4944143"/>
                </a:lnTo>
                <a:lnTo>
                  <a:pt x="3343565" y="4942689"/>
                </a:lnTo>
                <a:lnTo>
                  <a:pt x="3336361" y="4944143"/>
                </a:lnTo>
                <a:lnTo>
                  <a:pt x="2982692" y="4944143"/>
                </a:lnTo>
                <a:lnTo>
                  <a:pt x="2982687" y="4944144"/>
                </a:lnTo>
                <a:lnTo>
                  <a:pt x="2665971" y="4944144"/>
                </a:lnTo>
                <a:lnTo>
                  <a:pt x="2611231" y="4944144"/>
                </a:lnTo>
                <a:lnTo>
                  <a:pt x="471758" y="4944144"/>
                </a:lnTo>
                <a:lnTo>
                  <a:pt x="471758" y="4942690"/>
                </a:lnTo>
                <a:lnTo>
                  <a:pt x="464324" y="4944144"/>
                </a:lnTo>
                <a:lnTo>
                  <a:pt x="92867" y="4944144"/>
                </a:lnTo>
                <a:cubicBezTo>
                  <a:pt x="41578" y="4944144"/>
                  <a:pt x="0" y="4903849"/>
                  <a:pt x="0" y="4854142"/>
                </a:cubicBezTo>
                <a:lnTo>
                  <a:pt x="0" y="4550738"/>
                </a:lnTo>
                <a:lnTo>
                  <a:pt x="0" y="4494146"/>
                </a:lnTo>
                <a:lnTo>
                  <a:pt x="0" y="450001"/>
                </a:lnTo>
                <a:lnTo>
                  <a:pt x="0" y="152401"/>
                </a:lnTo>
                <a:lnTo>
                  <a:pt x="0" y="90004"/>
                </a:lnTo>
                <a:cubicBezTo>
                  <a:pt x="0" y="40297"/>
                  <a:pt x="41578" y="2"/>
                  <a:pt x="92867" y="2"/>
                </a:cubicBezTo>
                <a:lnTo>
                  <a:pt x="464324" y="2"/>
                </a:lnTo>
                <a:lnTo>
                  <a:pt x="471758" y="1457"/>
                </a:lnTo>
                <a:lnTo>
                  <a:pt x="471758" y="1"/>
                </a:lnTo>
                <a:lnTo>
                  <a:pt x="2665971" y="1"/>
                </a:lnTo>
                <a:lnTo>
                  <a:pt x="2665971" y="2"/>
                </a:lnTo>
                <a:lnTo>
                  <a:pt x="2976360" y="2"/>
                </a:lnTo>
                <a:lnTo>
                  <a:pt x="2976365" y="1"/>
                </a:lnTo>
                <a:lnTo>
                  <a:pt x="3336361" y="1"/>
                </a:lnTo>
                <a:lnTo>
                  <a:pt x="3343565" y="1456"/>
                </a:lnTo>
                <a:close/>
              </a:path>
            </a:pathLst>
          </a:custGeom>
          <a:solidFill>
            <a:srgbClr val="25252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9910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그림 6">
            <a:extLst>
              <a:ext uri="{FF2B5EF4-FFF2-40B4-BE49-F238E27FC236}">
                <a16:creationId xmlns:a16="http://schemas.microsoft.com/office/drawing/2014/main" id="{3B79F3B1-A403-47B3-965B-DEE4FF87E60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61510" y="4931634"/>
            <a:ext cx="1417935" cy="990000"/>
          </a:xfrm>
          <a:prstGeom prst="rect">
            <a:avLst/>
          </a:prstGeom>
        </p:spPr>
      </p:pic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2B1CF66-EB13-4B39-9168-417442132CC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D9237C0-DEEB-4509-B282-8B77052DFE10}" type="datetimeFigureOut">
              <a:rPr lang="en-US" smtClean="0"/>
              <a:t>4/23/2024</a:t>
            </a:fld>
            <a:endParaRPr 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5D1D253-1169-4317-9577-D3F6AD6B26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AF3D8FA-B978-4E50-A6E2-A36450460F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A4C0CDA-1314-4A01-8806-71ADB853FB47}" type="slidenum">
              <a:rPr lang="en-US" smtClean="0"/>
              <a:t>‹#›</a:t>
            </a:fld>
            <a:endParaRPr lang="en-US"/>
          </a:p>
        </p:txBody>
      </p:sp>
      <p:sp>
        <p:nvSpPr>
          <p:cNvPr id="8" name="자유형: 도형 7">
            <a:extLst>
              <a:ext uri="{FF2B5EF4-FFF2-40B4-BE49-F238E27FC236}">
                <a16:creationId xmlns:a16="http://schemas.microsoft.com/office/drawing/2014/main" id="{9A93AD89-1B5B-44E7-B0B5-5F99237B5AC0}"/>
              </a:ext>
            </a:extLst>
          </p:cNvPr>
          <p:cNvSpPr/>
          <p:nvPr userDrawn="1"/>
        </p:nvSpPr>
        <p:spPr>
          <a:xfrm>
            <a:off x="1658677" y="956926"/>
            <a:ext cx="4075168" cy="4944144"/>
          </a:xfrm>
          <a:custGeom>
            <a:avLst/>
            <a:gdLst>
              <a:gd name="connsiteX0" fmla="*/ 1551710 w 4075168"/>
              <a:gd name="connsiteY0" fmla="*/ 0 h 4944144"/>
              <a:gd name="connsiteX1" fmla="*/ 3678222 w 4075168"/>
              <a:gd name="connsiteY1" fmla="*/ 0 h 4944144"/>
              <a:gd name="connsiteX2" fmla="*/ 3678222 w 4075168"/>
              <a:gd name="connsiteY2" fmla="*/ 1 h 4944144"/>
              <a:gd name="connsiteX3" fmla="*/ 3985166 w 4075168"/>
              <a:gd name="connsiteY3" fmla="*/ 1 h 4944144"/>
              <a:gd name="connsiteX4" fmla="*/ 4075168 w 4075168"/>
              <a:gd name="connsiteY4" fmla="*/ 90003 h 4944144"/>
              <a:gd name="connsiteX5" fmla="*/ 4075168 w 4075168"/>
              <a:gd name="connsiteY5" fmla="*/ 152400 h 4944144"/>
              <a:gd name="connsiteX6" fmla="*/ 4075168 w 4075168"/>
              <a:gd name="connsiteY6" fmla="*/ 449999 h 4944144"/>
              <a:gd name="connsiteX7" fmla="*/ 4075168 w 4075168"/>
              <a:gd name="connsiteY7" fmla="*/ 4494145 h 4944144"/>
              <a:gd name="connsiteX8" fmla="*/ 4075168 w 4075168"/>
              <a:gd name="connsiteY8" fmla="*/ 4550737 h 4944144"/>
              <a:gd name="connsiteX9" fmla="*/ 4075168 w 4075168"/>
              <a:gd name="connsiteY9" fmla="*/ 4854141 h 4944144"/>
              <a:gd name="connsiteX10" fmla="*/ 3985166 w 4075168"/>
              <a:gd name="connsiteY10" fmla="*/ 4944143 h 4944144"/>
              <a:gd name="connsiteX11" fmla="*/ 3678222 w 4075168"/>
              <a:gd name="connsiteY11" fmla="*/ 4944143 h 4944144"/>
              <a:gd name="connsiteX12" fmla="*/ 3625170 w 4075168"/>
              <a:gd name="connsiteY12" fmla="*/ 4944143 h 4944144"/>
              <a:gd name="connsiteX13" fmla="*/ 2890663 w 4075168"/>
              <a:gd name="connsiteY13" fmla="*/ 4944143 h 4944144"/>
              <a:gd name="connsiteX14" fmla="*/ 2890658 w 4075168"/>
              <a:gd name="connsiteY14" fmla="*/ 4944144 h 4944144"/>
              <a:gd name="connsiteX15" fmla="*/ 2583714 w 4075168"/>
              <a:gd name="connsiteY15" fmla="*/ 4944144 h 4944144"/>
              <a:gd name="connsiteX16" fmla="*/ 2530662 w 4075168"/>
              <a:gd name="connsiteY16" fmla="*/ 4944144 h 4944144"/>
              <a:gd name="connsiteX17" fmla="*/ 457202 w 4075168"/>
              <a:gd name="connsiteY17" fmla="*/ 4944144 h 4944144"/>
              <a:gd name="connsiteX18" fmla="*/ 457202 w 4075168"/>
              <a:gd name="connsiteY18" fmla="*/ 4942690 h 4944144"/>
              <a:gd name="connsiteX19" fmla="*/ 449998 w 4075168"/>
              <a:gd name="connsiteY19" fmla="*/ 4944144 h 4944144"/>
              <a:gd name="connsiteX20" fmla="*/ 90002 w 4075168"/>
              <a:gd name="connsiteY20" fmla="*/ 4944144 h 4944144"/>
              <a:gd name="connsiteX21" fmla="*/ 0 w 4075168"/>
              <a:gd name="connsiteY21" fmla="*/ 4854142 h 4944144"/>
              <a:gd name="connsiteX22" fmla="*/ 0 w 4075168"/>
              <a:gd name="connsiteY22" fmla="*/ 4550738 h 4944144"/>
              <a:gd name="connsiteX23" fmla="*/ 0 w 4075168"/>
              <a:gd name="connsiteY23" fmla="*/ 4494146 h 4944144"/>
              <a:gd name="connsiteX24" fmla="*/ 0 w 4075168"/>
              <a:gd name="connsiteY24" fmla="*/ 450001 h 4944144"/>
              <a:gd name="connsiteX25" fmla="*/ 0 w 4075168"/>
              <a:gd name="connsiteY25" fmla="*/ 152401 h 4944144"/>
              <a:gd name="connsiteX26" fmla="*/ 0 w 4075168"/>
              <a:gd name="connsiteY26" fmla="*/ 90004 h 4944144"/>
              <a:gd name="connsiteX27" fmla="*/ 90002 w 4075168"/>
              <a:gd name="connsiteY27" fmla="*/ 2 h 4944144"/>
              <a:gd name="connsiteX28" fmla="*/ 449998 w 4075168"/>
              <a:gd name="connsiteY28" fmla="*/ 2 h 4944144"/>
              <a:gd name="connsiteX29" fmla="*/ 457202 w 4075168"/>
              <a:gd name="connsiteY29" fmla="*/ 1457 h 4944144"/>
              <a:gd name="connsiteX30" fmla="*/ 457202 w 4075168"/>
              <a:gd name="connsiteY30" fmla="*/ 1 h 4944144"/>
              <a:gd name="connsiteX31" fmla="*/ 1184510 w 4075168"/>
              <a:gd name="connsiteY31" fmla="*/ 1 h 4944144"/>
              <a:gd name="connsiteX32" fmla="*/ 1544506 w 4075168"/>
              <a:gd name="connsiteY32" fmla="*/ 1 h 4944144"/>
              <a:gd name="connsiteX33" fmla="*/ 1551710 w 4075168"/>
              <a:gd name="connsiteY33" fmla="*/ 1 h 49441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</a:cxnLst>
            <a:rect l="l" t="t" r="r" b="b"/>
            <a:pathLst>
              <a:path w="4075168" h="4944144">
                <a:moveTo>
                  <a:pt x="1551710" y="0"/>
                </a:moveTo>
                <a:lnTo>
                  <a:pt x="3678222" y="0"/>
                </a:lnTo>
                <a:lnTo>
                  <a:pt x="3678222" y="1"/>
                </a:lnTo>
                <a:lnTo>
                  <a:pt x="3985166" y="1"/>
                </a:lnTo>
                <a:cubicBezTo>
                  <a:pt x="4034873" y="1"/>
                  <a:pt x="4075168" y="40296"/>
                  <a:pt x="4075168" y="90003"/>
                </a:cubicBezTo>
                <a:lnTo>
                  <a:pt x="4075168" y="152400"/>
                </a:lnTo>
                <a:lnTo>
                  <a:pt x="4075168" y="449999"/>
                </a:lnTo>
                <a:lnTo>
                  <a:pt x="4075168" y="4494145"/>
                </a:lnTo>
                <a:lnTo>
                  <a:pt x="4075168" y="4550737"/>
                </a:lnTo>
                <a:lnTo>
                  <a:pt x="4075168" y="4854141"/>
                </a:lnTo>
                <a:cubicBezTo>
                  <a:pt x="4075168" y="4903848"/>
                  <a:pt x="4034873" y="4944143"/>
                  <a:pt x="3985166" y="4944143"/>
                </a:cubicBezTo>
                <a:lnTo>
                  <a:pt x="3678222" y="4944143"/>
                </a:lnTo>
                <a:lnTo>
                  <a:pt x="3625170" y="4944143"/>
                </a:lnTo>
                <a:lnTo>
                  <a:pt x="2890663" y="4944143"/>
                </a:lnTo>
                <a:lnTo>
                  <a:pt x="2890658" y="4944144"/>
                </a:lnTo>
                <a:lnTo>
                  <a:pt x="2583714" y="4944144"/>
                </a:lnTo>
                <a:lnTo>
                  <a:pt x="2530662" y="4944144"/>
                </a:lnTo>
                <a:lnTo>
                  <a:pt x="457202" y="4944144"/>
                </a:lnTo>
                <a:lnTo>
                  <a:pt x="457202" y="4942690"/>
                </a:lnTo>
                <a:lnTo>
                  <a:pt x="449998" y="4944144"/>
                </a:lnTo>
                <a:lnTo>
                  <a:pt x="90002" y="4944144"/>
                </a:lnTo>
                <a:cubicBezTo>
                  <a:pt x="40295" y="4944144"/>
                  <a:pt x="0" y="4903849"/>
                  <a:pt x="0" y="4854142"/>
                </a:cubicBezTo>
                <a:lnTo>
                  <a:pt x="0" y="4550738"/>
                </a:lnTo>
                <a:lnTo>
                  <a:pt x="0" y="4494146"/>
                </a:lnTo>
                <a:lnTo>
                  <a:pt x="0" y="450001"/>
                </a:lnTo>
                <a:lnTo>
                  <a:pt x="0" y="152401"/>
                </a:lnTo>
                <a:lnTo>
                  <a:pt x="0" y="90004"/>
                </a:lnTo>
                <a:cubicBezTo>
                  <a:pt x="0" y="40297"/>
                  <a:pt x="40295" y="2"/>
                  <a:pt x="90002" y="2"/>
                </a:cubicBezTo>
                <a:lnTo>
                  <a:pt x="449998" y="2"/>
                </a:lnTo>
                <a:lnTo>
                  <a:pt x="457202" y="1457"/>
                </a:lnTo>
                <a:lnTo>
                  <a:pt x="457202" y="1"/>
                </a:lnTo>
                <a:lnTo>
                  <a:pt x="1184510" y="1"/>
                </a:lnTo>
                <a:lnTo>
                  <a:pt x="1544506" y="1"/>
                </a:lnTo>
                <a:lnTo>
                  <a:pt x="1551710" y="1"/>
                </a:lnTo>
                <a:close/>
              </a:path>
            </a:pathLst>
          </a:custGeom>
          <a:solidFill>
            <a:srgbClr val="25252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9" name="자유형: 도형 8">
            <a:extLst>
              <a:ext uri="{FF2B5EF4-FFF2-40B4-BE49-F238E27FC236}">
                <a16:creationId xmlns:a16="http://schemas.microsoft.com/office/drawing/2014/main" id="{E26E96F2-8B07-4AA4-A2D4-E133B89C4666}"/>
              </a:ext>
            </a:extLst>
          </p:cNvPr>
          <p:cNvSpPr/>
          <p:nvPr userDrawn="1"/>
        </p:nvSpPr>
        <p:spPr>
          <a:xfrm>
            <a:off x="5939135" y="956926"/>
            <a:ext cx="5867023" cy="4944144"/>
          </a:xfrm>
          <a:custGeom>
            <a:avLst/>
            <a:gdLst>
              <a:gd name="connsiteX0" fmla="*/ 3343565 w 5867023"/>
              <a:gd name="connsiteY0" fmla="*/ 0 h 4944144"/>
              <a:gd name="connsiteX1" fmla="*/ 5470077 w 5867023"/>
              <a:gd name="connsiteY1" fmla="*/ 0 h 4944144"/>
              <a:gd name="connsiteX2" fmla="*/ 5470077 w 5867023"/>
              <a:gd name="connsiteY2" fmla="*/ 1 h 4944144"/>
              <a:gd name="connsiteX3" fmla="*/ 5777021 w 5867023"/>
              <a:gd name="connsiteY3" fmla="*/ 1 h 4944144"/>
              <a:gd name="connsiteX4" fmla="*/ 5867023 w 5867023"/>
              <a:gd name="connsiteY4" fmla="*/ 90003 h 4944144"/>
              <a:gd name="connsiteX5" fmla="*/ 5867023 w 5867023"/>
              <a:gd name="connsiteY5" fmla="*/ 152400 h 4944144"/>
              <a:gd name="connsiteX6" fmla="*/ 5867023 w 5867023"/>
              <a:gd name="connsiteY6" fmla="*/ 449999 h 4944144"/>
              <a:gd name="connsiteX7" fmla="*/ 5867023 w 5867023"/>
              <a:gd name="connsiteY7" fmla="*/ 4494145 h 4944144"/>
              <a:gd name="connsiteX8" fmla="*/ 5867023 w 5867023"/>
              <a:gd name="connsiteY8" fmla="*/ 4550737 h 4944144"/>
              <a:gd name="connsiteX9" fmla="*/ 5867023 w 5867023"/>
              <a:gd name="connsiteY9" fmla="*/ 4854141 h 4944144"/>
              <a:gd name="connsiteX10" fmla="*/ 5777021 w 5867023"/>
              <a:gd name="connsiteY10" fmla="*/ 4944143 h 4944144"/>
              <a:gd name="connsiteX11" fmla="*/ 5470077 w 5867023"/>
              <a:gd name="connsiteY11" fmla="*/ 4944143 h 4944144"/>
              <a:gd name="connsiteX12" fmla="*/ 5417025 w 5867023"/>
              <a:gd name="connsiteY12" fmla="*/ 4944143 h 4944144"/>
              <a:gd name="connsiteX13" fmla="*/ 3343565 w 5867023"/>
              <a:gd name="connsiteY13" fmla="*/ 4944143 h 4944144"/>
              <a:gd name="connsiteX14" fmla="*/ 3343565 w 5867023"/>
              <a:gd name="connsiteY14" fmla="*/ 4942689 h 4944144"/>
              <a:gd name="connsiteX15" fmla="*/ 3336361 w 5867023"/>
              <a:gd name="connsiteY15" fmla="*/ 4944143 h 4944144"/>
              <a:gd name="connsiteX16" fmla="*/ 2982692 w 5867023"/>
              <a:gd name="connsiteY16" fmla="*/ 4944143 h 4944144"/>
              <a:gd name="connsiteX17" fmla="*/ 2982687 w 5867023"/>
              <a:gd name="connsiteY17" fmla="*/ 4944144 h 4944144"/>
              <a:gd name="connsiteX18" fmla="*/ 2665971 w 5867023"/>
              <a:gd name="connsiteY18" fmla="*/ 4944144 h 4944144"/>
              <a:gd name="connsiteX19" fmla="*/ 2611231 w 5867023"/>
              <a:gd name="connsiteY19" fmla="*/ 4944144 h 4944144"/>
              <a:gd name="connsiteX20" fmla="*/ 471758 w 5867023"/>
              <a:gd name="connsiteY20" fmla="*/ 4944144 h 4944144"/>
              <a:gd name="connsiteX21" fmla="*/ 471758 w 5867023"/>
              <a:gd name="connsiteY21" fmla="*/ 4942690 h 4944144"/>
              <a:gd name="connsiteX22" fmla="*/ 464324 w 5867023"/>
              <a:gd name="connsiteY22" fmla="*/ 4944144 h 4944144"/>
              <a:gd name="connsiteX23" fmla="*/ 92867 w 5867023"/>
              <a:gd name="connsiteY23" fmla="*/ 4944144 h 4944144"/>
              <a:gd name="connsiteX24" fmla="*/ 0 w 5867023"/>
              <a:gd name="connsiteY24" fmla="*/ 4854142 h 4944144"/>
              <a:gd name="connsiteX25" fmla="*/ 0 w 5867023"/>
              <a:gd name="connsiteY25" fmla="*/ 4550738 h 4944144"/>
              <a:gd name="connsiteX26" fmla="*/ 0 w 5867023"/>
              <a:gd name="connsiteY26" fmla="*/ 4494146 h 4944144"/>
              <a:gd name="connsiteX27" fmla="*/ 0 w 5867023"/>
              <a:gd name="connsiteY27" fmla="*/ 450001 h 4944144"/>
              <a:gd name="connsiteX28" fmla="*/ 0 w 5867023"/>
              <a:gd name="connsiteY28" fmla="*/ 152401 h 4944144"/>
              <a:gd name="connsiteX29" fmla="*/ 0 w 5867023"/>
              <a:gd name="connsiteY29" fmla="*/ 90004 h 4944144"/>
              <a:gd name="connsiteX30" fmla="*/ 92867 w 5867023"/>
              <a:gd name="connsiteY30" fmla="*/ 2 h 4944144"/>
              <a:gd name="connsiteX31" fmla="*/ 464324 w 5867023"/>
              <a:gd name="connsiteY31" fmla="*/ 2 h 4944144"/>
              <a:gd name="connsiteX32" fmla="*/ 471758 w 5867023"/>
              <a:gd name="connsiteY32" fmla="*/ 1457 h 4944144"/>
              <a:gd name="connsiteX33" fmla="*/ 471758 w 5867023"/>
              <a:gd name="connsiteY33" fmla="*/ 1 h 4944144"/>
              <a:gd name="connsiteX34" fmla="*/ 2665971 w 5867023"/>
              <a:gd name="connsiteY34" fmla="*/ 1 h 4944144"/>
              <a:gd name="connsiteX35" fmla="*/ 2665971 w 5867023"/>
              <a:gd name="connsiteY35" fmla="*/ 2 h 4944144"/>
              <a:gd name="connsiteX36" fmla="*/ 2976360 w 5867023"/>
              <a:gd name="connsiteY36" fmla="*/ 2 h 4944144"/>
              <a:gd name="connsiteX37" fmla="*/ 2976365 w 5867023"/>
              <a:gd name="connsiteY37" fmla="*/ 1 h 4944144"/>
              <a:gd name="connsiteX38" fmla="*/ 3336361 w 5867023"/>
              <a:gd name="connsiteY38" fmla="*/ 1 h 4944144"/>
              <a:gd name="connsiteX39" fmla="*/ 3343565 w 5867023"/>
              <a:gd name="connsiteY39" fmla="*/ 1456 h 49441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</a:cxnLst>
            <a:rect l="l" t="t" r="r" b="b"/>
            <a:pathLst>
              <a:path w="5867023" h="4944144">
                <a:moveTo>
                  <a:pt x="3343565" y="0"/>
                </a:moveTo>
                <a:lnTo>
                  <a:pt x="5470077" y="0"/>
                </a:lnTo>
                <a:lnTo>
                  <a:pt x="5470077" y="1"/>
                </a:lnTo>
                <a:lnTo>
                  <a:pt x="5777021" y="1"/>
                </a:lnTo>
                <a:cubicBezTo>
                  <a:pt x="5826728" y="1"/>
                  <a:pt x="5867023" y="40296"/>
                  <a:pt x="5867023" y="90003"/>
                </a:cubicBezTo>
                <a:lnTo>
                  <a:pt x="5867023" y="152400"/>
                </a:lnTo>
                <a:lnTo>
                  <a:pt x="5867023" y="449999"/>
                </a:lnTo>
                <a:lnTo>
                  <a:pt x="5867023" y="4494145"/>
                </a:lnTo>
                <a:lnTo>
                  <a:pt x="5867023" y="4550737"/>
                </a:lnTo>
                <a:lnTo>
                  <a:pt x="5867023" y="4854141"/>
                </a:lnTo>
                <a:cubicBezTo>
                  <a:pt x="5867023" y="4903848"/>
                  <a:pt x="5826728" y="4944143"/>
                  <a:pt x="5777021" y="4944143"/>
                </a:cubicBezTo>
                <a:lnTo>
                  <a:pt x="5470077" y="4944143"/>
                </a:lnTo>
                <a:lnTo>
                  <a:pt x="5417025" y="4944143"/>
                </a:lnTo>
                <a:lnTo>
                  <a:pt x="3343565" y="4944143"/>
                </a:lnTo>
                <a:lnTo>
                  <a:pt x="3343565" y="4942689"/>
                </a:lnTo>
                <a:lnTo>
                  <a:pt x="3336361" y="4944143"/>
                </a:lnTo>
                <a:lnTo>
                  <a:pt x="2982692" y="4944143"/>
                </a:lnTo>
                <a:lnTo>
                  <a:pt x="2982687" y="4944144"/>
                </a:lnTo>
                <a:lnTo>
                  <a:pt x="2665971" y="4944144"/>
                </a:lnTo>
                <a:lnTo>
                  <a:pt x="2611231" y="4944144"/>
                </a:lnTo>
                <a:lnTo>
                  <a:pt x="471758" y="4944144"/>
                </a:lnTo>
                <a:lnTo>
                  <a:pt x="471758" y="4942690"/>
                </a:lnTo>
                <a:lnTo>
                  <a:pt x="464324" y="4944144"/>
                </a:lnTo>
                <a:lnTo>
                  <a:pt x="92867" y="4944144"/>
                </a:lnTo>
                <a:cubicBezTo>
                  <a:pt x="41578" y="4944144"/>
                  <a:pt x="0" y="4903849"/>
                  <a:pt x="0" y="4854142"/>
                </a:cubicBezTo>
                <a:lnTo>
                  <a:pt x="0" y="4550738"/>
                </a:lnTo>
                <a:lnTo>
                  <a:pt x="0" y="4494146"/>
                </a:lnTo>
                <a:lnTo>
                  <a:pt x="0" y="450001"/>
                </a:lnTo>
                <a:lnTo>
                  <a:pt x="0" y="152401"/>
                </a:lnTo>
                <a:lnTo>
                  <a:pt x="0" y="90004"/>
                </a:lnTo>
                <a:cubicBezTo>
                  <a:pt x="0" y="40297"/>
                  <a:pt x="41578" y="2"/>
                  <a:pt x="92867" y="2"/>
                </a:cubicBezTo>
                <a:lnTo>
                  <a:pt x="464324" y="2"/>
                </a:lnTo>
                <a:lnTo>
                  <a:pt x="471758" y="1457"/>
                </a:lnTo>
                <a:lnTo>
                  <a:pt x="471758" y="1"/>
                </a:lnTo>
                <a:lnTo>
                  <a:pt x="2665971" y="1"/>
                </a:lnTo>
                <a:lnTo>
                  <a:pt x="2665971" y="2"/>
                </a:lnTo>
                <a:lnTo>
                  <a:pt x="2976360" y="2"/>
                </a:lnTo>
                <a:lnTo>
                  <a:pt x="2976365" y="1"/>
                </a:lnTo>
                <a:lnTo>
                  <a:pt x="3336361" y="1"/>
                </a:lnTo>
                <a:lnTo>
                  <a:pt x="3343565" y="1456"/>
                </a:lnTo>
                <a:close/>
              </a:path>
            </a:pathLst>
          </a:custGeom>
          <a:solidFill>
            <a:srgbClr val="25252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60968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0DC3AF39-D6FA-49AE-A20C-6BEC384D730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D9237C0-DEEB-4509-B282-8B77052DFE10}" type="datetimeFigureOut">
              <a:rPr lang="en-US" smtClean="0"/>
              <a:t>4/23/2024</a:t>
            </a:fld>
            <a:endParaRPr 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DC92E814-53C5-4148-A1A6-6C1EE6D821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62BB5DA-7987-40B4-8338-290131DDCD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A4C0CDA-1314-4A01-8806-71ADB853FB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876240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1C7AC471-8FBA-4689-8D97-C1B7D27E1B1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3153CFE-A454-4AD5-AE34-C19A2144FDCA}" type="datetimeFigureOut">
              <a:rPr lang="en-US" smtClean="0"/>
              <a:t>4/23/2024</a:t>
            </a:fld>
            <a:endParaRPr 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812425C9-A0C9-421A-8E99-45F8C74AD5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1C0C3B6-8FEA-4720-90EF-2945AC1D0C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FFE8B21-3BC9-4667-A4AB-1542BE6D9E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674545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AFE8BAC-A769-4532-85E5-99B94F6E214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F23C0A3A-F7FC-4D26-A3D2-80FF5F608E6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189" indent="0" algn="ctr">
              <a:buNone/>
              <a:defRPr sz="2000"/>
            </a:lvl2pPr>
            <a:lvl3pPr marL="914377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  <a:endParaRPr lang="en-US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97148EE-2602-4221-81BB-D228E5E138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CCB17D-121F-4312-B951-5A331E85968A}" type="datetimeFigureOut">
              <a:rPr lang="en-US" smtClean="0"/>
              <a:t>4/23/2024</a:t>
            </a:fld>
            <a:endParaRPr 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D17B1DD-F0E0-408E-AAFE-C18AA781BE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6533CD0-6AB3-4444-892B-F305B23A69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B6486A-CC35-4C92-AA85-0ED15FF437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446338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359FF047-B835-4BA3-BB32-9BFFCDB3894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1248CE4-5AAD-415C-A227-AFA3247F32EA}" type="datetimeFigureOut">
              <a:rPr lang="en-US" smtClean="0"/>
              <a:t>4/23/2024</a:t>
            </a:fld>
            <a:endParaRPr 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2AEE3754-6F86-45FD-9D9E-6F6E4452C1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A4B33D4-2AD2-46CE-BF20-1422421E92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8313E57-86BB-4C76-882D-587E9F2D50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863416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29A1D47C-EA2F-4B68-B622-AE01BADF9A4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655BC975-B14E-4486-B771-8132D250F685}" type="datetimeFigureOut">
              <a:rPr lang="en-US" smtClean="0"/>
              <a:t>4/23/2024</a:t>
            </a:fld>
            <a:endParaRPr 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43A5D711-8C74-4FFC-85FC-B9A5A16576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45538B6-E86F-4E92-9C35-B4668F3511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9C94C1E-D248-4383-85F4-67C1F82315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591197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784CDFE-E18F-47D7-8374-B476F02545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7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65A2727-63E4-465B-B1A5-571FBE9125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634C555-1137-4CD6-B7A1-725BB2E9E75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/>
          <a:lstStyle/>
          <a:p>
            <a:fld id="{91CCB17D-121F-4312-B951-5A331E85968A}" type="datetimeFigureOut">
              <a:rPr lang="en-US" smtClean="0"/>
              <a:t>4/23/2024</a:t>
            </a:fld>
            <a:endParaRPr 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E2C4A6B-87AE-4A63-B0F4-DA08B1D201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DCAC11D-49E7-4ED2-908F-CED2911CC4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</p:spPr>
        <p:txBody>
          <a:bodyPr/>
          <a:lstStyle/>
          <a:p>
            <a:fld id="{08B6486A-CC35-4C92-AA85-0ED15FF437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57783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theme" Target="../theme/theme1.xml"/><Relationship Id="rId7" Type="http://schemas.openxmlformats.org/officeDocument/2006/relationships/image" Target="../media/image4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theme" Target="../theme/theme2.xml"/><Relationship Id="rId2" Type="http://schemas.openxmlformats.org/officeDocument/2006/relationships/slideLayout" Target="../slideLayouts/slideLayout4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6.jpg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theme" Target="../theme/theme3.xml"/><Relationship Id="rId3" Type="http://schemas.openxmlformats.org/officeDocument/2006/relationships/slideLayout" Target="../slideLayouts/slideLayout7.xml"/><Relationship Id="rId7" Type="http://schemas.openxmlformats.org/officeDocument/2006/relationships/slideLayout" Target="../slideLayouts/slideLayout11.xml"/><Relationship Id="rId2" Type="http://schemas.openxmlformats.org/officeDocument/2006/relationships/slideLayout" Target="../slideLayouts/slideLayout6.xml"/><Relationship Id="rId1" Type="http://schemas.openxmlformats.org/officeDocument/2006/relationships/slideLayout" Target="../slideLayouts/slideLayout5.xml"/><Relationship Id="rId6" Type="http://schemas.openxmlformats.org/officeDocument/2006/relationships/slideLayout" Target="../slideLayouts/slideLayout10.xml"/><Relationship Id="rId5" Type="http://schemas.openxmlformats.org/officeDocument/2006/relationships/slideLayout" Target="../slideLayouts/slideLayout9.xml"/><Relationship Id="rId4" Type="http://schemas.openxmlformats.org/officeDocument/2006/relationships/slideLayout" Target="../slideLayouts/slideLayout8.xml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theme" Target="../theme/theme4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/Relationships>
</file>

<file path=ppt/slideMasters/_rels/slideMaster5.xml.rels><?xml version="1.0" encoding="UTF-8" standalone="yes"?>
<Relationships xmlns="http://schemas.openxmlformats.org/package/2006/relationships"><Relationship Id="rId2" Type="http://schemas.openxmlformats.org/officeDocument/2006/relationships/theme" Target="../theme/theme5.xml"/><Relationship Id="rId1" Type="http://schemas.openxmlformats.org/officeDocument/2006/relationships/slideLayout" Target="../slideLayouts/slideLayout14.xml"/></Relationships>
</file>

<file path=ppt/slideMasters/_rels/slideMaster6.xml.rels><?xml version="1.0" encoding="UTF-8" standalone="yes"?>
<Relationships xmlns="http://schemas.openxmlformats.org/package/2006/relationships"><Relationship Id="rId3" Type="http://schemas.openxmlformats.org/officeDocument/2006/relationships/theme" Target="../theme/theme6.xml"/><Relationship Id="rId2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5.xml"/><Relationship Id="rId5" Type="http://schemas.openxmlformats.org/officeDocument/2006/relationships/image" Target="../media/image14.svg"/><Relationship Id="rId4" Type="http://schemas.openxmlformats.org/officeDocument/2006/relationships/image" Target="../media/image13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직사각형 6">
            <a:extLst>
              <a:ext uri="{FF2B5EF4-FFF2-40B4-BE49-F238E27FC236}">
                <a16:creationId xmlns:a16="http://schemas.microsoft.com/office/drawing/2014/main" id="{AD73A5BB-38D4-4498-8F36-7B3EAE0B5D13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25252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85FFDE64-01E1-46EA-BB89-00B7444A145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7443685" y="4369869"/>
            <a:ext cx="4748316" cy="2488131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4C8D98F9-4974-4294-936D-6577B0CFA938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409299" y="1719014"/>
            <a:ext cx="576000" cy="314184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FE487EEE-5E3F-40E6-9CC6-EF232DBF611C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444690" y="2996962"/>
            <a:ext cx="3012221" cy="280800"/>
          </a:xfrm>
          <a:prstGeom prst="rect">
            <a:avLst/>
          </a:prstGeom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2F615880-2C53-4596-AB71-978EA75B1095}"/>
              </a:ext>
            </a:extLst>
          </p:cNvPr>
          <p:cNvPicPr>
            <a:picLocks noChangeAspect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429548" y="2627622"/>
            <a:ext cx="1080000" cy="180000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CBACF627-C2AD-49EF-AF10-77833DB1F777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636795" y="2627622"/>
            <a:ext cx="1446667" cy="18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81647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  <p:sldLayoutId id="2147483714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B7683328-6EED-4EB2-A728-3B8EBC825EC8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54553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  <p:sldLayoutId id="2147483655" r:id="rId2"/>
  </p:sldLayoutIdLst>
  <p:txStyles>
    <p:titleStyle>
      <a:lvl1pPr algn="l" defTabSz="914377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594" indent="-228594" algn="l" defTabSz="914377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783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71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60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349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537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4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>
            <a:extLst>
              <a:ext uri="{FF2B5EF4-FFF2-40B4-BE49-F238E27FC236}">
                <a16:creationId xmlns:a16="http://schemas.microsoft.com/office/drawing/2014/main" id="{69A5723D-ECDD-47C1-B2C4-13D55AE6CE97}"/>
              </a:ext>
            </a:extLst>
          </p:cNvPr>
          <p:cNvSpPr/>
          <p:nvPr userDrawn="1"/>
        </p:nvSpPr>
        <p:spPr>
          <a:xfrm>
            <a:off x="1988288" y="0"/>
            <a:ext cx="10203712" cy="6858000"/>
          </a:xfrm>
          <a:prstGeom prst="rect">
            <a:avLst/>
          </a:prstGeom>
          <a:solidFill>
            <a:srgbClr val="E2E2E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24848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1" r:id="rId1"/>
    <p:sldLayoutId id="2147483716" r:id="rId2"/>
    <p:sldLayoutId id="2147483692" r:id="rId3"/>
    <p:sldLayoutId id="2147483693" r:id="rId4"/>
    <p:sldLayoutId id="2147483694" r:id="rId5"/>
    <p:sldLayoutId id="2147483695" r:id="rId6"/>
    <p:sldLayoutId id="2147483687" r:id="rId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직사각형 6">
            <a:extLst>
              <a:ext uri="{FF2B5EF4-FFF2-40B4-BE49-F238E27FC236}">
                <a16:creationId xmlns:a16="http://schemas.microsoft.com/office/drawing/2014/main" id="{AFA77E9E-86EF-4900-9640-64B664D4B0F6}"/>
              </a:ext>
            </a:extLst>
          </p:cNvPr>
          <p:cNvSpPr/>
          <p:nvPr userDrawn="1"/>
        </p:nvSpPr>
        <p:spPr>
          <a:xfrm>
            <a:off x="1988288" y="0"/>
            <a:ext cx="10203712" cy="6858000"/>
          </a:xfrm>
          <a:prstGeom prst="rect">
            <a:avLst/>
          </a:prstGeom>
          <a:solidFill>
            <a:srgbClr val="25252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5AC08DC2-1665-4257-AF90-03D7DD53D761}"/>
              </a:ext>
            </a:extLst>
          </p:cNvPr>
          <p:cNvSpPr/>
          <p:nvPr userDrawn="1"/>
        </p:nvSpPr>
        <p:spPr>
          <a:xfrm>
            <a:off x="0" y="0"/>
            <a:ext cx="1988288" cy="6858000"/>
          </a:xfrm>
          <a:prstGeom prst="rect">
            <a:avLst/>
          </a:prstGeom>
          <a:solidFill>
            <a:srgbClr val="19191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80147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3" r:id="rId1"/>
    <p:sldLayoutId id="2147483713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직사각형 6">
            <a:extLst>
              <a:ext uri="{FF2B5EF4-FFF2-40B4-BE49-F238E27FC236}">
                <a16:creationId xmlns:a16="http://schemas.microsoft.com/office/drawing/2014/main" id="{700AA436-8662-419A-B647-D9970B8810FF}"/>
              </a:ext>
            </a:extLst>
          </p:cNvPr>
          <p:cNvSpPr/>
          <p:nvPr userDrawn="1"/>
        </p:nvSpPr>
        <p:spPr>
          <a:xfrm>
            <a:off x="1988288" y="0"/>
            <a:ext cx="10203712" cy="6858000"/>
          </a:xfrm>
          <a:prstGeom prst="rect">
            <a:avLst/>
          </a:prstGeom>
          <a:solidFill>
            <a:srgbClr val="19191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1E849A4C-75F8-4C5B-9436-716B7E0DDFF9}"/>
              </a:ext>
            </a:extLst>
          </p:cNvPr>
          <p:cNvSpPr/>
          <p:nvPr userDrawn="1"/>
        </p:nvSpPr>
        <p:spPr>
          <a:xfrm>
            <a:off x="0" y="0"/>
            <a:ext cx="1988288" cy="6858000"/>
          </a:xfrm>
          <a:prstGeom prst="rect">
            <a:avLst/>
          </a:prstGeom>
          <a:solidFill>
            <a:srgbClr val="25252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7631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1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직사각형 6">
            <a:extLst>
              <a:ext uri="{FF2B5EF4-FFF2-40B4-BE49-F238E27FC236}">
                <a16:creationId xmlns:a16="http://schemas.microsoft.com/office/drawing/2014/main" id="{AD73A5BB-38D4-4498-8F36-7B3EAE0B5D13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25252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그래픽 9">
            <a:extLst>
              <a:ext uri="{FF2B5EF4-FFF2-40B4-BE49-F238E27FC236}">
                <a16:creationId xmlns:a16="http://schemas.microsoft.com/office/drawing/2014/main" id="{ED349263-C087-4BD0-BDC1-2A7BFCF09080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825138" y="3071407"/>
            <a:ext cx="2541723" cy="352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19897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8" r:id="rId1"/>
    <p:sldLayoutId id="2147483719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1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g"/><Relationship Id="rId2" Type="http://schemas.openxmlformats.org/officeDocument/2006/relationships/image" Target="../media/image18.jpg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>
            <a:extLst>
              <a:ext uri="{FF2B5EF4-FFF2-40B4-BE49-F238E27FC236}">
                <a16:creationId xmlns:a16="http://schemas.microsoft.com/office/drawing/2014/main" id="{32208C31-D3A9-4672-893C-7DC232061486}"/>
              </a:ext>
            </a:extLst>
          </p:cNvPr>
          <p:cNvSpPr txBox="1"/>
          <p:nvPr/>
        </p:nvSpPr>
        <p:spPr>
          <a:xfrm>
            <a:off x="1264118" y="3265373"/>
            <a:ext cx="2964581" cy="14664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5600"/>
              </a:lnSpc>
            </a:pPr>
            <a:r>
              <a:rPr lang="ko-KR" altLang="en-US" sz="3600" dirty="0">
                <a:solidFill>
                  <a:schemeClr val="bg1"/>
                </a:solidFill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디 자 인</a:t>
            </a:r>
            <a:endParaRPr lang="en-US" altLang="ko-KR" sz="3600" dirty="0">
              <a:solidFill>
                <a:schemeClr val="bg1"/>
              </a:solidFill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  <a:p>
            <a:pPr>
              <a:lnSpc>
                <a:spcPts val="5600"/>
              </a:lnSpc>
            </a:pPr>
            <a:r>
              <a:rPr lang="ko-KR" altLang="en-US" sz="3600" dirty="0">
                <a:solidFill>
                  <a:schemeClr val="bg1"/>
                </a:solidFill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요 청 양 식</a:t>
            </a:r>
            <a:endParaRPr lang="en-US" sz="3600" dirty="0">
              <a:solidFill>
                <a:schemeClr val="bg1"/>
              </a:solidFill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B3282E7-579B-48AF-A791-BB420FCD5455}"/>
              </a:ext>
            </a:extLst>
          </p:cNvPr>
          <p:cNvSpPr txBox="1"/>
          <p:nvPr/>
        </p:nvSpPr>
        <p:spPr>
          <a:xfrm>
            <a:off x="9108706" y="3287031"/>
            <a:ext cx="1876926" cy="139268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ko-KR" sz="1100" b="1" dirty="0">
                <a:solidFill>
                  <a:srgbClr val="404046"/>
                </a:solidFill>
                <a:latin typeface="맑은 고딕" panose="020B0503020000020004" pitchFamily="50" charset="-127"/>
              </a:rPr>
              <a:t>01</a:t>
            </a:r>
            <a:r>
              <a:rPr lang="ko-KR" altLang="en-US" sz="1100" dirty="0">
                <a:solidFill>
                  <a:srgbClr val="404046"/>
                </a:solidFill>
                <a:latin typeface="맑은 고딕" panose="020B0503020000020004" pitchFamily="50" charset="-127"/>
              </a:rPr>
              <a:t> 포털 템플릿 선정</a:t>
            </a:r>
          </a:p>
          <a:p>
            <a:pPr>
              <a:lnSpc>
                <a:spcPct val="200000"/>
              </a:lnSpc>
            </a:pPr>
            <a:r>
              <a:rPr lang="en-US" altLang="ko-KR" sz="1100" b="1" dirty="0">
                <a:solidFill>
                  <a:srgbClr val="404046"/>
                </a:solidFill>
                <a:latin typeface="맑은 고딕" panose="020B0503020000020004" pitchFamily="50" charset="-127"/>
              </a:rPr>
              <a:t>02</a:t>
            </a:r>
            <a:r>
              <a:rPr lang="ko-KR" altLang="en-US" sz="1100" dirty="0">
                <a:solidFill>
                  <a:srgbClr val="404046"/>
                </a:solidFill>
                <a:latin typeface="맑은 고딕" panose="020B0503020000020004" pitchFamily="50" charset="-127"/>
              </a:rPr>
              <a:t> 포털 콘텐츠 작성</a:t>
            </a:r>
          </a:p>
          <a:p>
            <a:pPr>
              <a:lnSpc>
                <a:spcPct val="200000"/>
              </a:lnSpc>
            </a:pPr>
            <a:r>
              <a:rPr lang="en-US" altLang="ko-KR" sz="1100" b="1" dirty="0">
                <a:solidFill>
                  <a:srgbClr val="404046"/>
                </a:solidFill>
                <a:latin typeface="맑은 고딕" panose="020B0503020000020004" pitchFamily="50" charset="-127"/>
              </a:rPr>
              <a:t>03</a:t>
            </a:r>
            <a:r>
              <a:rPr lang="ko-KR" altLang="en-US" sz="1100" dirty="0">
                <a:solidFill>
                  <a:srgbClr val="404046"/>
                </a:solidFill>
                <a:latin typeface="맑은 고딕" panose="020B0503020000020004" pitchFamily="50" charset="-127"/>
              </a:rPr>
              <a:t> 로그인 템플릿 선정</a:t>
            </a:r>
          </a:p>
          <a:p>
            <a:pPr>
              <a:lnSpc>
                <a:spcPct val="200000"/>
              </a:lnSpc>
            </a:pPr>
            <a:r>
              <a:rPr lang="en-US" altLang="ko-KR" sz="1100" b="1" dirty="0">
                <a:solidFill>
                  <a:srgbClr val="404046"/>
                </a:solidFill>
                <a:latin typeface="맑은 고딕" panose="020B0503020000020004" pitchFamily="50" charset="-127"/>
              </a:rPr>
              <a:t>04</a:t>
            </a:r>
            <a:r>
              <a:rPr lang="ko-KR" altLang="en-US" sz="1100" dirty="0">
                <a:solidFill>
                  <a:srgbClr val="404046"/>
                </a:solidFill>
                <a:latin typeface="맑은 고딕" panose="020B0503020000020004" pitchFamily="50" charset="-127"/>
              </a:rPr>
              <a:t> 자료 전달 </a:t>
            </a:r>
            <a:r>
              <a:rPr lang="en-US" altLang="ko-KR" sz="1100" dirty="0">
                <a:solidFill>
                  <a:srgbClr val="404046"/>
                </a:solidFill>
                <a:latin typeface="맑은 고딕" panose="020B0503020000020004" pitchFamily="50" charset="-127"/>
              </a:rPr>
              <a:t>(CI, </a:t>
            </a:r>
            <a:r>
              <a:rPr lang="ko-KR" altLang="en-US" sz="1100" dirty="0">
                <a:solidFill>
                  <a:srgbClr val="404046"/>
                </a:solidFill>
                <a:latin typeface="맑은 고딕" panose="020B0503020000020004" pitchFamily="50" charset="-127"/>
              </a:rPr>
              <a:t>이미지</a:t>
            </a:r>
            <a:r>
              <a:rPr lang="en-US" altLang="ko-KR" sz="1100" dirty="0">
                <a:solidFill>
                  <a:srgbClr val="404046"/>
                </a:solidFill>
                <a:latin typeface="맑은 고딕" panose="020B0503020000020004" pitchFamily="50" charset="-127"/>
              </a:rPr>
              <a:t>)</a:t>
            </a:r>
            <a:endParaRPr lang="en-US" sz="1100" dirty="0">
              <a:solidFill>
                <a:srgbClr val="404046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CC9421EE-A5ED-4D1C-97BC-93B13AD609D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397367" y="1720666"/>
            <a:ext cx="2955122" cy="1245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40450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97360276-5F9F-40E0-93DC-86063F9B4E06}"/>
              </a:ext>
            </a:extLst>
          </p:cNvPr>
          <p:cNvSpPr/>
          <p:nvPr/>
        </p:nvSpPr>
        <p:spPr>
          <a:xfrm>
            <a:off x="2345931" y="962023"/>
            <a:ext cx="9455543" cy="288000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ko-KR" altLang="en-US" sz="1050" b="1" dirty="0">
                <a:solidFill>
                  <a:schemeClr val="tx1"/>
                </a:solidFill>
              </a:rPr>
              <a:t>기업 </a:t>
            </a:r>
            <a:r>
              <a:rPr lang="en-US" altLang="ko-KR" sz="1050" b="1" dirty="0">
                <a:solidFill>
                  <a:schemeClr val="tx1"/>
                </a:solidFill>
              </a:rPr>
              <a:t>CI </a:t>
            </a:r>
            <a:r>
              <a:rPr lang="en-US" altLang="ko-KR" sz="1000" dirty="0">
                <a:solidFill>
                  <a:schemeClr val="tx1"/>
                </a:solidFill>
              </a:rPr>
              <a:t>(AI</a:t>
            </a:r>
            <a:r>
              <a:rPr lang="ko-KR" altLang="en-US" sz="1000" dirty="0">
                <a:solidFill>
                  <a:schemeClr val="tx1"/>
                </a:solidFill>
              </a:rPr>
              <a:t>파일 전달 예정</a:t>
            </a:r>
            <a:r>
              <a:rPr lang="en-US" altLang="ko-KR" sz="1000" dirty="0">
                <a:solidFill>
                  <a:schemeClr val="tx1"/>
                </a:solidFill>
              </a:rPr>
              <a:t>)                          </a:t>
            </a:r>
            <a:r>
              <a:rPr lang="ko-KR" altLang="en-US" sz="1050" b="1" dirty="0">
                <a:solidFill>
                  <a:schemeClr val="tx1"/>
                </a:solidFill>
              </a:rPr>
              <a:t>메일</a:t>
            </a:r>
            <a:r>
              <a:rPr lang="en-US" altLang="ko-KR" sz="1050" b="1" dirty="0">
                <a:solidFill>
                  <a:schemeClr val="tx1"/>
                </a:solidFill>
              </a:rPr>
              <a:t>, </a:t>
            </a:r>
            <a:r>
              <a:rPr lang="ko-KR" altLang="en-US" sz="1050" b="1" dirty="0">
                <a:solidFill>
                  <a:schemeClr val="tx1"/>
                </a:solidFill>
              </a:rPr>
              <a:t>전자결재</a:t>
            </a:r>
            <a:r>
              <a:rPr lang="en-US" altLang="ko-KR" sz="1050" b="1" dirty="0">
                <a:solidFill>
                  <a:schemeClr val="tx1"/>
                </a:solidFill>
              </a:rPr>
              <a:t>, </a:t>
            </a:r>
            <a:r>
              <a:rPr lang="ko-KR" altLang="en-US" sz="1050" b="1" dirty="0" err="1">
                <a:solidFill>
                  <a:schemeClr val="tx1"/>
                </a:solidFill>
              </a:rPr>
              <a:t>통합게시</a:t>
            </a:r>
            <a:r>
              <a:rPr lang="en-US" altLang="ko-KR" sz="1050" b="1" dirty="0">
                <a:solidFill>
                  <a:schemeClr val="tx1"/>
                </a:solidFill>
              </a:rPr>
              <a:t>, </a:t>
            </a:r>
            <a:r>
              <a:rPr lang="ko-KR" altLang="en-US" sz="1050" b="1" dirty="0">
                <a:solidFill>
                  <a:schemeClr val="tx1"/>
                </a:solidFill>
              </a:rPr>
              <a:t>문서관리</a:t>
            </a:r>
            <a:r>
              <a:rPr lang="en-US" altLang="ko-KR" sz="1050" b="1" dirty="0">
                <a:solidFill>
                  <a:schemeClr val="tx1"/>
                </a:solidFill>
              </a:rPr>
              <a:t>, </a:t>
            </a:r>
            <a:r>
              <a:rPr lang="ko-KR" altLang="en-US" sz="1050" b="1" dirty="0">
                <a:solidFill>
                  <a:schemeClr val="tx1"/>
                </a:solidFill>
              </a:rPr>
              <a:t>웹하드</a:t>
            </a:r>
            <a:endParaRPr lang="en-US" sz="1000" dirty="0">
              <a:solidFill>
                <a:schemeClr val="tx1"/>
              </a:solidFill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14433AB1-BBC7-4958-BD88-C3FF9C5704E2}"/>
              </a:ext>
            </a:extLst>
          </p:cNvPr>
          <p:cNvSpPr/>
          <p:nvPr/>
        </p:nvSpPr>
        <p:spPr>
          <a:xfrm>
            <a:off x="2349003" y="1314447"/>
            <a:ext cx="2118221" cy="4772027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ko-KR" altLang="en-US" sz="1050" b="1" dirty="0">
                <a:solidFill>
                  <a:schemeClr val="tx1"/>
                </a:solidFill>
              </a:rPr>
              <a:t>주요소식 </a:t>
            </a:r>
            <a:r>
              <a:rPr lang="ko-KR" altLang="en-US" sz="1050" b="1" dirty="0" err="1">
                <a:solidFill>
                  <a:schemeClr val="tx1"/>
                </a:solidFill>
              </a:rPr>
              <a:t>롤링배너</a:t>
            </a:r>
            <a:r>
              <a:rPr lang="en-US" altLang="ko-KR" sz="1050" b="1" dirty="0">
                <a:solidFill>
                  <a:schemeClr val="tx1"/>
                </a:solidFill>
              </a:rPr>
              <a:t> </a:t>
            </a:r>
          </a:p>
          <a:p>
            <a:endParaRPr lang="en-US" altLang="ko-KR" sz="1000" dirty="0">
              <a:solidFill>
                <a:schemeClr val="tx1"/>
              </a:solidFill>
            </a:endParaRPr>
          </a:p>
          <a:p>
            <a:r>
              <a:rPr lang="ko-KR" altLang="en-US" sz="1000" dirty="0">
                <a:solidFill>
                  <a:srgbClr val="000000"/>
                </a:solidFill>
                <a:latin typeface="맑은 고딕" panose="020B0503020000020004" pitchFamily="50" charset="-127"/>
              </a:rPr>
              <a:t>배너 문구</a:t>
            </a:r>
            <a:r>
              <a:rPr lang="en-US" altLang="ko-KR" sz="1000" dirty="0">
                <a:solidFill>
                  <a:srgbClr val="000000"/>
                </a:solidFill>
                <a:latin typeface="맑은 고딕" panose="020B0503020000020004" pitchFamily="50" charset="-127"/>
              </a:rPr>
              <a:t>:</a:t>
            </a:r>
          </a:p>
          <a:p>
            <a:endParaRPr lang="en-US" altLang="ko-KR" sz="1000" dirty="0">
              <a:solidFill>
                <a:srgbClr val="000000"/>
              </a:solidFill>
              <a:latin typeface="맑은 고딕" panose="020B0503020000020004" pitchFamily="50" charset="-127"/>
            </a:endParaRPr>
          </a:p>
          <a:p>
            <a:r>
              <a:rPr lang="en-US" altLang="ko-KR" sz="1000" dirty="0">
                <a:solidFill>
                  <a:srgbClr val="000000"/>
                </a:solidFill>
                <a:latin typeface="맑은 고딕" panose="020B0503020000020004" pitchFamily="50" charset="-127"/>
              </a:rPr>
              <a:t>1.</a:t>
            </a:r>
            <a:r>
              <a:rPr lang="ko-KR" altLang="en-US" sz="1000" dirty="0">
                <a:solidFill>
                  <a:srgbClr val="000000"/>
                </a:solidFill>
                <a:latin typeface="맑은 고딕" panose="020B0503020000020004" pitchFamily="50" charset="-127"/>
              </a:rPr>
              <a:t>경영이념</a:t>
            </a:r>
            <a:endParaRPr lang="en-US" altLang="ko-KR" sz="1000" dirty="0">
              <a:solidFill>
                <a:srgbClr val="000000"/>
              </a:solidFill>
              <a:latin typeface="맑은 고딕" panose="020B0503020000020004" pitchFamily="50" charset="-127"/>
            </a:endParaRPr>
          </a:p>
          <a:p>
            <a:r>
              <a:rPr lang="en-US" altLang="ko-KR" sz="1000" dirty="0">
                <a:solidFill>
                  <a:srgbClr val="000000"/>
                </a:solidFill>
                <a:latin typeface="맑은 고딕" panose="020B0503020000020004" pitchFamily="50" charset="-127"/>
              </a:rPr>
              <a:t>High Tech Market Leader</a:t>
            </a:r>
          </a:p>
          <a:p>
            <a:endParaRPr lang="en-US" altLang="ko-KR" sz="1000" dirty="0">
              <a:solidFill>
                <a:srgbClr val="000000"/>
              </a:solidFill>
              <a:latin typeface="맑은 고딕" panose="020B0503020000020004" pitchFamily="50" charset="-127"/>
            </a:endParaRPr>
          </a:p>
          <a:p>
            <a:r>
              <a:rPr lang="en-US" altLang="ko-KR" sz="1000" dirty="0">
                <a:solidFill>
                  <a:srgbClr val="000000"/>
                </a:solidFill>
                <a:latin typeface="맑은 고딕" panose="020B0503020000020004" pitchFamily="50" charset="-127"/>
              </a:rPr>
              <a:t>2.</a:t>
            </a:r>
            <a:r>
              <a:rPr lang="ko-KR" altLang="en-US" sz="1000" dirty="0">
                <a:solidFill>
                  <a:srgbClr val="000000"/>
                </a:solidFill>
                <a:latin typeface="맑은 고딕" panose="020B0503020000020004" pitchFamily="50" charset="-127"/>
              </a:rPr>
              <a:t>비전</a:t>
            </a:r>
            <a:endParaRPr lang="en-US" altLang="ko-KR" sz="1000" dirty="0">
              <a:solidFill>
                <a:srgbClr val="000000"/>
              </a:solidFill>
              <a:latin typeface="맑은 고딕" panose="020B0503020000020004" pitchFamily="50" charset="-127"/>
            </a:endParaRPr>
          </a:p>
          <a:p>
            <a:r>
              <a:rPr lang="en-US" sz="1000" dirty="0">
                <a:solidFill>
                  <a:srgbClr val="20212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Market Leader</a:t>
            </a:r>
            <a:endParaRPr lang="en-US" altLang="ko-KR" sz="1000" dirty="0">
              <a:solidFill>
                <a:srgbClr val="00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endParaRPr lang="en-US" altLang="ko-KR" sz="1000" dirty="0">
              <a:solidFill>
                <a:schemeClr val="tx1"/>
              </a:solidFill>
            </a:endParaRPr>
          </a:p>
          <a:p>
            <a:r>
              <a:rPr lang="en-US" altLang="ko-KR" sz="1000" dirty="0">
                <a:solidFill>
                  <a:schemeClr val="tx1"/>
                </a:solidFill>
              </a:rPr>
              <a:t>(</a:t>
            </a:r>
            <a:r>
              <a:rPr lang="ko-KR" altLang="en-US" sz="1000" dirty="0">
                <a:solidFill>
                  <a:schemeClr val="tx1"/>
                </a:solidFill>
              </a:rPr>
              <a:t>배너 이미지 </a:t>
            </a:r>
            <a:r>
              <a:rPr lang="en-US" altLang="ko-KR" sz="1000" dirty="0">
                <a:solidFill>
                  <a:schemeClr val="tx1"/>
                </a:solidFill>
              </a:rPr>
              <a:t>2</a:t>
            </a:r>
            <a:r>
              <a:rPr lang="ko-KR" altLang="en-US" sz="1000" dirty="0">
                <a:solidFill>
                  <a:schemeClr val="tx1"/>
                </a:solidFill>
              </a:rPr>
              <a:t>종 전달 예정</a:t>
            </a:r>
            <a:r>
              <a:rPr lang="en-US" altLang="ko-KR" sz="1000" dirty="0">
                <a:solidFill>
                  <a:schemeClr val="tx1"/>
                </a:solidFill>
              </a:rPr>
              <a:t>)</a:t>
            </a:r>
            <a:endParaRPr lang="en-US" sz="1000" dirty="0">
              <a:solidFill>
                <a:schemeClr val="tx1"/>
              </a:solidFill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58E86839-9C7D-41DF-BE19-A87F850730E1}"/>
              </a:ext>
            </a:extLst>
          </p:cNvPr>
          <p:cNvSpPr/>
          <p:nvPr/>
        </p:nvSpPr>
        <p:spPr>
          <a:xfrm>
            <a:off x="4533898" y="1314447"/>
            <a:ext cx="7267577" cy="288000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ko-KR" altLang="en-US" sz="1050" b="1" dirty="0">
                <a:solidFill>
                  <a:schemeClr val="tx1"/>
                </a:solidFill>
              </a:rPr>
              <a:t>롤링 공지사항</a:t>
            </a:r>
            <a:endParaRPr lang="en-US" sz="1000" dirty="0">
              <a:solidFill>
                <a:schemeClr val="tx1"/>
              </a:solidFill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8BCC8B74-57A2-4879-8572-122E8F5E9125}"/>
              </a:ext>
            </a:extLst>
          </p:cNvPr>
          <p:cNvSpPr/>
          <p:nvPr/>
        </p:nvSpPr>
        <p:spPr>
          <a:xfrm>
            <a:off x="4533898" y="1666870"/>
            <a:ext cx="7267577" cy="1171579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ko-KR" altLang="en-US" sz="1050" b="1" dirty="0">
                <a:solidFill>
                  <a:schemeClr val="tx1"/>
                </a:solidFill>
              </a:rPr>
              <a:t>공지</a:t>
            </a:r>
            <a:endParaRPr lang="en-US" sz="1050" b="1" dirty="0">
              <a:solidFill>
                <a:schemeClr val="tx1"/>
              </a:solidFill>
            </a:endParaRPr>
          </a:p>
          <a:p>
            <a:r>
              <a:rPr lang="en-US" altLang="ko-KR" sz="1000" dirty="0">
                <a:solidFill>
                  <a:srgbClr val="000000"/>
                </a:solidFill>
                <a:latin typeface="맑은 고딕" panose="020B0503020000020004" pitchFamily="50" charset="-127"/>
              </a:rPr>
              <a:t>- </a:t>
            </a:r>
            <a:r>
              <a:rPr lang="ko-KR" altLang="en-US" sz="1000" dirty="0">
                <a:solidFill>
                  <a:srgbClr val="000000"/>
                </a:solidFill>
                <a:latin typeface="맑은 고딕" panose="020B0503020000020004" pitchFamily="50" charset="-127"/>
              </a:rPr>
              <a:t>전체공지</a:t>
            </a:r>
            <a:r>
              <a:rPr lang="en-US" altLang="ko-KR" sz="1000" dirty="0">
                <a:solidFill>
                  <a:srgbClr val="000000"/>
                </a:solidFill>
                <a:latin typeface="맑은 고딕" panose="020B0503020000020004" pitchFamily="50" charset="-127"/>
              </a:rPr>
              <a:t>, </a:t>
            </a:r>
            <a:r>
              <a:rPr lang="ko-KR" altLang="en-US" sz="1000" dirty="0" err="1">
                <a:solidFill>
                  <a:srgbClr val="000000"/>
                </a:solidFill>
                <a:latin typeface="맑은 고딕" panose="020B0503020000020004" pitchFamily="50" charset="-127"/>
              </a:rPr>
              <a:t>최신게시</a:t>
            </a:r>
            <a:r>
              <a:rPr lang="en-US" altLang="ko-KR" sz="1000" dirty="0">
                <a:solidFill>
                  <a:srgbClr val="000000"/>
                </a:solidFill>
                <a:latin typeface="맑은 고딕" panose="020B0503020000020004" pitchFamily="50" charset="-127"/>
              </a:rPr>
              <a:t>, </a:t>
            </a:r>
            <a:r>
              <a:rPr lang="ko-KR" altLang="en-US" sz="1000" dirty="0">
                <a:solidFill>
                  <a:srgbClr val="000000"/>
                </a:solidFill>
                <a:latin typeface="맑은 고딕" panose="020B0503020000020004" pitchFamily="50" charset="-127"/>
              </a:rPr>
              <a:t>경조사 탭 구성</a:t>
            </a:r>
            <a:endParaRPr lang="en-US" altLang="ko-KR" sz="1000" dirty="0">
              <a:solidFill>
                <a:srgbClr val="000000"/>
              </a:solidFill>
              <a:latin typeface="맑은 고딕" panose="020B0503020000020004" pitchFamily="50" charset="-127"/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20AC96C5-7267-4A48-BBED-72032269D71F}"/>
              </a:ext>
            </a:extLst>
          </p:cNvPr>
          <p:cNvSpPr/>
          <p:nvPr/>
        </p:nvSpPr>
        <p:spPr>
          <a:xfrm>
            <a:off x="8201025" y="2917156"/>
            <a:ext cx="3600452" cy="1171579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ko-KR" altLang="en-US" sz="1050" b="1" dirty="0">
                <a:solidFill>
                  <a:schemeClr val="tx1"/>
                </a:solidFill>
              </a:rPr>
              <a:t>업무 시스템 바로가기</a:t>
            </a:r>
            <a:endParaRPr lang="en-US" sz="1050" b="1" dirty="0">
              <a:solidFill>
                <a:schemeClr val="tx1"/>
              </a:solidFill>
            </a:endParaRPr>
          </a:p>
          <a:p>
            <a:r>
              <a:rPr lang="en-US" altLang="ko-KR" sz="1000" dirty="0">
                <a:solidFill>
                  <a:srgbClr val="000000"/>
                </a:solidFill>
                <a:latin typeface="맑은 고딕" panose="020B0503020000020004" pitchFamily="50" charset="-127"/>
              </a:rPr>
              <a:t>- </a:t>
            </a:r>
            <a:r>
              <a:rPr lang="ko-KR" altLang="en-US" sz="1000" dirty="0">
                <a:solidFill>
                  <a:srgbClr val="000000"/>
                </a:solidFill>
                <a:latin typeface="맑은 고딕" panose="020B0503020000020004" pitchFamily="50" charset="-127"/>
              </a:rPr>
              <a:t>서식</a:t>
            </a:r>
            <a:r>
              <a:rPr lang="en-US" altLang="ko-KR" sz="1000" dirty="0">
                <a:solidFill>
                  <a:srgbClr val="000000"/>
                </a:solidFill>
                <a:latin typeface="맑은 고딕" panose="020B0503020000020004" pitchFamily="50" charset="-127"/>
              </a:rPr>
              <a:t>/</a:t>
            </a:r>
            <a:r>
              <a:rPr lang="ko-KR" altLang="en-US" sz="1000" dirty="0">
                <a:solidFill>
                  <a:srgbClr val="000000"/>
                </a:solidFill>
                <a:latin typeface="맑은 고딕" panose="020B0503020000020004" pitchFamily="50" charset="-127"/>
              </a:rPr>
              <a:t>규정</a:t>
            </a:r>
            <a:r>
              <a:rPr lang="en-US" altLang="ko-KR" sz="1000" dirty="0">
                <a:solidFill>
                  <a:srgbClr val="000000"/>
                </a:solidFill>
                <a:latin typeface="맑은 고딕" panose="020B0503020000020004" pitchFamily="50" charset="-127"/>
              </a:rPr>
              <a:t>, </a:t>
            </a:r>
            <a:r>
              <a:rPr lang="ko-KR" altLang="en-US" sz="1000" dirty="0">
                <a:solidFill>
                  <a:srgbClr val="000000"/>
                </a:solidFill>
                <a:latin typeface="맑은 고딕" panose="020B0503020000020004" pitchFamily="50" charset="-127"/>
              </a:rPr>
              <a:t>웹하드</a:t>
            </a:r>
            <a:r>
              <a:rPr lang="en-US" altLang="ko-KR" sz="1000" dirty="0">
                <a:solidFill>
                  <a:srgbClr val="000000"/>
                </a:solidFill>
                <a:latin typeface="맑은 고딕" panose="020B0503020000020004" pitchFamily="50" charset="-127"/>
              </a:rPr>
              <a:t>, </a:t>
            </a:r>
            <a:r>
              <a:rPr lang="ko-KR" altLang="en-US" sz="1000" dirty="0" err="1">
                <a:solidFill>
                  <a:srgbClr val="000000"/>
                </a:solidFill>
                <a:latin typeface="맑은 고딕" panose="020B0503020000020004" pitchFamily="50" charset="-127"/>
              </a:rPr>
              <a:t>구그룹웨어</a:t>
            </a:r>
            <a:r>
              <a:rPr lang="en-US" altLang="ko-KR" sz="1000" dirty="0">
                <a:solidFill>
                  <a:srgbClr val="000000"/>
                </a:solidFill>
                <a:latin typeface="맑은 고딕" panose="020B0503020000020004" pitchFamily="50" charset="-127"/>
              </a:rPr>
              <a:t>, </a:t>
            </a:r>
            <a:r>
              <a:rPr lang="ko-KR" altLang="en-US" sz="1000" dirty="0">
                <a:solidFill>
                  <a:srgbClr val="000000"/>
                </a:solidFill>
                <a:latin typeface="맑은 고딕" panose="020B0503020000020004" pitchFamily="50" charset="-127"/>
              </a:rPr>
              <a:t>지식창고</a:t>
            </a:r>
            <a:r>
              <a:rPr lang="en-US" altLang="ko-KR" sz="1000" dirty="0">
                <a:solidFill>
                  <a:srgbClr val="000000"/>
                </a:solidFill>
                <a:latin typeface="맑은 고딕" panose="020B0503020000020004" pitchFamily="50" charset="-127"/>
              </a:rPr>
              <a:t>, </a:t>
            </a:r>
            <a:r>
              <a:rPr lang="ko-KR" altLang="en-US" sz="1000" dirty="0">
                <a:solidFill>
                  <a:srgbClr val="000000"/>
                </a:solidFill>
                <a:latin typeface="맑은 고딕" panose="020B0503020000020004" pitchFamily="50" charset="-127"/>
              </a:rPr>
              <a:t>회사사이트</a:t>
            </a:r>
            <a:r>
              <a:rPr lang="en-US" altLang="ko-KR" sz="1000" dirty="0">
                <a:solidFill>
                  <a:srgbClr val="000000"/>
                </a:solidFill>
                <a:latin typeface="맑은 고딕" panose="020B0503020000020004" pitchFamily="50" charset="-127"/>
              </a:rPr>
              <a:t>, </a:t>
            </a:r>
            <a:r>
              <a:rPr lang="ko-KR" altLang="en-US" sz="1000" dirty="0">
                <a:solidFill>
                  <a:srgbClr val="000000"/>
                </a:solidFill>
                <a:latin typeface="맑은 고딕" panose="020B0503020000020004" pitchFamily="50" charset="-127"/>
              </a:rPr>
              <a:t>사무용품신청</a:t>
            </a:r>
            <a:endParaRPr lang="en-US" altLang="ko-KR" sz="1000" dirty="0">
              <a:solidFill>
                <a:srgbClr val="000000"/>
              </a:solidFill>
              <a:latin typeface="맑은 고딕" panose="020B0503020000020004" pitchFamily="50" charset="-127"/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903E9DCA-AEC1-4611-B68C-0937C0C139B6}"/>
              </a:ext>
            </a:extLst>
          </p:cNvPr>
          <p:cNvSpPr/>
          <p:nvPr/>
        </p:nvSpPr>
        <p:spPr>
          <a:xfrm>
            <a:off x="4533897" y="4153158"/>
            <a:ext cx="7267577" cy="1933316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sz="1050" b="1" dirty="0">
                <a:solidFill>
                  <a:schemeClr val="tx1"/>
                </a:solidFill>
              </a:rPr>
              <a:t>My</a:t>
            </a:r>
            <a:r>
              <a:rPr lang="ko-KR" altLang="en-US" sz="1050" b="1" dirty="0">
                <a:solidFill>
                  <a:schemeClr val="tx1"/>
                </a:solidFill>
              </a:rPr>
              <a:t> </a:t>
            </a:r>
            <a:r>
              <a:rPr lang="en-US" altLang="ko-KR" sz="1050" b="1" dirty="0">
                <a:solidFill>
                  <a:schemeClr val="tx1"/>
                </a:solidFill>
              </a:rPr>
              <a:t>Place  </a:t>
            </a:r>
            <a:r>
              <a:rPr lang="en-US" altLang="ko-KR" sz="1000" dirty="0">
                <a:solidFill>
                  <a:srgbClr val="000000"/>
                </a:solidFill>
                <a:latin typeface="맑은 고딕" panose="020B0503020000020004" pitchFamily="50" charset="-127"/>
              </a:rPr>
              <a:t>- </a:t>
            </a:r>
            <a:r>
              <a:rPr lang="ko-KR" altLang="en-US" sz="1000" dirty="0" err="1">
                <a:solidFill>
                  <a:srgbClr val="000000"/>
                </a:solidFill>
                <a:latin typeface="맑은 고딕" panose="020B0503020000020004" pitchFamily="50" charset="-127"/>
              </a:rPr>
              <a:t>웹파트</a:t>
            </a:r>
            <a:r>
              <a:rPr lang="ko-KR" altLang="en-US" sz="1000" dirty="0">
                <a:solidFill>
                  <a:srgbClr val="000000"/>
                </a:solidFill>
                <a:latin typeface="맑은 고딕" panose="020B0503020000020004" pitchFamily="50" charset="-127"/>
              </a:rPr>
              <a:t> 구성</a:t>
            </a:r>
            <a:r>
              <a:rPr lang="en-US" altLang="ko-KR" sz="1000" dirty="0">
                <a:solidFill>
                  <a:srgbClr val="000000"/>
                </a:solidFill>
                <a:latin typeface="맑은 고딕" panose="020B0503020000020004" pitchFamily="50" charset="-127"/>
              </a:rPr>
              <a:t>: </a:t>
            </a:r>
            <a:r>
              <a:rPr lang="ko-KR" altLang="en-US" sz="1000" dirty="0">
                <a:solidFill>
                  <a:srgbClr val="000000"/>
                </a:solidFill>
                <a:latin typeface="맑은 고딕" panose="020B0503020000020004" pitchFamily="50" charset="-127"/>
              </a:rPr>
              <a:t>사이트링크</a:t>
            </a:r>
            <a:r>
              <a:rPr lang="en-US" altLang="ko-KR" sz="1000" dirty="0">
                <a:solidFill>
                  <a:srgbClr val="000000"/>
                </a:solidFill>
                <a:latin typeface="맑은 고딕" panose="020B0503020000020004" pitchFamily="50" charset="-127"/>
              </a:rPr>
              <a:t>, </a:t>
            </a:r>
            <a:r>
              <a:rPr lang="ko-KR" altLang="en-US" sz="1000" dirty="0">
                <a:solidFill>
                  <a:srgbClr val="000000"/>
                </a:solidFill>
                <a:latin typeface="맑은 고딕" panose="020B0503020000020004" pitchFamily="50" charset="-127"/>
              </a:rPr>
              <a:t>최근사용양식</a:t>
            </a:r>
            <a:r>
              <a:rPr lang="en-US" altLang="ko-KR" sz="1000" dirty="0">
                <a:solidFill>
                  <a:srgbClr val="000000"/>
                </a:solidFill>
                <a:latin typeface="맑은 고딕" panose="020B0503020000020004" pitchFamily="50" charset="-127"/>
              </a:rPr>
              <a:t>, </a:t>
            </a:r>
            <a:r>
              <a:rPr lang="ko-KR" altLang="en-US" sz="1000" dirty="0">
                <a:solidFill>
                  <a:srgbClr val="000000"/>
                </a:solidFill>
                <a:latin typeface="맑은 고딕" panose="020B0503020000020004" pitchFamily="50" charset="-127"/>
              </a:rPr>
              <a:t>업계동향</a:t>
            </a:r>
            <a:r>
              <a:rPr lang="en-US" altLang="ko-KR" sz="1000" dirty="0">
                <a:solidFill>
                  <a:srgbClr val="000000"/>
                </a:solidFill>
                <a:latin typeface="맑은 고딕" panose="020B0503020000020004" pitchFamily="50" charset="-127"/>
              </a:rPr>
              <a:t>, </a:t>
            </a:r>
            <a:r>
              <a:rPr lang="ko-KR" altLang="en-US" sz="1000" dirty="0" err="1">
                <a:solidFill>
                  <a:srgbClr val="000000"/>
                </a:solidFill>
                <a:latin typeface="맑은 고딕" panose="020B0503020000020004" pitchFamily="50" charset="-127"/>
              </a:rPr>
              <a:t>참여게시</a:t>
            </a:r>
            <a:r>
              <a:rPr lang="en-US" altLang="ko-KR" sz="1000" dirty="0">
                <a:solidFill>
                  <a:srgbClr val="000000"/>
                </a:solidFill>
                <a:latin typeface="맑은 고딕" panose="020B0503020000020004" pitchFamily="50" charset="-127"/>
              </a:rPr>
              <a:t>, </a:t>
            </a:r>
            <a:r>
              <a:rPr lang="ko-KR" altLang="en-US" sz="1000" dirty="0">
                <a:solidFill>
                  <a:srgbClr val="000000"/>
                </a:solidFill>
                <a:latin typeface="맑은 고딕" panose="020B0503020000020004" pitchFamily="50" charset="-127"/>
              </a:rPr>
              <a:t>회의실예약</a:t>
            </a:r>
            <a:r>
              <a:rPr lang="en-US" altLang="ko-KR" sz="1000" dirty="0">
                <a:solidFill>
                  <a:srgbClr val="000000"/>
                </a:solidFill>
                <a:latin typeface="맑은 고딕" panose="020B0503020000020004" pitchFamily="50" charset="-127"/>
              </a:rPr>
              <a:t>, </a:t>
            </a:r>
            <a:r>
              <a:rPr lang="ko-KR" altLang="en-US" sz="1000" dirty="0">
                <a:solidFill>
                  <a:srgbClr val="000000"/>
                </a:solidFill>
                <a:latin typeface="맑은 고딕" panose="020B0503020000020004" pitchFamily="50" charset="-127"/>
              </a:rPr>
              <a:t>일정관리</a:t>
            </a:r>
            <a:r>
              <a:rPr lang="en-US" altLang="ko-KR" sz="1000" dirty="0">
                <a:solidFill>
                  <a:srgbClr val="000000"/>
                </a:solidFill>
                <a:latin typeface="맑은 고딕" panose="020B0503020000020004" pitchFamily="50" charset="-127"/>
              </a:rPr>
              <a:t>, </a:t>
            </a:r>
            <a:r>
              <a:rPr lang="ko-KR" altLang="en-US" sz="1000" dirty="0" err="1">
                <a:solidFill>
                  <a:srgbClr val="000000"/>
                </a:solidFill>
                <a:latin typeface="맑은 고딕" panose="020B0503020000020004" pitchFamily="50" charset="-127"/>
              </a:rPr>
              <a:t>내근태현황</a:t>
            </a:r>
            <a:r>
              <a:rPr lang="en-US" altLang="ko-KR" sz="1000" dirty="0">
                <a:solidFill>
                  <a:srgbClr val="000000"/>
                </a:solidFill>
                <a:latin typeface="맑은 고딕" panose="020B0503020000020004" pitchFamily="50" charset="-127"/>
              </a:rPr>
              <a:t>, </a:t>
            </a:r>
            <a:r>
              <a:rPr lang="ko-KR" altLang="en-US" sz="1000" dirty="0">
                <a:solidFill>
                  <a:srgbClr val="000000"/>
                </a:solidFill>
                <a:latin typeface="맑은 고딕" panose="020B0503020000020004" pitchFamily="50" charset="-127"/>
              </a:rPr>
              <a:t>내휴가현황</a:t>
            </a:r>
            <a:endParaRPr lang="en-US" altLang="ko-KR" sz="1000" dirty="0">
              <a:solidFill>
                <a:srgbClr val="000000"/>
              </a:solidFill>
              <a:latin typeface="맑은 고딕" panose="020B0503020000020004" pitchFamily="50" charset="-127"/>
            </a:endParaRP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33B9CFB4-A461-4DEA-8313-786A6DFC2871}"/>
              </a:ext>
            </a:extLst>
          </p:cNvPr>
          <p:cNvSpPr/>
          <p:nvPr/>
        </p:nvSpPr>
        <p:spPr>
          <a:xfrm>
            <a:off x="4605335" y="4483763"/>
            <a:ext cx="1728000" cy="720000"/>
          </a:xfrm>
          <a:prstGeom prst="rect">
            <a:avLst/>
          </a:prstGeom>
          <a:solidFill>
            <a:srgbClr val="F1F1F8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ko-KR" altLang="en-US" sz="1000" dirty="0">
                <a:solidFill>
                  <a:srgbClr val="000000"/>
                </a:solidFill>
                <a:latin typeface="맑은 고딕" panose="020B0503020000020004" pitchFamily="50" charset="-127"/>
              </a:rPr>
              <a:t>사이트링크</a:t>
            </a:r>
            <a:endParaRPr lang="en-US" altLang="ko-KR" sz="1000" dirty="0">
              <a:solidFill>
                <a:srgbClr val="000000"/>
              </a:solidFill>
              <a:latin typeface="맑은 고딕" panose="020B0503020000020004" pitchFamily="50" charset="-127"/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A74BFA14-CBC5-4BCF-9CCA-F7F44C8984A6}"/>
              </a:ext>
            </a:extLst>
          </p:cNvPr>
          <p:cNvSpPr/>
          <p:nvPr/>
        </p:nvSpPr>
        <p:spPr>
          <a:xfrm>
            <a:off x="6406351" y="4483763"/>
            <a:ext cx="1728000" cy="720000"/>
          </a:xfrm>
          <a:prstGeom prst="rect">
            <a:avLst/>
          </a:prstGeom>
          <a:solidFill>
            <a:srgbClr val="F1F1F8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ko-KR" altLang="en-US" sz="1000" dirty="0">
                <a:solidFill>
                  <a:srgbClr val="000000"/>
                </a:solidFill>
                <a:latin typeface="맑은 고딕" panose="020B0503020000020004" pitchFamily="50" charset="-127"/>
              </a:rPr>
              <a:t>최근사용양식</a:t>
            </a:r>
            <a:endParaRPr lang="en-US" altLang="ko-KR" sz="1000" dirty="0">
              <a:solidFill>
                <a:srgbClr val="000000"/>
              </a:solidFill>
              <a:latin typeface="맑은 고딕" panose="020B0503020000020004" pitchFamily="50" charset="-127"/>
            </a:endParaRP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23D5C02B-2FF1-489E-AA6C-6A02B5352787}"/>
              </a:ext>
            </a:extLst>
          </p:cNvPr>
          <p:cNvSpPr/>
          <p:nvPr/>
        </p:nvSpPr>
        <p:spPr>
          <a:xfrm>
            <a:off x="8201025" y="4483763"/>
            <a:ext cx="1728000" cy="720000"/>
          </a:xfrm>
          <a:prstGeom prst="rect">
            <a:avLst/>
          </a:prstGeom>
          <a:solidFill>
            <a:srgbClr val="F1F1F8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ko-KR" altLang="en-US" sz="1000" dirty="0">
                <a:solidFill>
                  <a:srgbClr val="000000"/>
                </a:solidFill>
                <a:latin typeface="맑은 고딕" panose="020B0503020000020004" pitchFamily="50" charset="-127"/>
              </a:rPr>
              <a:t>업계동향</a:t>
            </a:r>
            <a:endParaRPr lang="en-US" altLang="ko-KR" sz="1000" dirty="0">
              <a:solidFill>
                <a:srgbClr val="000000"/>
              </a:solidFill>
              <a:latin typeface="맑은 고딕" panose="020B0503020000020004" pitchFamily="50" charset="-127"/>
            </a:endParaRP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7C9B9586-92D1-41D9-A967-E3C5EC067DDB}"/>
              </a:ext>
            </a:extLst>
          </p:cNvPr>
          <p:cNvSpPr/>
          <p:nvPr/>
        </p:nvSpPr>
        <p:spPr>
          <a:xfrm>
            <a:off x="9995699" y="4483763"/>
            <a:ext cx="1728000" cy="720000"/>
          </a:xfrm>
          <a:prstGeom prst="rect">
            <a:avLst/>
          </a:prstGeom>
          <a:solidFill>
            <a:srgbClr val="F1F1F8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ko-KR" altLang="en-US" sz="1000" dirty="0" err="1">
                <a:solidFill>
                  <a:srgbClr val="000000"/>
                </a:solidFill>
                <a:latin typeface="맑은 고딕" panose="020B0503020000020004" pitchFamily="50" charset="-127"/>
              </a:rPr>
              <a:t>참여게시</a:t>
            </a:r>
            <a:endParaRPr lang="en-US" altLang="ko-KR" sz="1000" dirty="0">
              <a:solidFill>
                <a:srgbClr val="000000"/>
              </a:solidFill>
              <a:latin typeface="맑은 고딕" panose="020B0503020000020004" pitchFamily="50" charset="-127"/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622412CE-5E77-45CA-8A0E-6EEEB21AD3A1}"/>
              </a:ext>
            </a:extLst>
          </p:cNvPr>
          <p:cNvSpPr/>
          <p:nvPr/>
        </p:nvSpPr>
        <p:spPr>
          <a:xfrm>
            <a:off x="4605335" y="5276545"/>
            <a:ext cx="1728000" cy="720000"/>
          </a:xfrm>
          <a:prstGeom prst="rect">
            <a:avLst/>
          </a:prstGeom>
          <a:solidFill>
            <a:srgbClr val="F1F1F8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ko-KR" altLang="en-US" sz="1000" dirty="0">
                <a:solidFill>
                  <a:srgbClr val="000000"/>
                </a:solidFill>
                <a:latin typeface="맑은 고딕" panose="020B0503020000020004" pitchFamily="50" charset="-127"/>
              </a:rPr>
              <a:t>회의실예약</a:t>
            </a:r>
            <a:endParaRPr lang="en-US" altLang="ko-KR" sz="1000" dirty="0">
              <a:solidFill>
                <a:srgbClr val="000000"/>
              </a:solidFill>
              <a:latin typeface="맑은 고딕" panose="020B0503020000020004" pitchFamily="50" charset="-127"/>
            </a:endParaRP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6DEEBD88-E97A-4810-9D1C-053A8D5909EC}"/>
              </a:ext>
            </a:extLst>
          </p:cNvPr>
          <p:cNvSpPr/>
          <p:nvPr/>
        </p:nvSpPr>
        <p:spPr>
          <a:xfrm>
            <a:off x="6406351" y="5276545"/>
            <a:ext cx="1728000" cy="720000"/>
          </a:xfrm>
          <a:prstGeom prst="rect">
            <a:avLst/>
          </a:prstGeom>
          <a:solidFill>
            <a:srgbClr val="F1F1F8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ko-KR" altLang="en-US" sz="1000" dirty="0">
                <a:solidFill>
                  <a:srgbClr val="000000"/>
                </a:solidFill>
                <a:latin typeface="맑은 고딕" panose="020B0503020000020004" pitchFamily="50" charset="-127"/>
              </a:rPr>
              <a:t>일정관리</a:t>
            </a:r>
            <a:endParaRPr lang="en-US" altLang="ko-KR" sz="1000" dirty="0">
              <a:solidFill>
                <a:srgbClr val="000000"/>
              </a:solidFill>
              <a:latin typeface="맑은 고딕" panose="020B0503020000020004" pitchFamily="50" charset="-127"/>
            </a:endParaRP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EE5855CC-E607-4164-AD7F-E44EB46CD051}"/>
              </a:ext>
            </a:extLst>
          </p:cNvPr>
          <p:cNvSpPr/>
          <p:nvPr/>
        </p:nvSpPr>
        <p:spPr>
          <a:xfrm>
            <a:off x="8201025" y="5276545"/>
            <a:ext cx="1728000" cy="720000"/>
          </a:xfrm>
          <a:prstGeom prst="rect">
            <a:avLst/>
          </a:prstGeom>
          <a:solidFill>
            <a:srgbClr val="F1F1F8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ko-KR" altLang="en-US" sz="1000" dirty="0" err="1">
                <a:solidFill>
                  <a:srgbClr val="000000"/>
                </a:solidFill>
                <a:latin typeface="맑은 고딕" panose="020B0503020000020004" pitchFamily="50" charset="-127"/>
              </a:rPr>
              <a:t>내근태현황</a:t>
            </a:r>
            <a:endParaRPr lang="en-US" altLang="ko-KR" sz="1000" dirty="0">
              <a:solidFill>
                <a:srgbClr val="000000"/>
              </a:solidFill>
              <a:latin typeface="맑은 고딕" panose="020B0503020000020004" pitchFamily="50" charset="-127"/>
            </a:endParaRP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81825E57-13B4-4BEC-A0D9-2670F1BC1834}"/>
              </a:ext>
            </a:extLst>
          </p:cNvPr>
          <p:cNvSpPr/>
          <p:nvPr/>
        </p:nvSpPr>
        <p:spPr>
          <a:xfrm>
            <a:off x="9995699" y="5276545"/>
            <a:ext cx="1728000" cy="720000"/>
          </a:xfrm>
          <a:prstGeom prst="rect">
            <a:avLst/>
          </a:prstGeom>
          <a:solidFill>
            <a:srgbClr val="F1F1F8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ko-KR" altLang="en-US" sz="1000" dirty="0">
                <a:solidFill>
                  <a:srgbClr val="000000"/>
                </a:solidFill>
                <a:latin typeface="맑은 고딕" panose="020B0503020000020004" pitchFamily="50" charset="-127"/>
              </a:rPr>
              <a:t>내휴가현황</a:t>
            </a:r>
            <a:endParaRPr lang="en-US" altLang="ko-KR" sz="1000" dirty="0">
              <a:solidFill>
                <a:srgbClr val="000000"/>
              </a:solidFill>
              <a:latin typeface="맑은 고딕" panose="020B0503020000020004" pitchFamily="50" charset="-127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AF407FE5-9F43-4CB8-862E-35024821E0C9}"/>
              </a:ext>
            </a:extLst>
          </p:cNvPr>
          <p:cNvSpPr txBox="1"/>
          <p:nvPr/>
        </p:nvSpPr>
        <p:spPr>
          <a:xfrm>
            <a:off x="296174" y="902186"/>
            <a:ext cx="1493975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5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포털 요청 양식</a:t>
            </a:r>
            <a:endParaRPr lang="en-US" altLang="ko-KR" sz="15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r>
              <a:rPr lang="ko-KR" altLang="en-US" sz="15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샘플 </a:t>
            </a:r>
            <a:r>
              <a:rPr lang="en-US" altLang="ko-KR" sz="15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01</a:t>
            </a:r>
            <a:endParaRPr lang="en-US" sz="15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747273F1-0B79-4FF5-937B-1F40E9AF07AF}"/>
              </a:ext>
            </a:extLst>
          </p:cNvPr>
          <p:cNvSpPr txBox="1"/>
          <p:nvPr/>
        </p:nvSpPr>
        <p:spPr>
          <a:xfrm>
            <a:off x="296174" y="1611972"/>
            <a:ext cx="130347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b="1" dirty="0">
                <a:solidFill>
                  <a:srgbClr val="7F7F87"/>
                </a:solidFill>
                <a:latin typeface="맑은 고딕" panose="020B0503020000020004" pitchFamily="50" charset="-127"/>
              </a:rPr>
              <a:t>선정 템플릿</a:t>
            </a:r>
            <a:r>
              <a:rPr lang="en-US" altLang="ko-KR" sz="1200" b="1" dirty="0">
                <a:solidFill>
                  <a:srgbClr val="7F7F87"/>
                </a:solidFill>
                <a:latin typeface="맑은 고딕" panose="020B0503020000020004" pitchFamily="50" charset="-127"/>
              </a:rPr>
              <a:t>:</a:t>
            </a:r>
          </a:p>
          <a:p>
            <a:r>
              <a:rPr lang="ko-KR" altLang="en-US" sz="1200" dirty="0">
                <a:solidFill>
                  <a:srgbClr val="7F7F8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스마트 타입</a:t>
            </a:r>
            <a:endParaRPr lang="en-US" sz="1200" dirty="0">
              <a:solidFill>
                <a:srgbClr val="7F7F87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852C36C7-DDEA-4FFA-9BB3-959C7A51DBA9}"/>
              </a:ext>
            </a:extLst>
          </p:cNvPr>
          <p:cNvSpPr/>
          <p:nvPr/>
        </p:nvSpPr>
        <p:spPr>
          <a:xfrm>
            <a:off x="4533899" y="2917157"/>
            <a:ext cx="3600452" cy="1171579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ko-KR" altLang="en-US" sz="1050" b="1" dirty="0">
                <a:solidFill>
                  <a:schemeClr val="tx1"/>
                </a:solidFill>
              </a:rPr>
              <a:t>출근현황</a:t>
            </a:r>
            <a:endParaRPr lang="en-US" sz="1050" b="1" dirty="0">
              <a:solidFill>
                <a:schemeClr val="tx1"/>
              </a:solidFill>
            </a:endParaRPr>
          </a:p>
          <a:p>
            <a:r>
              <a:rPr lang="en-US" altLang="ko-KR" sz="1000" dirty="0">
                <a:solidFill>
                  <a:srgbClr val="000000"/>
                </a:solidFill>
                <a:latin typeface="맑은 고딕" panose="020B0503020000020004" pitchFamily="50" charset="-127"/>
              </a:rPr>
              <a:t>- </a:t>
            </a:r>
            <a:r>
              <a:rPr lang="ko-KR" altLang="en-US" sz="1000" dirty="0">
                <a:solidFill>
                  <a:srgbClr val="000000"/>
                </a:solidFill>
                <a:latin typeface="맑은 고딕" panose="020B0503020000020004" pitchFamily="50" charset="-127"/>
              </a:rPr>
              <a:t>출근</a:t>
            </a:r>
            <a:r>
              <a:rPr lang="en-US" altLang="ko-KR" sz="1000" dirty="0">
                <a:solidFill>
                  <a:srgbClr val="000000"/>
                </a:solidFill>
                <a:latin typeface="맑은 고딕" panose="020B0503020000020004" pitchFamily="50" charset="-127"/>
              </a:rPr>
              <a:t>, </a:t>
            </a:r>
            <a:r>
              <a:rPr lang="ko-KR" altLang="en-US" sz="1000" dirty="0">
                <a:solidFill>
                  <a:srgbClr val="000000"/>
                </a:solidFill>
                <a:latin typeface="맑은 고딕" panose="020B0503020000020004" pitchFamily="50" charset="-127"/>
              </a:rPr>
              <a:t>지각</a:t>
            </a:r>
            <a:r>
              <a:rPr lang="en-US" altLang="ko-KR" sz="1000" dirty="0">
                <a:solidFill>
                  <a:srgbClr val="000000"/>
                </a:solidFill>
                <a:latin typeface="맑은 고딕" panose="020B0503020000020004" pitchFamily="50" charset="-127"/>
              </a:rPr>
              <a:t>, </a:t>
            </a:r>
            <a:r>
              <a:rPr lang="ko-KR" altLang="en-US" sz="1000" dirty="0">
                <a:solidFill>
                  <a:srgbClr val="000000"/>
                </a:solidFill>
                <a:latin typeface="맑은 고딕" panose="020B0503020000020004" pitchFamily="50" charset="-127"/>
              </a:rPr>
              <a:t>휴가</a:t>
            </a:r>
            <a:r>
              <a:rPr lang="en-US" altLang="ko-KR" sz="1000" dirty="0">
                <a:solidFill>
                  <a:srgbClr val="000000"/>
                </a:solidFill>
                <a:latin typeface="맑은 고딕" panose="020B0503020000020004" pitchFamily="50" charset="-127"/>
              </a:rPr>
              <a:t>, </a:t>
            </a:r>
            <a:r>
              <a:rPr lang="ko-KR" altLang="en-US" sz="1000" dirty="0">
                <a:solidFill>
                  <a:srgbClr val="000000"/>
                </a:solidFill>
                <a:latin typeface="맑은 고딕" panose="020B0503020000020004" pitchFamily="50" charset="-127"/>
              </a:rPr>
              <a:t>소명</a:t>
            </a:r>
            <a:endParaRPr lang="en-US" altLang="ko-KR" sz="1000" dirty="0">
              <a:solidFill>
                <a:srgbClr val="000000"/>
              </a:solidFill>
              <a:latin typeface="맑은 고딕" panose="020B0503020000020004" pitchFamily="50" charset="-127"/>
            </a:endParaRPr>
          </a:p>
        </p:txBody>
      </p:sp>
      <p:grpSp>
        <p:nvGrpSpPr>
          <p:cNvPr id="36" name="그룹 35">
            <a:extLst>
              <a:ext uri="{FF2B5EF4-FFF2-40B4-BE49-F238E27FC236}">
                <a16:creationId xmlns:a16="http://schemas.microsoft.com/office/drawing/2014/main" id="{5AB65D43-42B9-44E9-A8EF-92FFB9E603DB}"/>
              </a:ext>
            </a:extLst>
          </p:cNvPr>
          <p:cNvGrpSpPr/>
          <p:nvPr/>
        </p:nvGrpSpPr>
        <p:grpSpPr>
          <a:xfrm>
            <a:off x="10192621" y="4538969"/>
            <a:ext cx="1824240" cy="2114553"/>
            <a:chOff x="10188716" y="4606632"/>
            <a:chExt cx="1824240" cy="2114553"/>
          </a:xfrm>
        </p:grpSpPr>
        <p:sp>
          <p:nvSpPr>
            <p:cNvPr id="37" name="자유형: 도형 36">
              <a:extLst>
                <a:ext uri="{FF2B5EF4-FFF2-40B4-BE49-F238E27FC236}">
                  <a16:creationId xmlns:a16="http://schemas.microsoft.com/office/drawing/2014/main" id="{3B8654DA-C1EB-4A9D-830A-06A7916ECE89}"/>
                </a:ext>
              </a:extLst>
            </p:cNvPr>
            <p:cNvSpPr/>
            <p:nvPr/>
          </p:nvSpPr>
          <p:spPr>
            <a:xfrm rot="16200000">
              <a:off x="10041615" y="4753733"/>
              <a:ext cx="2114553" cy="1820352"/>
            </a:xfrm>
            <a:custGeom>
              <a:avLst/>
              <a:gdLst>
                <a:gd name="connsiteX0" fmla="*/ 2039236 w 2039236"/>
                <a:gd name="connsiteY0" fmla="*/ 357409 h 1820352"/>
                <a:gd name="connsiteX1" fmla="*/ 2039235 w 2039236"/>
                <a:gd name="connsiteY1" fmla="*/ 1590228 h 1820352"/>
                <a:gd name="connsiteX2" fmla="*/ 2039235 w 2039236"/>
                <a:gd name="connsiteY2" fmla="*/ 1590228 h 1820352"/>
                <a:gd name="connsiteX3" fmla="*/ 2039235 w 2039236"/>
                <a:gd name="connsiteY3" fmla="*/ 1768174 h 1820352"/>
                <a:gd name="connsiteX4" fmla="*/ 2002113 w 2039236"/>
                <a:gd name="connsiteY4" fmla="*/ 1820352 h 1820352"/>
                <a:gd name="connsiteX5" fmla="*/ 1976377 w 2039236"/>
                <a:gd name="connsiteY5" fmla="*/ 1820352 h 1820352"/>
                <a:gd name="connsiteX6" fmla="*/ 1853631 w 2039236"/>
                <a:gd name="connsiteY6" fmla="*/ 1820352 h 1820352"/>
                <a:gd name="connsiteX7" fmla="*/ 185604 w 2039236"/>
                <a:gd name="connsiteY7" fmla="*/ 1820351 h 1820352"/>
                <a:gd name="connsiteX8" fmla="*/ 162262 w 2039236"/>
                <a:gd name="connsiteY8" fmla="*/ 1820351 h 1820352"/>
                <a:gd name="connsiteX9" fmla="*/ 37122 w 2039236"/>
                <a:gd name="connsiteY9" fmla="*/ 1820351 h 1820352"/>
                <a:gd name="connsiteX10" fmla="*/ 0 w 2039236"/>
                <a:gd name="connsiteY10" fmla="*/ 1768173 h 1820352"/>
                <a:gd name="connsiteX11" fmla="*/ 0 w 2039236"/>
                <a:gd name="connsiteY11" fmla="*/ 1590227 h 1820352"/>
                <a:gd name="connsiteX12" fmla="*/ 0 w 2039236"/>
                <a:gd name="connsiteY12" fmla="*/ 1559470 h 1820352"/>
                <a:gd name="connsiteX13" fmla="*/ 0 w 2039236"/>
                <a:gd name="connsiteY13" fmla="*/ 357408 h 1820352"/>
                <a:gd name="connsiteX14" fmla="*/ 600 w 2039236"/>
                <a:gd name="connsiteY14" fmla="*/ 357408 h 1820352"/>
                <a:gd name="connsiteX15" fmla="*/ 0 w 2039236"/>
                <a:gd name="connsiteY15" fmla="*/ 353232 h 1820352"/>
                <a:gd name="connsiteX16" fmla="*/ 0 w 2039236"/>
                <a:gd name="connsiteY16" fmla="*/ 144529 h 1820352"/>
                <a:gd name="connsiteX17" fmla="*/ 37122 w 2039236"/>
                <a:gd name="connsiteY17" fmla="*/ 92351 h 1820352"/>
                <a:gd name="connsiteX18" fmla="*/ 162262 w 2039236"/>
                <a:gd name="connsiteY18" fmla="*/ 92351 h 1820352"/>
                <a:gd name="connsiteX19" fmla="*/ 185604 w 2039236"/>
                <a:gd name="connsiteY19" fmla="*/ 92351 h 1820352"/>
                <a:gd name="connsiteX20" fmla="*/ 1662466 w 2039236"/>
                <a:gd name="connsiteY20" fmla="*/ 92352 h 1820352"/>
                <a:gd name="connsiteX21" fmla="*/ 1733484 w 2039236"/>
                <a:gd name="connsiteY21" fmla="*/ 0 h 1820352"/>
                <a:gd name="connsiteX22" fmla="*/ 1804502 w 2039236"/>
                <a:gd name="connsiteY22" fmla="*/ 92352 h 1820352"/>
                <a:gd name="connsiteX23" fmla="*/ 1853631 w 2039236"/>
                <a:gd name="connsiteY23" fmla="*/ 92352 h 1820352"/>
                <a:gd name="connsiteX24" fmla="*/ 1976378 w 2039236"/>
                <a:gd name="connsiteY24" fmla="*/ 92352 h 1820352"/>
                <a:gd name="connsiteX25" fmla="*/ 2002113 w 2039236"/>
                <a:gd name="connsiteY25" fmla="*/ 92352 h 1820352"/>
                <a:gd name="connsiteX26" fmla="*/ 2039235 w 2039236"/>
                <a:gd name="connsiteY26" fmla="*/ 144530 h 1820352"/>
                <a:gd name="connsiteX27" fmla="*/ 2039235 w 2039236"/>
                <a:gd name="connsiteY27" fmla="*/ 353233 h 1820352"/>
                <a:gd name="connsiteX28" fmla="*/ 2038635 w 2039236"/>
                <a:gd name="connsiteY28" fmla="*/ 357409 h 1820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2039236" h="1820352">
                  <a:moveTo>
                    <a:pt x="2039236" y="357409"/>
                  </a:moveTo>
                  <a:lnTo>
                    <a:pt x="2039235" y="1590228"/>
                  </a:lnTo>
                  <a:lnTo>
                    <a:pt x="2039235" y="1590228"/>
                  </a:lnTo>
                  <a:lnTo>
                    <a:pt x="2039235" y="1768174"/>
                  </a:lnTo>
                  <a:cubicBezTo>
                    <a:pt x="2039235" y="1796992"/>
                    <a:pt x="2022615" y="1820352"/>
                    <a:pt x="2002113" y="1820352"/>
                  </a:cubicBezTo>
                  <a:lnTo>
                    <a:pt x="1976377" y="1820352"/>
                  </a:lnTo>
                  <a:lnTo>
                    <a:pt x="1853631" y="1820352"/>
                  </a:lnTo>
                  <a:lnTo>
                    <a:pt x="185604" y="1820351"/>
                  </a:lnTo>
                  <a:lnTo>
                    <a:pt x="162262" y="1820351"/>
                  </a:lnTo>
                  <a:lnTo>
                    <a:pt x="37122" y="1820351"/>
                  </a:lnTo>
                  <a:cubicBezTo>
                    <a:pt x="16620" y="1820351"/>
                    <a:pt x="0" y="1796991"/>
                    <a:pt x="0" y="1768173"/>
                  </a:cubicBezTo>
                  <a:lnTo>
                    <a:pt x="0" y="1590227"/>
                  </a:lnTo>
                  <a:lnTo>
                    <a:pt x="0" y="1559470"/>
                  </a:lnTo>
                  <a:lnTo>
                    <a:pt x="0" y="357408"/>
                  </a:lnTo>
                  <a:lnTo>
                    <a:pt x="600" y="357408"/>
                  </a:lnTo>
                  <a:lnTo>
                    <a:pt x="0" y="353232"/>
                  </a:lnTo>
                  <a:lnTo>
                    <a:pt x="0" y="144529"/>
                  </a:lnTo>
                  <a:cubicBezTo>
                    <a:pt x="0" y="115712"/>
                    <a:pt x="16620" y="92351"/>
                    <a:pt x="37122" y="92351"/>
                  </a:cubicBezTo>
                  <a:lnTo>
                    <a:pt x="162262" y="92351"/>
                  </a:lnTo>
                  <a:lnTo>
                    <a:pt x="185604" y="92351"/>
                  </a:lnTo>
                  <a:lnTo>
                    <a:pt x="1662466" y="92352"/>
                  </a:lnTo>
                  <a:lnTo>
                    <a:pt x="1733484" y="0"/>
                  </a:lnTo>
                  <a:lnTo>
                    <a:pt x="1804502" y="92352"/>
                  </a:lnTo>
                  <a:lnTo>
                    <a:pt x="1853631" y="92352"/>
                  </a:lnTo>
                  <a:lnTo>
                    <a:pt x="1976378" y="92352"/>
                  </a:lnTo>
                  <a:lnTo>
                    <a:pt x="2002113" y="92352"/>
                  </a:lnTo>
                  <a:cubicBezTo>
                    <a:pt x="2022615" y="92352"/>
                    <a:pt x="2039235" y="115713"/>
                    <a:pt x="2039235" y="144530"/>
                  </a:cubicBezTo>
                  <a:lnTo>
                    <a:pt x="2039235" y="353233"/>
                  </a:lnTo>
                  <a:lnTo>
                    <a:pt x="2038635" y="357409"/>
                  </a:lnTo>
                  <a:close/>
                </a:path>
              </a:pathLst>
            </a:custGeom>
            <a:solidFill>
              <a:schemeClr val="tx1">
                <a:alpha val="80000"/>
              </a:schemeClr>
            </a:solidFill>
            <a:ln w="19050"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21C29378-94D9-49FC-B564-3121A67331DE}"/>
                </a:ext>
              </a:extLst>
            </p:cNvPr>
            <p:cNvSpPr txBox="1"/>
            <p:nvPr/>
          </p:nvSpPr>
          <p:spPr>
            <a:xfrm>
              <a:off x="10371647" y="5003181"/>
              <a:ext cx="1641309" cy="161787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ts val="1200"/>
                </a:lnSpc>
              </a:pPr>
              <a:r>
                <a:rPr lang="en-US" altLang="ko-KR" sz="900" dirty="0">
                  <a:solidFill>
                    <a:srgbClr val="CAC9D5"/>
                  </a:solidFill>
                  <a:latin typeface="맑은 고딕" panose="020B0503020000020004" pitchFamily="50" charset="-127"/>
                </a:rPr>
                <a:t>1. </a:t>
              </a:r>
              <a:r>
                <a:rPr lang="ko-KR" altLang="en-US" sz="900" dirty="0">
                  <a:solidFill>
                    <a:srgbClr val="CAC9D5"/>
                  </a:solidFill>
                  <a:latin typeface="맑은 고딕" panose="020B0503020000020004" pitchFamily="50" charset="-127"/>
                </a:rPr>
                <a:t>템플릿 또는 사례 선정</a:t>
              </a:r>
              <a:endParaRPr lang="en-US" altLang="ko-KR" sz="900" dirty="0">
                <a:solidFill>
                  <a:srgbClr val="CAC9D5"/>
                </a:solidFill>
                <a:latin typeface="맑은 고딕" panose="020B0503020000020004" pitchFamily="50" charset="-127"/>
              </a:endParaRPr>
            </a:p>
            <a:p>
              <a:pPr marL="228600" indent="-228600">
                <a:lnSpc>
                  <a:spcPts val="1200"/>
                </a:lnSpc>
                <a:buAutoNum type="arabicPeriod"/>
              </a:pPr>
              <a:endParaRPr lang="ko-KR" altLang="en-US" sz="900" dirty="0">
                <a:solidFill>
                  <a:srgbClr val="CAC9D5"/>
                </a:solidFill>
                <a:latin typeface="맑은 고딕" panose="020B0503020000020004" pitchFamily="50" charset="-127"/>
              </a:endParaRPr>
            </a:p>
            <a:p>
              <a:pPr>
                <a:lnSpc>
                  <a:spcPts val="1200"/>
                </a:lnSpc>
              </a:pPr>
              <a:r>
                <a:rPr lang="en-US" altLang="ko-KR" sz="900" dirty="0">
                  <a:solidFill>
                    <a:srgbClr val="CAC9D5"/>
                  </a:solidFill>
                  <a:latin typeface="맑은 고딕" panose="020B0503020000020004" pitchFamily="50" charset="-127"/>
                </a:rPr>
                <a:t>2. </a:t>
              </a:r>
              <a:r>
                <a:rPr lang="ko-KR" altLang="en-US" sz="900" dirty="0">
                  <a:solidFill>
                    <a:srgbClr val="CAC9D5"/>
                  </a:solidFill>
                  <a:latin typeface="맑은 고딕" panose="020B0503020000020004" pitchFamily="50" charset="-127"/>
                </a:rPr>
                <a:t>요청 내용 작성</a:t>
              </a:r>
              <a:r>
                <a:rPr lang="en-US" altLang="ko-KR" sz="900" dirty="0">
                  <a:solidFill>
                    <a:srgbClr val="CAC9D5"/>
                  </a:solidFill>
                  <a:latin typeface="맑은 고딕" panose="020B0503020000020004" pitchFamily="50" charset="-127"/>
                </a:rPr>
                <a:t> </a:t>
              </a:r>
              <a:endParaRPr lang="ko-KR" altLang="en-US" sz="900" dirty="0">
                <a:solidFill>
                  <a:srgbClr val="CAC9D5"/>
                </a:solidFill>
                <a:latin typeface="맑은 고딕" panose="020B0503020000020004" pitchFamily="50" charset="-127"/>
              </a:endParaRPr>
            </a:p>
            <a:p>
              <a:pPr>
                <a:lnSpc>
                  <a:spcPts val="1200"/>
                </a:lnSpc>
              </a:pPr>
              <a:r>
                <a:rPr lang="ko-KR" altLang="en-US" sz="900" dirty="0">
                  <a:solidFill>
                    <a:srgbClr val="CAC9D5"/>
                  </a:solidFill>
                  <a:latin typeface="맑은 고딕" panose="020B0503020000020004" pitchFamily="50" charset="-127"/>
                </a:rPr>
                <a:t>   </a:t>
              </a:r>
              <a:r>
                <a:rPr lang="en-US" altLang="ko-KR" sz="900" dirty="0">
                  <a:solidFill>
                    <a:srgbClr val="CAC9D5"/>
                  </a:solidFill>
                  <a:latin typeface="맑은 고딕" panose="020B0503020000020004" pitchFamily="50" charset="-127"/>
                </a:rPr>
                <a:t>- </a:t>
              </a:r>
              <a:r>
                <a:rPr lang="ko-KR" altLang="en-US" sz="900" dirty="0" err="1">
                  <a:solidFill>
                    <a:srgbClr val="CAC9D5"/>
                  </a:solidFill>
                  <a:latin typeface="맑은 고딕" panose="020B0503020000020004" pitchFamily="50" charset="-127"/>
                </a:rPr>
                <a:t>대메뉴</a:t>
              </a:r>
              <a:endParaRPr lang="ko-KR" altLang="en-US" sz="900" dirty="0">
                <a:solidFill>
                  <a:srgbClr val="CAC9D5"/>
                </a:solidFill>
                <a:latin typeface="맑은 고딕" panose="020B0503020000020004" pitchFamily="50" charset="-127"/>
              </a:endParaRPr>
            </a:p>
            <a:p>
              <a:pPr>
                <a:lnSpc>
                  <a:spcPts val="1200"/>
                </a:lnSpc>
              </a:pPr>
              <a:r>
                <a:rPr lang="ko-KR" altLang="en-US" sz="900" dirty="0">
                  <a:solidFill>
                    <a:srgbClr val="CAC9D5"/>
                  </a:solidFill>
                  <a:latin typeface="맑은 고딕" panose="020B0503020000020004" pitchFamily="50" charset="-127"/>
                </a:rPr>
                <a:t>   </a:t>
              </a:r>
              <a:r>
                <a:rPr lang="en-US" altLang="ko-KR" sz="900" dirty="0">
                  <a:solidFill>
                    <a:srgbClr val="CAC9D5"/>
                  </a:solidFill>
                  <a:latin typeface="맑은 고딕" panose="020B0503020000020004" pitchFamily="50" charset="-127"/>
                </a:rPr>
                <a:t>- </a:t>
              </a:r>
              <a:r>
                <a:rPr lang="ko-KR" altLang="en-US" sz="900" dirty="0" err="1">
                  <a:solidFill>
                    <a:srgbClr val="CAC9D5"/>
                  </a:solidFill>
                  <a:latin typeface="맑은 고딕" panose="020B0503020000020004" pitchFamily="50" charset="-127"/>
                </a:rPr>
                <a:t>웹파트</a:t>
              </a:r>
              <a:r>
                <a:rPr lang="ko-KR" altLang="en-US" sz="900" dirty="0">
                  <a:solidFill>
                    <a:srgbClr val="CAC9D5"/>
                  </a:solidFill>
                  <a:latin typeface="맑은 고딕" panose="020B0503020000020004" pitchFamily="50" charset="-127"/>
                </a:rPr>
                <a:t> </a:t>
              </a:r>
              <a:r>
                <a:rPr lang="en-US" altLang="ko-KR" sz="900" dirty="0">
                  <a:solidFill>
                    <a:srgbClr val="CAC9D5"/>
                  </a:solidFill>
                  <a:latin typeface="맑은 고딕" panose="020B0503020000020004" pitchFamily="50" charset="-127"/>
                </a:rPr>
                <a:t>(</a:t>
              </a:r>
              <a:r>
                <a:rPr lang="ko-KR" altLang="en-US" sz="900" dirty="0" err="1">
                  <a:solidFill>
                    <a:srgbClr val="CAC9D5"/>
                  </a:solidFill>
                  <a:latin typeface="맑은 고딕" panose="020B0503020000020004" pitchFamily="50" charset="-127"/>
                </a:rPr>
                <a:t>포틀릿</a:t>
              </a:r>
              <a:r>
                <a:rPr lang="en-US" altLang="ko-KR" sz="900" dirty="0">
                  <a:solidFill>
                    <a:srgbClr val="CAC9D5"/>
                  </a:solidFill>
                  <a:latin typeface="맑은 고딕" panose="020B0503020000020004" pitchFamily="50" charset="-127"/>
                </a:rPr>
                <a:t>)</a:t>
              </a:r>
              <a:endParaRPr lang="ko-KR" altLang="en-US" sz="900" dirty="0">
                <a:solidFill>
                  <a:srgbClr val="CAC9D5"/>
                </a:solidFill>
                <a:latin typeface="맑은 고딕" panose="020B0503020000020004" pitchFamily="50" charset="-127"/>
              </a:endParaRPr>
            </a:p>
            <a:p>
              <a:pPr>
                <a:lnSpc>
                  <a:spcPts val="1200"/>
                </a:lnSpc>
              </a:pPr>
              <a:r>
                <a:rPr lang="ko-KR" altLang="en-US" sz="900" dirty="0">
                  <a:solidFill>
                    <a:srgbClr val="CAC9D5"/>
                  </a:solidFill>
                  <a:latin typeface="맑은 고딕" panose="020B0503020000020004" pitchFamily="50" charset="-127"/>
                </a:rPr>
                <a:t>   </a:t>
              </a:r>
              <a:r>
                <a:rPr lang="en-US" altLang="ko-KR" sz="900" dirty="0">
                  <a:solidFill>
                    <a:srgbClr val="CAC9D5"/>
                  </a:solidFill>
                  <a:latin typeface="맑은 고딕" panose="020B0503020000020004" pitchFamily="50" charset="-127"/>
                </a:rPr>
                <a:t>- </a:t>
              </a:r>
              <a:r>
                <a:rPr lang="ko-KR" altLang="en-US" sz="900" dirty="0">
                  <a:solidFill>
                    <a:srgbClr val="CAC9D5"/>
                  </a:solidFill>
                  <a:latin typeface="맑은 고딕" panose="020B0503020000020004" pitchFamily="50" charset="-127"/>
                </a:rPr>
                <a:t>기타 필요한 콘텐츠</a:t>
              </a:r>
              <a:endParaRPr lang="en-US" altLang="ko-KR" sz="900" dirty="0">
                <a:solidFill>
                  <a:srgbClr val="CAC9D5"/>
                </a:solidFill>
                <a:latin typeface="맑은 고딕" panose="020B0503020000020004" pitchFamily="50" charset="-127"/>
              </a:endParaRPr>
            </a:p>
            <a:p>
              <a:pPr>
                <a:lnSpc>
                  <a:spcPts val="1200"/>
                </a:lnSpc>
              </a:pPr>
              <a:endParaRPr lang="ko-KR" altLang="en-US" sz="900" dirty="0">
                <a:solidFill>
                  <a:srgbClr val="CAC9D5"/>
                </a:solidFill>
                <a:latin typeface="맑은 고딕" panose="020B0503020000020004" pitchFamily="50" charset="-127"/>
              </a:endParaRPr>
            </a:p>
            <a:p>
              <a:pPr>
                <a:lnSpc>
                  <a:spcPts val="1200"/>
                </a:lnSpc>
              </a:pPr>
              <a:r>
                <a:rPr lang="en-US" altLang="ko-KR" sz="900" dirty="0">
                  <a:solidFill>
                    <a:srgbClr val="CAC9D5"/>
                  </a:solidFill>
                  <a:latin typeface="맑은 고딕" panose="020B0503020000020004" pitchFamily="50" charset="-127"/>
                </a:rPr>
                <a:t>3. </a:t>
              </a:r>
              <a:r>
                <a:rPr lang="ko-KR" altLang="en-US" sz="900" dirty="0">
                  <a:solidFill>
                    <a:srgbClr val="CAC9D5"/>
                  </a:solidFill>
                  <a:latin typeface="맑은 고딕" panose="020B0503020000020004" pitchFamily="50" charset="-127"/>
                </a:rPr>
                <a:t>자료 전달</a:t>
              </a:r>
            </a:p>
            <a:p>
              <a:pPr>
                <a:lnSpc>
                  <a:spcPts val="1200"/>
                </a:lnSpc>
              </a:pPr>
              <a:r>
                <a:rPr lang="ko-KR" altLang="en-US" sz="900" dirty="0">
                  <a:solidFill>
                    <a:srgbClr val="CAC9D5"/>
                  </a:solidFill>
                  <a:latin typeface="맑은 고딕" panose="020B0503020000020004" pitchFamily="50" charset="-127"/>
                </a:rPr>
                <a:t>   </a:t>
              </a:r>
              <a:r>
                <a:rPr lang="en-US" altLang="ko-KR" sz="900" dirty="0">
                  <a:solidFill>
                    <a:srgbClr val="CAC9D5"/>
                  </a:solidFill>
                  <a:latin typeface="맑은 고딕" panose="020B0503020000020004" pitchFamily="50" charset="-127"/>
                </a:rPr>
                <a:t>- </a:t>
              </a:r>
              <a:r>
                <a:rPr lang="ko-KR" altLang="en-US" sz="900" dirty="0">
                  <a:solidFill>
                    <a:srgbClr val="CAC9D5"/>
                  </a:solidFill>
                  <a:latin typeface="맑은 고딕" panose="020B0503020000020004" pitchFamily="50" charset="-127"/>
                </a:rPr>
                <a:t>기업 </a:t>
              </a:r>
              <a:r>
                <a:rPr lang="en-US" altLang="ko-KR" sz="900" dirty="0">
                  <a:solidFill>
                    <a:srgbClr val="CAC9D5"/>
                  </a:solidFill>
                  <a:latin typeface="맑은 고딕" panose="020B0503020000020004" pitchFamily="50" charset="-127"/>
                </a:rPr>
                <a:t>CI (AI</a:t>
              </a:r>
              <a:r>
                <a:rPr lang="ko-KR" altLang="en-US" sz="900" dirty="0">
                  <a:solidFill>
                    <a:srgbClr val="CAC9D5"/>
                  </a:solidFill>
                  <a:latin typeface="맑은 고딕" panose="020B0503020000020004" pitchFamily="50" charset="-127"/>
                </a:rPr>
                <a:t>파일</a:t>
              </a:r>
              <a:r>
                <a:rPr lang="en-US" altLang="ko-KR" sz="900" dirty="0">
                  <a:solidFill>
                    <a:srgbClr val="CAC9D5"/>
                  </a:solidFill>
                  <a:latin typeface="맑은 고딕" panose="020B0503020000020004" pitchFamily="50" charset="-127"/>
                </a:rPr>
                <a:t>)</a:t>
              </a:r>
              <a:endParaRPr lang="ko-KR" altLang="en-US" sz="900" dirty="0">
                <a:solidFill>
                  <a:srgbClr val="CAC9D5"/>
                </a:solidFill>
                <a:latin typeface="맑은 고딕" panose="020B0503020000020004" pitchFamily="50" charset="-127"/>
              </a:endParaRPr>
            </a:p>
            <a:p>
              <a:pPr>
                <a:lnSpc>
                  <a:spcPts val="1200"/>
                </a:lnSpc>
              </a:pPr>
              <a:r>
                <a:rPr lang="ko-KR" altLang="en-US" sz="900" dirty="0">
                  <a:solidFill>
                    <a:srgbClr val="CAC9D5"/>
                  </a:solidFill>
                  <a:latin typeface="맑은 고딕" panose="020B0503020000020004" pitchFamily="50" charset="-127"/>
                </a:rPr>
                <a:t>   </a:t>
              </a:r>
              <a:r>
                <a:rPr lang="en-US" altLang="ko-KR" sz="900" dirty="0">
                  <a:solidFill>
                    <a:srgbClr val="CAC9D5"/>
                  </a:solidFill>
                  <a:latin typeface="맑은 고딕" panose="020B0503020000020004" pitchFamily="50" charset="-127"/>
                </a:rPr>
                <a:t>- </a:t>
              </a:r>
              <a:r>
                <a:rPr lang="ko-KR" altLang="en-US" sz="900" dirty="0">
                  <a:solidFill>
                    <a:srgbClr val="CAC9D5"/>
                  </a:solidFill>
                  <a:latin typeface="맑은 고딕" panose="020B0503020000020004" pitchFamily="50" charset="-127"/>
                </a:rPr>
                <a:t>배너 고해상 이미지</a:t>
              </a:r>
              <a:endParaRPr lang="en-US" sz="900" spc="-80" dirty="0">
                <a:solidFill>
                  <a:srgbClr val="CAC9D5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82309FD8-6D80-4E98-8008-16001A300874}"/>
                </a:ext>
              </a:extLst>
            </p:cNvPr>
            <p:cNvSpPr txBox="1"/>
            <p:nvPr/>
          </p:nvSpPr>
          <p:spPr>
            <a:xfrm>
              <a:off x="10371647" y="4736964"/>
              <a:ext cx="1303475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000" b="1" dirty="0">
                  <a:solidFill>
                    <a:srgbClr val="00E8B8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작성 가이드</a:t>
              </a:r>
              <a:endParaRPr lang="en-US" sz="1000" b="1" dirty="0">
                <a:solidFill>
                  <a:srgbClr val="00E8B8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cxnSp>
          <p:nvCxnSpPr>
            <p:cNvPr id="40" name="직선 연결선 39">
              <a:extLst>
                <a:ext uri="{FF2B5EF4-FFF2-40B4-BE49-F238E27FC236}">
                  <a16:creationId xmlns:a16="http://schemas.microsoft.com/office/drawing/2014/main" id="{DE28E343-012E-4112-BC52-DE21988C1187}"/>
                </a:ext>
              </a:extLst>
            </p:cNvPr>
            <p:cNvCxnSpPr/>
            <p:nvPr/>
          </p:nvCxnSpPr>
          <p:spPr>
            <a:xfrm>
              <a:off x="10442520" y="4965081"/>
              <a:ext cx="1368000" cy="0"/>
            </a:xfrm>
            <a:prstGeom prst="line">
              <a:avLst/>
            </a:prstGeom>
            <a:ln>
              <a:solidFill>
                <a:srgbClr val="4C4C5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1" name="그룹 40">
            <a:extLst>
              <a:ext uri="{FF2B5EF4-FFF2-40B4-BE49-F238E27FC236}">
                <a16:creationId xmlns:a16="http://schemas.microsoft.com/office/drawing/2014/main" id="{E5BD8A3E-5BE4-402D-B0D5-71752B220395}"/>
              </a:ext>
            </a:extLst>
          </p:cNvPr>
          <p:cNvGrpSpPr/>
          <p:nvPr/>
        </p:nvGrpSpPr>
        <p:grpSpPr>
          <a:xfrm>
            <a:off x="381645" y="2978323"/>
            <a:ext cx="1872000" cy="1638065"/>
            <a:chOff x="417157" y="2978323"/>
            <a:chExt cx="1872000" cy="1638065"/>
          </a:xfrm>
        </p:grpSpPr>
        <p:sp>
          <p:nvSpPr>
            <p:cNvPr id="42" name="자유형: 도형 41">
              <a:extLst>
                <a:ext uri="{FF2B5EF4-FFF2-40B4-BE49-F238E27FC236}">
                  <a16:creationId xmlns:a16="http://schemas.microsoft.com/office/drawing/2014/main" id="{325F4DCA-4AF7-4A59-9370-A110271E1A8F}"/>
                </a:ext>
              </a:extLst>
            </p:cNvPr>
            <p:cNvSpPr/>
            <p:nvPr/>
          </p:nvSpPr>
          <p:spPr>
            <a:xfrm flipH="1">
              <a:off x="417157" y="2978323"/>
              <a:ext cx="1872000" cy="1638065"/>
            </a:xfrm>
            <a:custGeom>
              <a:avLst/>
              <a:gdLst>
                <a:gd name="connsiteX0" fmla="*/ 2039236 w 2039236"/>
                <a:gd name="connsiteY0" fmla="*/ 357409 h 1820352"/>
                <a:gd name="connsiteX1" fmla="*/ 2039235 w 2039236"/>
                <a:gd name="connsiteY1" fmla="*/ 1590228 h 1820352"/>
                <a:gd name="connsiteX2" fmla="*/ 2039235 w 2039236"/>
                <a:gd name="connsiteY2" fmla="*/ 1590228 h 1820352"/>
                <a:gd name="connsiteX3" fmla="*/ 2039235 w 2039236"/>
                <a:gd name="connsiteY3" fmla="*/ 1768174 h 1820352"/>
                <a:gd name="connsiteX4" fmla="*/ 2002113 w 2039236"/>
                <a:gd name="connsiteY4" fmla="*/ 1820352 h 1820352"/>
                <a:gd name="connsiteX5" fmla="*/ 1976377 w 2039236"/>
                <a:gd name="connsiteY5" fmla="*/ 1820352 h 1820352"/>
                <a:gd name="connsiteX6" fmla="*/ 1853631 w 2039236"/>
                <a:gd name="connsiteY6" fmla="*/ 1820352 h 1820352"/>
                <a:gd name="connsiteX7" fmla="*/ 185604 w 2039236"/>
                <a:gd name="connsiteY7" fmla="*/ 1820351 h 1820352"/>
                <a:gd name="connsiteX8" fmla="*/ 162262 w 2039236"/>
                <a:gd name="connsiteY8" fmla="*/ 1820351 h 1820352"/>
                <a:gd name="connsiteX9" fmla="*/ 37122 w 2039236"/>
                <a:gd name="connsiteY9" fmla="*/ 1820351 h 1820352"/>
                <a:gd name="connsiteX10" fmla="*/ 0 w 2039236"/>
                <a:gd name="connsiteY10" fmla="*/ 1768173 h 1820352"/>
                <a:gd name="connsiteX11" fmla="*/ 0 w 2039236"/>
                <a:gd name="connsiteY11" fmla="*/ 1590227 h 1820352"/>
                <a:gd name="connsiteX12" fmla="*/ 0 w 2039236"/>
                <a:gd name="connsiteY12" fmla="*/ 1559470 h 1820352"/>
                <a:gd name="connsiteX13" fmla="*/ 0 w 2039236"/>
                <a:gd name="connsiteY13" fmla="*/ 357408 h 1820352"/>
                <a:gd name="connsiteX14" fmla="*/ 600 w 2039236"/>
                <a:gd name="connsiteY14" fmla="*/ 357408 h 1820352"/>
                <a:gd name="connsiteX15" fmla="*/ 0 w 2039236"/>
                <a:gd name="connsiteY15" fmla="*/ 353232 h 1820352"/>
                <a:gd name="connsiteX16" fmla="*/ 0 w 2039236"/>
                <a:gd name="connsiteY16" fmla="*/ 144529 h 1820352"/>
                <a:gd name="connsiteX17" fmla="*/ 37122 w 2039236"/>
                <a:gd name="connsiteY17" fmla="*/ 92351 h 1820352"/>
                <a:gd name="connsiteX18" fmla="*/ 162262 w 2039236"/>
                <a:gd name="connsiteY18" fmla="*/ 92351 h 1820352"/>
                <a:gd name="connsiteX19" fmla="*/ 185604 w 2039236"/>
                <a:gd name="connsiteY19" fmla="*/ 92351 h 1820352"/>
                <a:gd name="connsiteX20" fmla="*/ 1662466 w 2039236"/>
                <a:gd name="connsiteY20" fmla="*/ 92352 h 1820352"/>
                <a:gd name="connsiteX21" fmla="*/ 1733484 w 2039236"/>
                <a:gd name="connsiteY21" fmla="*/ 0 h 1820352"/>
                <a:gd name="connsiteX22" fmla="*/ 1804502 w 2039236"/>
                <a:gd name="connsiteY22" fmla="*/ 92352 h 1820352"/>
                <a:gd name="connsiteX23" fmla="*/ 1853631 w 2039236"/>
                <a:gd name="connsiteY23" fmla="*/ 92352 h 1820352"/>
                <a:gd name="connsiteX24" fmla="*/ 1976378 w 2039236"/>
                <a:gd name="connsiteY24" fmla="*/ 92352 h 1820352"/>
                <a:gd name="connsiteX25" fmla="*/ 2002113 w 2039236"/>
                <a:gd name="connsiteY25" fmla="*/ 92352 h 1820352"/>
                <a:gd name="connsiteX26" fmla="*/ 2039235 w 2039236"/>
                <a:gd name="connsiteY26" fmla="*/ 144530 h 1820352"/>
                <a:gd name="connsiteX27" fmla="*/ 2039235 w 2039236"/>
                <a:gd name="connsiteY27" fmla="*/ 353233 h 1820352"/>
                <a:gd name="connsiteX28" fmla="*/ 2038635 w 2039236"/>
                <a:gd name="connsiteY28" fmla="*/ 357409 h 1820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2039236" h="1820352">
                  <a:moveTo>
                    <a:pt x="2039236" y="357409"/>
                  </a:moveTo>
                  <a:lnTo>
                    <a:pt x="2039235" y="1590228"/>
                  </a:lnTo>
                  <a:lnTo>
                    <a:pt x="2039235" y="1590228"/>
                  </a:lnTo>
                  <a:lnTo>
                    <a:pt x="2039235" y="1768174"/>
                  </a:lnTo>
                  <a:cubicBezTo>
                    <a:pt x="2039235" y="1796992"/>
                    <a:pt x="2022615" y="1820352"/>
                    <a:pt x="2002113" y="1820352"/>
                  </a:cubicBezTo>
                  <a:lnTo>
                    <a:pt x="1976377" y="1820352"/>
                  </a:lnTo>
                  <a:lnTo>
                    <a:pt x="1853631" y="1820352"/>
                  </a:lnTo>
                  <a:lnTo>
                    <a:pt x="185604" y="1820351"/>
                  </a:lnTo>
                  <a:lnTo>
                    <a:pt x="162262" y="1820351"/>
                  </a:lnTo>
                  <a:lnTo>
                    <a:pt x="37122" y="1820351"/>
                  </a:lnTo>
                  <a:cubicBezTo>
                    <a:pt x="16620" y="1820351"/>
                    <a:pt x="0" y="1796991"/>
                    <a:pt x="0" y="1768173"/>
                  </a:cubicBezTo>
                  <a:lnTo>
                    <a:pt x="0" y="1590227"/>
                  </a:lnTo>
                  <a:lnTo>
                    <a:pt x="0" y="1559470"/>
                  </a:lnTo>
                  <a:lnTo>
                    <a:pt x="0" y="357408"/>
                  </a:lnTo>
                  <a:lnTo>
                    <a:pt x="600" y="357408"/>
                  </a:lnTo>
                  <a:lnTo>
                    <a:pt x="0" y="353232"/>
                  </a:lnTo>
                  <a:lnTo>
                    <a:pt x="0" y="144529"/>
                  </a:lnTo>
                  <a:cubicBezTo>
                    <a:pt x="0" y="115712"/>
                    <a:pt x="16620" y="92351"/>
                    <a:pt x="37122" y="92351"/>
                  </a:cubicBezTo>
                  <a:lnTo>
                    <a:pt x="162262" y="92351"/>
                  </a:lnTo>
                  <a:lnTo>
                    <a:pt x="185604" y="92351"/>
                  </a:lnTo>
                  <a:lnTo>
                    <a:pt x="1662466" y="92352"/>
                  </a:lnTo>
                  <a:lnTo>
                    <a:pt x="1733484" y="0"/>
                  </a:lnTo>
                  <a:lnTo>
                    <a:pt x="1804502" y="92352"/>
                  </a:lnTo>
                  <a:lnTo>
                    <a:pt x="1853631" y="92352"/>
                  </a:lnTo>
                  <a:lnTo>
                    <a:pt x="1976378" y="92352"/>
                  </a:lnTo>
                  <a:lnTo>
                    <a:pt x="2002113" y="92352"/>
                  </a:lnTo>
                  <a:cubicBezTo>
                    <a:pt x="2022615" y="92352"/>
                    <a:pt x="2039235" y="115713"/>
                    <a:pt x="2039235" y="144530"/>
                  </a:cubicBezTo>
                  <a:lnTo>
                    <a:pt x="2039235" y="353233"/>
                  </a:lnTo>
                  <a:lnTo>
                    <a:pt x="2038635" y="357409"/>
                  </a:lnTo>
                  <a:close/>
                </a:path>
              </a:pathLst>
            </a:custGeom>
            <a:solidFill>
              <a:schemeClr val="tx1">
                <a:alpha val="80000"/>
              </a:schemeClr>
            </a:solidFill>
            <a:ln w="19050"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F46469B2-1595-4100-9517-ABED65821429}"/>
                </a:ext>
              </a:extLst>
            </p:cNvPr>
            <p:cNvSpPr txBox="1"/>
            <p:nvPr/>
          </p:nvSpPr>
          <p:spPr>
            <a:xfrm>
              <a:off x="475984" y="3468502"/>
              <a:ext cx="1765609" cy="100232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ts val="1200"/>
                </a:lnSpc>
              </a:pPr>
              <a:r>
                <a:rPr lang="ko-KR" altLang="en-US" sz="900" b="1" dirty="0">
                  <a:solidFill>
                    <a:srgbClr val="CAC9D5"/>
                  </a:solidFill>
                  <a:latin typeface="맑은 고딕" panose="020B0503020000020004" pitchFamily="50" charset="-127"/>
                </a:rPr>
                <a:t>하나의 템플릿 타입 내에서  양식 작성 필요</a:t>
              </a:r>
              <a:endParaRPr lang="en-US" altLang="ko-KR" sz="900" b="1" dirty="0">
                <a:solidFill>
                  <a:srgbClr val="CAC9D5"/>
                </a:solidFill>
                <a:latin typeface="맑은 고딕" panose="020B0503020000020004" pitchFamily="50" charset="-127"/>
              </a:endParaRPr>
            </a:p>
            <a:p>
              <a:pPr>
                <a:lnSpc>
                  <a:spcPts val="1200"/>
                </a:lnSpc>
              </a:pPr>
              <a:endParaRPr lang="en-US" altLang="ko-KR" sz="900" dirty="0">
                <a:solidFill>
                  <a:srgbClr val="E86E6E"/>
                </a:solidFill>
                <a:latin typeface="맑은 고딕" panose="020B0503020000020004" pitchFamily="50" charset="-127"/>
              </a:endParaRPr>
            </a:p>
            <a:p>
              <a:pPr>
                <a:lnSpc>
                  <a:spcPts val="1200"/>
                </a:lnSpc>
              </a:pPr>
              <a:r>
                <a:rPr lang="en-US" altLang="ko-KR" sz="900" dirty="0">
                  <a:solidFill>
                    <a:schemeClr val="bg1">
                      <a:lumMod val="65000"/>
                    </a:schemeClr>
                  </a:solidFill>
                  <a:latin typeface="맑은 고딕" panose="020B0503020000020004" pitchFamily="50" charset="-127"/>
                </a:rPr>
                <a:t>(</a:t>
              </a:r>
              <a:r>
                <a:rPr lang="ko-KR" altLang="en-US" sz="900" dirty="0" err="1">
                  <a:solidFill>
                    <a:schemeClr val="bg1">
                      <a:lumMod val="65000"/>
                    </a:schemeClr>
                  </a:solidFill>
                  <a:latin typeface="맑은 고딕" panose="020B0503020000020004" pitchFamily="50" charset="-127"/>
                </a:rPr>
                <a:t>타입별</a:t>
              </a:r>
              <a:r>
                <a:rPr lang="ko-KR" altLang="en-US" sz="900" dirty="0">
                  <a:solidFill>
                    <a:schemeClr val="bg1">
                      <a:lumMod val="65000"/>
                    </a:schemeClr>
                  </a:solidFill>
                  <a:latin typeface="맑은 고딕" panose="020B0503020000020004" pitchFamily="50" charset="-127"/>
                </a:rPr>
                <a:t> 가능한 기능이 정해져 있기 때문에 두 개 이상의 타입 혼합은 불가</a:t>
              </a:r>
              <a:r>
                <a:rPr lang="en-US" altLang="ko-KR" sz="900" dirty="0">
                  <a:solidFill>
                    <a:schemeClr val="bg1">
                      <a:lumMod val="65000"/>
                    </a:schemeClr>
                  </a:solidFill>
                  <a:latin typeface="맑은 고딕" panose="020B0503020000020004" pitchFamily="50" charset="-127"/>
                </a:rPr>
                <a:t>) </a:t>
              </a:r>
            </a:p>
          </p:txBody>
        </p: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88155B07-8756-4C38-930A-15067454EC04}"/>
                </a:ext>
              </a:extLst>
            </p:cNvPr>
            <p:cNvSpPr txBox="1"/>
            <p:nvPr/>
          </p:nvSpPr>
          <p:spPr>
            <a:xfrm>
              <a:off x="475984" y="3202285"/>
              <a:ext cx="1303475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000" b="1" dirty="0">
                  <a:solidFill>
                    <a:srgbClr val="00E8B8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참고사항</a:t>
              </a:r>
              <a:endParaRPr lang="en-US" sz="1000" b="1" dirty="0">
                <a:solidFill>
                  <a:srgbClr val="00E8B8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cxnSp>
          <p:nvCxnSpPr>
            <p:cNvPr id="49" name="직선 연결선 48">
              <a:extLst>
                <a:ext uri="{FF2B5EF4-FFF2-40B4-BE49-F238E27FC236}">
                  <a16:creationId xmlns:a16="http://schemas.microsoft.com/office/drawing/2014/main" id="{DC3C049D-2A2D-426A-937E-FD55C3B9B2A6}"/>
                </a:ext>
              </a:extLst>
            </p:cNvPr>
            <p:cNvCxnSpPr>
              <a:cxnSpLocks/>
            </p:cNvCxnSpPr>
            <p:nvPr/>
          </p:nvCxnSpPr>
          <p:spPr>
            <a:xfrm>
              <a:off x="552783" y="3430402"/>
              <a:ext cx="1620000" cy="0"/>
            </a:xfrm>
            <a:prstGeom prst="line">
              <a:avLst/>
            </a:prstGeom>
            <a:ln>
              <a:solidFill>
                <a:srgbClr val="4C4C5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30" name="그림 29">
            <a:extLst>
              <a:ext uri="{FF2B5EF4-FFF2-40B4-BE49-F238E27FC236}">
                <a16:creationId xmlns:a16="http://schemas.microsoft.com/office/drawing/2014/main" id="{FA845E08-93DD-4F96-800E-366DDDF4949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90523" y="2120254"/>
            <a:ext cx="1368000" cy="6676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1213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" name="그림 38">
            <a:extLst>
              <a:ext uri="{FF2B5EF4-FFF2-40B4-BE49-F238E27FC236}">
                <a16:creationId xmlns:a16="http://schemas.microsoft.com/office/drawing/2014/main" id="{180F56CC-79C4-4847-8180-B11FF1F2B9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45439" y="841447"/>
            <a:ext cx="9456046" cy="4841299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3A48E7C5-0DD7-4EA7-8DF5-9011616D41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0515" y="2118938"/>
            <a:ext cx="1394246" cy="713825"/>
          </a:xfrm>
          <a:prstGeom prst="rect">
            <a:avLst/>
          </a:prstGeom>
        </p:spPr>
      </p:pic>
      <p:sp>
        <p:nvSpPr>
          <p:cNvPr id="4" name="직사각형 3">
            <a:extLst>
              <a:ext uri="{FF2B5EF4-FFF2-40B4-BE49-F238E27FC236}">
                <a16:creationId xmlns:a16="http://schemas.microsoft.com/office/drawing/2014/main" id="{97360276-5F9F-40E0-93DC-86063F9B4E06}"/>
              </a:ext>
            </a:extLst>
          </p:cNvPr>
          <p:cNvSpPr/>
          <p:nvPr/>
        </p:nvSpPr>
        <p:spPr>
          <a:xfrm>
            <a:off x="3652710" y="841447"/>
            <a:ext cx="3420752" cy="288000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ko-KR" altLang="en-US" sz="1050" b="1" dirty="0">
                <a:solidFill>
                  <a:schemeClr val="tx1"/>
                </a:solidFill>
              </a:rPr>
              <a:t>메일</a:t>
            </a:r>
            <a:r>
              <a:rPr lang="en-US" altLang="ko-KR" sz="1050" b="1" dirty="0">
                <a:solidFill>
                  <a:schemeClr val="tx1"/>
                </a:solidFill>
              </a:rPr>
              <a:t>, </a:t>
            </a:r>
            <a:r>
              <a:rPr lang="ko-KR" altLang="en-US" sz="1050" b="1" dirty="0">
                <a:solidFill>
                  <a:schemeClr val="tx1"/>
                </a:solidFill>
              </a:rPr>
              <a:t>전자결재</a:t>
            </a:r>
            <a:r>
              <a:rPr lang="en-US" altLang="ko-KR" sz="1050" b="1" dirty="0">
                <a:solidFill>
                  <a:schemeClr val="tx1"/>
                </a:solidFill>
              </a:rPr>
              <a:t>, </a:t>
            </a:r>
            <a:r>
              <a:rPr lang="ko-KR" altLang="en-US" sz="1050" b="1" dirty="0">
                <a:solidFill>
                  <a:schemeClr val="tx1"/>
                </a:solidFill>
              </a:rPr>
              <a:t>업무도우미</a:t>
            </a:r>
            <a:r>
              <a:rPr lang="en-US" altLang="ko-KR" sz="1050" b="1" dirty="0">
                <a:solidFill>
                  <a:schemeClr val="tx1"/>
                </a:solidFill>
              </a:rPr>
              <a:t>, </a:t>
            </a:r>
            <a:r>
              <a:rPr lang="ko-KR" altLang="en-US" sz="1050" b="1" dirty="0" err="1">
                <a:solidFill>
                  <a:schemeClr val="tx1"/>
                </a:solidFill>
              </a:rPr>
              <a:t>통합게시</a:t>
            </a:r>
            <a:r>
              <a:rPr lang="en-US" altLang="ko-KR" sz="1050" b="1" dirty="0">
                <a:solidFill>
                  <a:schemeClr val="tx1"/>
                </a:solidFill>
              </a:rPr>
              <a:t>, </a:t>
            </a:r>
            <a:r>
              <a:rPr lang="ko-KR" altLang="en-US" sz="1050" b="1" dirty="0">
                <a:solidFill>
                  <a:schemeClr val="tx1"/>
                </a:solidFill>
              </a:rPr>
              <a:t>문서관리</a:t>
            </a:r>
            <a:r>
              <a:rPr lang="en-US" altLang="ko-KR" sz="1050" b="1" dirty="0">
                <a:solidFill>
                  <a:schemeClr val="tx1"/>
                </a:solidFill>
              </a:rPr>
              <a:t> </a:t>
            </a:r>
            <a:endParaRPr lang="en-US" sz="1000" dirty="0">
              <a:solidFill>
                <a:schemeClr val="tx1"/>
              </a:solidFill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58E86839-9C7D-41DF-BE19-A87F850730E1}"/>
              </a:ext>
            </a:extLst>
          </p:cNvPr>
          <p:cNvSpPr/>
          <p:nvPr/>
        </p:nvSpPr>
        <p:spPr>
          <a:xfrm>
            <a:off x="2809428" y="3537341"/>
            <a:ext cx="1123952" cy="288000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ko-KR" altLang="en-US" sz="1050" b="1" dirty="0" err="1">
                <a:solidFill>
                  <a:schemeClr val="tx1"/>
                </a:solidFill>
              </a:rPr>
              <a:t>자유게시</a:t>
            </a:r>
            <a:endParaRPr lang="en-US" sz="1000" dirty="0">
              <a:solidFill>
                <a:schemeClr val="tx1"/>
              </a:solidFill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903E9DCA-AEC1-4611-B68C-0937C0C139B6}"/>
              </a:ext>
            </a:extLst>
          </p:cNvPr>
          <p:cNvSpPr/>
          <p:nvPr/>
        </p:nvSpPr>
        <p:spPr>
          <a:xfrm>
            <a:off x="6381479" y="5782525"/>
            <a:ext cx="3016970" cy="870998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ko-KR" altLang="en-US" sz="1050" b="1" dirty="0">
                <a:solidFill>
                  <a:schemeClr val="tx1"/>
                </a:solidFill>
              </a:rPr>
              <a:t>마이 콘텐츠 </a:t>
            </a:r>
            <a:r>
              <a:rPr lang="ko-KR" altLang="en-US" sz="1050" b="1" dirty="0" err="1">
                <a:solidFill>
                  <a:schemeClr val="tx1"/>
                </a:solidFill>
              </a:rPr>
              <a:t>웹파트</a:t>
            </a:r>
            <a:r>
              <a:rPr lang="ko-KR" altLang="en-US" sz="1050" b="1" dirty="0">
                <a:solidFill>
                  <a:schemeClr val="tx1"/>
                </a:solidFill>
              </a:rPr>
              <a:t> 구성</a:t>
            </a:r>
            <a:endParaRPr lang="en-US" altLang="ko-KR" sz="1050" b="1" dirty="0">
              <a:solidFill>
                <a:schemeClr val="tx1"/>
              </a:solidFill>
            </a:endParaRPr>
          </a:p>
          <a:p>
            <a:r>
              <a:rPr lang="en-US" altLang="ko-KR" sz="1000" dirty="0">
                <a:solidFill>
                  <a:srgbClr val="000000"/>
                </a:solidFill>
                <a:latin typeface="맑은 고딕" panose="020B0503020000020004" pitchFamily="50" charset="-127"/>
              </a:rPr>
              <a:t>- </a:t>
            </a:r>
            <a:r>
              <a:rPr lang="ko-KR" altLang="en-US" sz="1000" dirty="0" err="1">
                <a:solidFill>
                  <a:srgbClr val="000000"/>
                </a:solidFill>
                <a:latin typeface="맑은 고딕" panose="020B0503020000020004" pitchFamily="50" charset="-127"/>
              </a:rPr>
              <a:t>웹파트</a:t>
            </a:r>
            <a:r>
              <a:rPr lang="ko-KR" altLang="en-US" sz="1000" dirty="0">
                <a:solidFill>
                  <a:srgbClr val="000000"/>
                </a:solidFill>
                <a:latin typeface="맑은 고딕" panose="020B0503020000020004" pitchFamily="50" charset="-127"/>
              </a:rPr>
              <a:t> 구성</a:t>
            </a:r>
            <a:r>
              <a:rPr lang="en-US" altLang="ko-KR" sz="1000" dirty="0">
                <a:solidFill>
                  <a:srgbClr val="000000"/>
                </a:solidFill>
                <a:latin typeface="맑은 고딕" panose="020B0503020000020004" pitchFamily="50" charset="-127"/>
              </a:rPr>
              <a:t>: </a:t>
            </a:r>
            <a:r>
              <a:rPr lang="ko-KR" altLang="en-US" sz="1000" dirty="0" err="1">
                <a:solidFill>
                  <a:srgbClr val="000000"/>
                </a:solidFill>
                <a:latin typeface="맑은 고딕" panose="020B0503020000020004" pitchFamily="50" charset="-127"/>
              </a:rPr>
              <a:t>받은메일</a:t>
            </a:r>
            <a:r>
              <a:rPr lang="en-US" altLang="ko-KR" sz="1000" dirty="0">
                <a:solidFill>
                  <a:srgbClr val="000000"/>
                </a:solidFill>
                <a:latin typeface="맑은 고딕" panose="020B0503020000020004" pitchFamily="50" charset="-127"/>
              </a:rPr>
              <a:t>, </a:t>
            </a:r>
            <a:r>
              <a:rPr lang="ko-KR" altLang="en-US" sz="1000" dirty="0">
                <a:solidFill>
                  <a:srgbClr val="000000"/>
                </a:solidFill>
                <a:latin typeface="맑은 고딕" panose="020B0503020000020004" pitchFamily="50" charset="-127"/>
              </a:rPr>
              <a:t>근태관리</a:t>
            </a:r>
            <a:r>
              <a:rPr lang="en-US" altLang="ko-KR" sz="1000" dirty="0">
                <a:solidFill>
                  <a:srgbClr val="000000"/>
                </a:solidFill>
                <a:latin typeface="맑은 고딕" panose="020B0503020000020004" pitchFamily="50" charset="-127"/>
              </a:rPr>
              <a:t>, </a:t>
            </a:r>
            <a:r>
              <a:rPr lang="ko-KR" altLang="en-US" sz="1000" dirty="0">
                <a:solidFill>
                  <a:srgbClr val="000000"/>
                </a:solidFill>
                <a:latin typeface="맑은 고딕" panose="020B0503020000020004" pitchFamily="50" charset="-127"/>
              </a:rPr>
              <a:t>최근사용양식</a:t>
            </a:r>
            <a:r>
              <a:rPr lang="en-US" altLang="ko-KR" sz="1000" dirty="0">
                <a:solidFill>
                  <a:srgbClr val="000000"/>
                </a:solidFill>
                <a:latin typeface="맑은 고딕" panose="020B0503020000020004" pitchFamily="50" charset="-127"/>
              </a:rPr>
              <a:t>,</a:t>
            </a:r>
          </a:p>
          <a:p>
            <a:r>
              <a:rPr lang="ko-KR" altLang="en-US" sz="1000" dirty="0">
                <a:solidFill>
                  <a:srgbClr val="000000"/>
                </a:solidFill>
                <a:latin typeface="맑은 고딕" panose="020B0503020000020004" pitchFamily="50" charset="-127"/>
              </a:rPr>
              <a:t>게시판</a:t>
            </a:r>
            <a:r>
              <a:rPr lang="en-US" altLang="ko-KR" sz="1000" dirty="0">
                <a:solidFill>
                  <a:srgbClr val="000000"/>
                </a:solidFill>
                <a:latin typeface="맑은 고딕" panose="020B0503020000020004" pitchFamily="50" charset="-127"/>
              </a:rPr>
              <a:t>, </a:t>
            </a:r>
            <a:r>
              <a:rPr lang="ko-KR" altLang="en-US" sz="1000" dirty="0">
                <a:solidFill>
                  <a:srgbClr val="000000"/>
                </a:solidFill>
                <a:latin typeface="맑은 고딕" panose="020B0503020000020004" pitchFamily="50" charset="-127"/>
              </a:rPr>
              <a:t>설문</a:t>
            </a:r>
            <a:r>
              <a:rPr lang="en-US" altLang="ko-KR" sz="1000" dirty="0">
                <a:solidFill>
                  <a:srgbClr val="000000"/>
                </a:solidFill>
                <a:latin typeface="맑은 고딕" panose="020B0503020000020004" pitchFamily="50" charset="-127"/>
              </a:rPr>
              <a:t>, </a:t>
            </a:r>
            <a:r>
              <a:rPr lang="ko-KR" altLang="en-US" sz="1000" dirty="0" err="1">
                <a:solidFill>
                  <a:srgbClr val="000000"/>
                </a:solidFill>
                <a:latin typeface="맑은 고딕" panose="020B0503020000020004" pitchFamily="50" charset="-127"/>
              </a:rPr>
              <a:t>앨범게시</a:t>
            </a:r>
            <a:endParaRPr lang="en-US" altLang="ko-KR" sz="1000" dirty="0">
              <a:solidFill>
                <a:srgbClr val="000000"/>
              </a:solidFill>
              <a:latin typeface="맑은 고딕" panose="020B0503020000020004" pitchFamily="50" charset="-127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AF407FE5-9F43-4CB8-862E-35024821E0C9}"/>
              </a:ext>
            </a:extLst>
          </p:cNvPr>
          <p:cNvSpPr txBox="1"/>
          <p:nvPr/>
        </p:nvSpPr>
        <p:spPr>
          <a:xfrm>
            <a:off x="296174" y="902186"/>
            <a:ext cx="1493975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5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포털 요청 양식</a:t>
            </a:r>
            <a:endParaRPr lang="en-US" altLang="ko-KR" sz="15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r>
              <a:rPr lang="ko-KR" altLang="en-US" sz="15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샘플 </a:t>
            </a:r>
            <a:r>
              <a:rPr lang="en-US" altLang="ko-KR" sz="15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02</a:t>
            </a:r>
            <a:endParaRPr lang="en-US" sz="15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747273F1-0B79-4FF5-937B-1F40E9AF07AF}"/>
              </a:ext>
            </a:extLst>
          </p:cNvPr>
          <p:cNvSpPr txBox="1"/>
          <p:nvPr/>
        </p:nvSpPr>
        <p:spPr>
          <a:xfrm>
            <a:off x="296174" y="1611972"/>
            <a:ext cx="169211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b="1" dirty="0">
                <a:solidFill>
                  <a:srgbClr val="7F7F87"/>
                </a:solidFill>
                <a:latin typeface="맑은 고딕" panose="020B0503020000020004" pitchFamily="50" charset="-127"/>
              </a:rPr>
              <a:t>선정 템플릿</a:t>
            </a:r>
            <a:r>
              <a:rPr lang="en-US" altLang="ko-KR" sz="1200" b="1" dirty="0">
                <a:solidFill>
                  <a:srgbClr val="7F7F87"/>
                </a:solidFill>
                <a:latin typeface="맑은 고딕" panose="020B0503020000020004" pitchFamily="50" charset="-127"/>
              </a:rPr>
              <a:t>:</a:t>
            </a:r>
          </a:p>
          <a:p>
            <a:r>
              <a:rPr lang="ko-KR" altLang="en-US" sz="1200" dirty="0">
                <a:solidFill>
                  <a:srgbClr val="7F7F8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베이직 타입 사례 </a:t>
            </a:r>
            <a:r>
              <a:rPr lang="en-US" altLang="ko-KR" sz="1200" dirty="0">
                <a:solidFill>
                  <a:srgbClr val="7F7F8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02</a:t>
            </a:r>
            <a:endParaRPr lang="en-US" sz="1200" dirty="0">
              <a:solidFill>
                <a:srgbClr val="7F7F87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4047C61A-8F40-4C03-B161-50EE50E885D5}"/>
              </a:ext>
            </a:extLst>
          </p:cNvPr>
          <p:cNvSpPr/>
          <p:nvPr/>
        </p:nvSpPr>
        <p:spPr>
          <a:xfrm>
            <a:off x="2809428" y="1497866"/>
            <a:ext cx="1891796" cy="683713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ko-KR" altLang="en-US" sz="1050" b="1" dirty="0">
                <a:solidFill>
                  <a:schemeClr val="tx1"/>
                </a:solidFill>
              </a:rPr>
              <a:t>배너 문구</a:t>
            </a:r>
            <a:r>
              <a:rPr lang="en-US" altLang="ko-KR" sz="1050" b="1" dirty="0">
                <a:solidFill>
                  <a:schemeClr val="tx1"/>
                </a:solidFill>
              </a:rPr>
              <a:t>:</a:t>
            </a:r>
            <a:endParaRPr lang="en-US" altLang="ko-KR" sz="1000" dirty="0">
              <a:solidFill>
                <a:schemeClr val="tx1"/>
              </a:solidFill>
            </a:endParaRPr>
          </a:p>
          <a:p>
            <a:r>
              <a:rPr lang="ko-KR" altLang="en-US" sz="1000" dirty="0">
                <a:solidFill>
                  <a:srgbClr val="000000"/>
                </a:solidFill>
                <a:latin typeface="맑은 고딕" panose="020B0503020000020004" pitchFamily="50" charset="-127"/>
              </a:rPr>
              <a:t>경영이념</a:t>
            </a:r>
            <a:endParaRPr lang="en-US" altLang="ko-KR" sz="1000" dirty="0">
              <a:solidFill>
                <a:srgbClr val="000000"/>
              </a:solidFill>
              <a:latin typeface="맑은 고딕" panose="020B0503020000020004" pitchFamily="50" charset="-127"/>
            </a:endParaRPr>
          </a:p>
          <a:p>
            <a:r>
              <a:rPr lang="en-US" altLang="ko-KR" sz="1000" dirty="0">
                <a:solidFill>
                  <a:srgbClr val="000000"/>
                </a:solidFill>
                <a:latin typeface="맑은 고딕" panose="020B0503020000020004" pitchFamily="50" charset="-127"/>
              </a:rPr>
              <a:t>High Tech Market Leader</a:t>
            </a:r>
            <a:endParaRPr lang="en-US" altLang="ko-KR" sz="1000" dirty="0">
              <a:solidFill>
                <a:schemeClr val="tx1"/>
              </a:solidFill>
            </a:endParaRPr>
          </a:p>
          <a:p>
            <a:r>
              <a:rPr lang="en-US" altLang="ko-KR" sz="1000" dirty="0">
                <a:solidFill>
                  <a:schemeClr val="tx1"/>
                </a:solidFill>
              </a:rPr>
              <a:t>(</a:t>
            </a:r>
            <a:r>
              <a:rPr lang="ko-KR" altLang="en-US" sz="1000" dirty="0">
                <a:solidFill>
                  <a:schemeClr val="tx1"/>
                </a:solidFill>
              </a:rPr>
              <a:t>배너 이미지 전달 예정</a:t>
            </a:r>
            <a:r>
              <a:rPr lang="en-US" altLang="ko-KR" sz="1000" dirty="0">
                <a:solidFill>
                  <a:schemeClr val="tx1"/>
                </a:solidFill>
              </a:rPr>
              <a:t>)</a:t>
            </a:r>
            <a:endParaRPr lang="en-US" sz="1000" dirty="0">
              <a:solidFill>
                <a:schemeClr val="tx1"/>
              </a:solidFill>
            </a:endParaRPr>
          </a:p>
        </p:txBody>
      </p:sp>
      <p:grpSp>
        <p:nvGrpSpPr>
          <p:cNvPr id="25" name="그룹 24">
            <a:extLst>
              <a:ext uri="{FF2B5EF4-FFF2-40B4-BE49-F238E27FC236}">
                <a16:creationId xmlns:a16="http://schemas.microsoft.com/office/drawing/2014/main" id="{0FA0FA80-15A0-4851-AB4C-C3737E52FAB4}"/>
              </a:ext>
            </a:extLst>
          </p:cNvPr>
          <p:cNvGrpSpPr/>
          <p:nvPr/>
        </p:nvGrpSpPr>
        <p:grpSpPr>
          <a:xfrm>
            <a:off x="10192621" y="4538969"/>
            <a:ext cx="1824240" cy="2114553"/>
            <a:chOff x="10188716" y="4606632"/>
            <a:chExt cx="1824240" cy="2114553"/>
          </a:xfrm>
        </p:grpSpPr>
        <p:sp>
          <p:nvSpPr>
            <p:cNvPr id="26" name="자유형: 도형 25">
              <a:extLst>
                <a:ext uri="{FF2B5EF4-FFF2-40B4-BE49-F238E27FC236}">
                  <a16:creationId xmlns:a16="http://schemas.microsoft.com/office/drawing/2014/main" id="{95BDCBDA-5648-4B1F-B6BA-3BAAF2574A9A}"/>
                </a:ext>
              </a:extLst>
            </p:cNvPr>
            <p:cNvSpPr/>
            <p:nvPr/>
          </p:nvSpPr>
          <p:spPr>
            <a:xfrm rot="16200000">
              <a:off x="10041615" y="4753733"/>
              <a:ext cx="2114553" cy="1820352"/>
            </a:xfrm>
            <a:custGeom>
              <a:avLst/>
              <a:gdLst>
                <a:gd name="connsiteX0" fmla="*/ 2039236 w 2039236"/>
                <a:gd name="connsiteY0" fmla="*/ 357409 h 1820352"/>
                <a:gd name="connsiteX1" fmla="*/ 2039235 w 2039236"/>
                <a:gd name="connsiteY1" fmla="*/ 1590228 h 1820352"/>
                <a:gd name="connsiteX2" fmla="*/ 2039235 w 2039236"/>
                <a:gd name="connsiteY2" fmla="*/ 1590228 h 1820352"/>
                <a:gd name="connsiteX3" fmla="*/ 2039235 w 2039236"/>
                <a:gd name="connsiteY3" fmla="*/ 1768174 h 1820352"/>
                <a:gd name="connsiteX4" fmla="*/ 2002113 w 2039236"/>
                <a:gd name="connsiteY4" fmla="*/ 1820352 h 1820352"/>
                <a:gd name="connsiteX5" fmla="*/ 1976377 w 2039236"/>
                <a:gd name="connsiteY5" fmla="*/ 1820352 h 1820352"/>
                <a:gd name="connsiteX6" fmla="*/ 1853631 w 2039236"/>
                <a:gd name="connsiteY6" fmla="*/ 1820352 h 1820352"/>
                <a:gd name="connsiteX7" fmla="*/ 185604 w 2039236"/>
                <a:gd name="connsiteY7" fmla="*/ 1820351 h 1820352"/>
                <a:gd name="connsiteX8" fmla="*/ 162262 w 2039236"/>
                <a:gd name="connsiteY8" fmla="*/ 1820351 h 1820352"/>
                <a:gd name="connsiteX9" fmla="*/ 37122 w 2039236"/>
                <a:gd name="connsiteY9" fmla="*/ 1820351 h 1820352"/>
                <a:gd name="connsiteX10" fmla="*/ 0 w 2039236"/>
                <a:gd name="connsiteY10" fmla="*/ 1768173 h 1820352"/>
                <a:gd name="connsiteX11" fmla="*/ 0 w 2039236"/>
                <a:gd name="connsiteY11" fmla="*/ 1590227 h 1820352"/>
                <a:gd name="connsiteX12" fmla="*/ 0 w 2039236"/>
                <a:gd name="connsiteY12" fmla="*/ 1559470 h 1820352"/>
                <a:gd name="connsiteX13" fmla="*/ 0 w 2039236"/>
                <a:gd name="connsiteY13" fmla="*/ 357408 h 1820352"/>
                <a:gd name="connsiteX14" fmla="*/ 600 w 2039236"/>
                <a:gd name="connsiteY14" fmla="*/ 357408 h 1820352"/>
                <a:gd name="connsiteX15" fmla="*/ 0 w 2039236"/>
                <a:gd name="connsiteY15" fmla="*/ 353232 h 1820352"/>
                <a:gd name="connsiteX16" fmla="*/ 0 w 2039236"/>
                <a:gd name="connsiteY16" fmla="*/ 144529 h 1820352"/>
                <a:gd name="connsiteX17" fmla="*/ 37122 w 2039236"/>
                <a:gd name="connsiteY17" fmla="*/ 92351 h 1820352"/>
                <a:gd name="connsiteX18" fmla="*/ 162262 w 2039236"/>
                <a:gd name="connsiteY18" fmla="*/ 92351 h 1820352"/>
                <a:gd name="connsiteX19" fmla="*/ 185604 w 2039236"/>
                <a:gd name="connsiteY19" fmla="*/ 92351 h 1820352"/>
                <a:gd name="connsiteX20" fmla="*/ 1662466 w 2039236"/>
                <a:gd name="connsiteY20" fmla="*/ 92352 h 1820352"/>
                <a:gd name="connsiteX21" fmla="*/ 1733484 w 2039236"/>
                <a:gd name="connsiteY21" fmla="*/ 0 h 1820352"/>
                <a:gd name="connsiteX22" fmla="*/ 1804502 w 2039236"/>
                <a:gd name="connsiteY22" fmla="*/ 92352 h 1820352"/>
                <a:gd name="connsiteX23" fmla="*/ 1853631 w 2039236"/>
                <a:gd name="connsiteY23" fmla="*/ 92352 h 1820352"/>
                <a:gd name="connsiteX24" fmla="*/ 1976378 w 2039236"/>
                <a:gd name="connsiteY24" fmla="*/ 92352 h 1820352"/>
                <a:gd name="connsiteX25" fmla="*/ 2002113 w 2039236"/>
                <a:gd name="connsiteY25" fmla="*/ 92352 h 1820352"/>
                <a:gd name="connsiteX26" fmla="*/ 2039235 w 2039236"/>
                <a:gd name="connsiteY26" fmla="*/ 144530 h 1820352"/>
                <a:gd name="connsiteX27" fmla="*/ 2039235 w 2039236"/>
                <a:gd name="connsiteY27" fmla="*/ 353233 h 1820352"/>
                <a:gd name="connsiteX28" fmla="*/ 2038635 w 2039236"/>
                <a:gd name="connsiteY28" fmla="*/ 357409 h 1820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2039236" h="1820352">
                  <a:moveTo>
                    <a:pt x="2039236" y="357409"/>
                  </a:moveTo>
                  <a:lnTo>
                    <a:pt x="2039235" y="1590228"/>
                  </a:lnTo>
                  <a:lnTo>
                    <a:pt x="2039235" y="1590228"/>
                  </a:lnTo>
                  <a:lnTo>
                    <a:pt x="2039235" y="1768174"/>
                  </a:lnTo>
                  <a:cubicBezTo>
                    <a:pt x="2039235" y="1796992"/>
                    <a:pt x="2022615" y="1820352"/>
                    <a:pt x="2002113" y="1820352"/>
                  </a:cubicBezTo>
                  <a:lnTo>
                    <a:pt x="1976377" y="1820352"/>
                  </a:lnTo>
                  <a:lnTo>
                    <a:pt x="1853631" y="1820352"/>
                  </a:lnTo>
                  <a:lnTo>
                    <a:pt x="185604" y="1820351"/>
                  </a:lnTo>
                  <a:lnTo>
                    <a:pt x="162262" y="1820351"/>
                  </a:lnTo>
                  <a:lnTo>
                    <a:pt x="37122" y="1820351"/>
                  </a:lnTo>
                  <a:cubicBezTo>
                    <a:pt x="16620" y="1820351"/>
                    <a:pt x="0" y="1796991"/>
                    <a:pt x="0" y="1768173"/>
                  </a:cubicBezTo>
                  <a:lnTo>
                    <a:pt x="0" y="1590227"/>
                  </a:lnTo>
                  <a:lnTo>
                    <a:pt x="0" y="1559470"/>
                  </a:lnTo>
                  <a:lnTo>
                    <a:pt x="0" y="357408"/>
                  </a:lnTo>
                  <a:lnTo>
                    <a:pt x="600" y="357408"/>
                  </a:lnTo>
                  <a:lnTo>
                    <a:pt x="0" y="353232"/>
                  </a:lnTo>
                  <a:lnTo>
                    <a:pt x="0" y="144529"/>
                  </a:lnTo>
                  <a:cubicBezTo>
                    <a:pt x="0" y="115712"/>
                    <a:pt x="16620" y="92351"/>
                    <a:pt x="37122" y="92351"/>
                  </a:cubicBezTo>
                  <a:lnTo>
                    <a:pt x="162262" y="92351"/>
                  </a:lnTo>
                  <a:lnTo>
                    <a:pt x="185604" y="92351"/>
                  </a:lnTo>
                  <a:lnTo>
                    <a:pt x="1662466" y="92352"/>
                  </a:lnTo>
                  <a:lnTo>
                    <a:pt x="1733484" y="0"/>
                  </a:lnTo>
                  <a:lnTo>
                    <a:pt x="1804502" y="92352"/>
                  </a:lnTo>
                  <a:lnTo>
                    <a:pt x="1853631" y="92352"/>
                  </a:lnTo>
                  <a:lnTo>
                    <a:pt x="1976378" y="92352"/>
                  </a:lnTo>
                  <a:lnTo>
                    <a:pt x="2002113" y="92352"/>
                  </a:lnTo>
                  <a:cubicBezTo>
                    <a:pt x="2022615" y="92352"/>
                    <a:pt x="2039235" y="115713"/>
                    <a:pt x="2039235" y="144530"/>
                  </a:cubicBezTo>
                  <a:lnTo>
                    <a:pt x="2039235" y="353233"/>
                  </a:lnTo>
                  <a:lnTo>
                    <a:pt x="2038635" y="357409"/>
                  </a:lnTo>
                  <a:close/>
                </a:path>
              </a:pathLst>
            </a:custGeom>
            <a:solidFill>
              <a:schemeClr val="tx1">
                <a:alpha val="80000"/>
              </a:schemeClr>
            </a:solidFill>
            <a:ln w="19050"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D7739622-34AD-462C-806B-13C37C804CE9}"/>
                </a:ext>
              </a:extLst>
            </p:cNvPr>
            <p:cNvSpPr txBox="1"/>
            <p:nvPr/>
          </p:nvSpPr>
          <p:spPr>
            <a:xfrm>
              <a:off x="10371647" y="5003181"/>
              <a:ext cx="1641309" cy="161787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ts val="1200"/>
                </a:lnSpc>
              </a:pPr>
              <a:r>
                <a:rPr lang="en-US" altLang="ko-KR" sz="900" dirty="0">
                  <a:solidFill>
                    <a:srgbClr val="CAC9D5"/>
                  </a:solidFill>
                  <a:latin typeface="맑은 고딕" panose="020B0503020000020004" pitchFamily="50" charset="-127"/>
                </a:rPr>
                <a:t>1. </a:t>
              </a:r>
              <a:r>
                <a:rPr lang="ko-KR" altLang="en-US" sz="900" dirty="0">
                  <a:solidFill>
                    <a:srgbClr val="CAC9D5"/>
                  </a:solidFill>
                  <a:latin typeface="맑은 고딕" panose="020B0503020000020004" pitchFamily="50" charset="-127"/>
                </a:rPr>
                <a:t>템플릿 또는 사례 선정</a:t>
              </a:r>
              <a:endParaRPr lang="en-US" altLang="ko-KR" sz="900" dirty="0">
                <a:solidFill>
                  <a:srgbClr val="CAC9D5"/>
                </a:solidFill>
                <a:latin typeface="맑은 고딕" panose="020B0503020000020004" pitchFamily="50" charset="-127"/>
              </a:endParaRPr>
            </a:p>
            <a:p>
              <a:pPr marL="228600" indent="-228600">
                <a:lnSpc>
                  <a:spcPts val="1200"/>
                </a:lnSpc>
                <a:buAutoNum type="arabicPeriod"/>
              </a:pPr>
              <a:endParaRPr lang="ko-KR" altLang="en-US" sz="900" dirty="0">
                <a:solidFill>
                  <a:srgbClr val="CAC9D5"/>
                </a:solidFill>
                <a:latin typeface="맑은 고딕" panose="020B0503020000020004" pitchFamily="50" charset="-127"/>
              </a:endParaRPr>
            </a:p>
            <a:p>
              <a:pPr>
                <a:lnSpc>
                  <a:spcPts val="1200"/>
                </a:lnSpc>
              </a:pPr>
              <a:r>
                <a:rPr lang="en-US" altLang="ko-KR" sz="900" dirty="0">
                  <a:solidFill>
                    <a:srgbClr val="CAC9D5"/>
                  </a:solidFill>
                  <a:latin typeface="맑은 고딕" panose="020B0503020000020004" pitchFamily="50" charset="-127"/>
                </a:rPr>
                <a:t>2. </a:t>
              </a:r>
              <a:r>
                <a:rPr lang="ko-KR" altLang="en-US" sz="900" dirty="0">
                  <a:solidFill>
                    <a:srgbClr val="CAC9D5"/>
                  </a:solidFill>
                  <a:latin typeface="맑은 고딕" panose="020B0503020000020004" pitchFamily="50" charset="-127"/>
                </a:rPr>
                <a:t>요청 내용 작성</a:t>
              </a:r>
              <a:r>
                <a:rPr lang="en-US" altLang="ko-KR" sz="900" dirty="0">
                  <a:solidFill>
                    <a:srgbClr val="CAC9D5"/>
                  </a:solidFill>
                  <a:latin typeface="맑은 고딕" panose="020B0503020000020004" pitchFamily="50" charset="-127"/>
                </a:rPr>
                <a:t> </a:t>
              </a:r>
              <a:endParaRPr lang="ko-KR" altLang="en-US" sz="900" dirty="0">
                <a:solidFill>
                  <a:srgbClr val="CAC9D5"/>
                </a:solidFill>
                <a:latin typeface="맑은 고딕" panose="020B0503020000020004" pitchFamily="50" charset="-127"/>
              </a:endParaRPr>
            </a:p>
            <a:p>
              <a:pPr>
                <a:lnSpc>
                  <a:spcPts val="1200"/>
                </a:lnSpc>
              </a:pPr>
              <a:r>
                <a:rPr lang="ko-KR" altLang="en-US" sz="900" dirty="0">
                  <a:solidFill>
                    <a:srgbClr val="CAC9D5"/>
                  </a:solidFill>
                  <a:latin typeface="맑은 고딕" panose="020B0503020000020004" pitchFamily="50" charset="-127"/>
                </a:rPr>
                <a:t>   </a:t>
              </a:r>
              <a:r>
                <a:rPr lang="en-US" altLang="ko-KR" sz="900" dirty="0">
                  <a:solidFill>
                    <a:srgbClr val="CAC9D5"/>
                  </a:solidFill>
                  <a:latin typeface="맑은 고딕" panose="020B0503020000020004" pitchFamily="50" charset="-127"/>
                </a:rPr>
                <a:t>- </a:t>
              </a:r>
              <a:r>
                <a:rPr lang="ko-KR" altLang="en-US" sz="900" dirty="0" err="1">
                  <a:solidFill>
                    <a:srgbClr val="CAC9D5"/>
                  </a:solidFill>
                  <a:latin typeface="맑은 고딕" panose="020B0503020000020004" pitchFamily="50" charset="-127"/>
                </a:rPr>
                <a:t>대메뉴</a:t>
              </a:r>
              <a:endParaRPr lang="ko-KR" altLang="en-US" sz="900" dirty="0">
                <a:solidFill>
                  <a:srgbClr val="CAC9D5"/>
                </a:solidFill>
                <a:latin typeface="맑은 고딕" panose="020B0503020000020004" pitchFamily="50" charset="-127"/>
              </a:endParaRPr>
            </a:p>
            <a:p>
              <a:pPr>
                <a:lnSpc>
                  <a:spcPts val="1200"/>
                </a:lnSpc>
              </a:pPr>
              <a:r>
                <a:rPr lang="ko-KR" altLang="en-US" sz="900" dirty="0">
                  <a:solidFill>
                    <a:srgbClr val="CAC9D5"/>
                  </a:solidFill>
                  <a:latin typeface="맑은 고딕" panose="020B0503020000020004" pitchFamily="50" charset="-127"/>
                </a:rPr>
                <a:t>   </a:t>
              </a:r>
              <a:r>
                <a:rPr lang="en-US" altLang="ko-KR" sz="900" dirty="0">
                  <a:solidFill>
                    <a:srgbClr val="CAC9D5"/>
                  </a:solidFill>
                  <a:latin typeface="맑은 고딕" panose="020B0503020000020004" pitchFamily="50" charset="-127"/>
                </a:rPr>
                <a:t>- </a:t>
              </a:r>
              <a:r>
                <a:rPr lang="ko-KR" altLang="en-US" sz="900" dirty="0" err="1">
                  <a:solidFill>
                    <a:srgbClr val="CAC9D5"/>
                  </a:solidFill>
                  <a:latin typeface="맑은 고딕" panose="020B0503020000020004" pitchFamily="50" charset="-127"/>
                </a:rPr>
                <a:t>웹파트</a:t>
              </a:r>
              <a:r>
                <a:rPr lang="ko-KR" altLang="en-US" sz="900" dirty="0">
                  <a:solidFill>
                    <a:srgbClr val="CAC9D5"/>
                  </a:solidFill>
                  <a:latin typeface="맑은 고딕" panose="020B0503020000020004" pitchFamily="50" charset="-127"/>
                </a:rPr>
                <a:t> </a:t>
              </a:r>
              <a:r>
                <a:rPr lang="en-US" altLang="ko-KR" sz="900" dirty="0">
                  <a:solidFill>
                    <a:srgbClr val="CAC9D5"/>
                  </a:solidFill>
                  <a:latin typeface="맑은 고딕" panose="020B0503020000020004" pitchFamily="50" charset="-127"/>
                </a:rPr>
                <a:t>(</a:t>
              </a:r>
              <a:r>
                <a:rPr lang="ko-KR" altLang="en-US" sz="900" dirty="0" err="1">
                  <a:solidFill>
                    <a:srgbClr val="CAC9D5"/>
                  </a:solidFill>
                  <a:latin typeface="맑은 고딕" panose="020B0503020000020004" pitchFamily="50" charset="-127"/>
                </a:rPr>
                <a:t>포틀릿</a:t>
              </a:r>
              <a:r>
                <a:rPr lang="en-US" altLang="ko-KR" sz="900" dirty="0">
                  <a:solidFill>
                    <a:srgbClr val="CAC9D5"/>
                  </a:solidFill>
                  <a:latin typeface="맑은 고딕" panose="020B0503020000020004" pitchFamily="50" charset="-127"/>
                </a:rPr>
                <a:t>)</a:t>
              </a:r>
              <a:endParaRPr lang="ko-KR" altLang="en-US" sz="900" dirty="0">
                <a:solidFill>
                  <a:srgbClr val="CAC9D5"/>
                </a:solidFill>
                <a:latin typeface="맑은 고딕" panose="020B0503020000020004" pitchFamily="50" charset="-127"/>
              </a:endParaRPr>
            </a:p>
            <a:p>
              <a:pPr>
                <a:lnSpc>
                  <a:spcPts val="1200"/>
                </a:lnSpc>
              </a:pPr>
              <a:r>
                <a:rPr lang="ko-KR" altLang="en-US" sz="900" dirty="0">
                  <a:solidFill>
                    <a:srgbClr val="CAC9D5"/>
                  </a:solidFill>
                  <a:latin typeface="맑은 고딕" panose="020B0503020000020004" pitchFamily="50" charset="-127"/>
                </a:rPr>
                <a:t>   </a:t>
              </a:r>
              <a:r>
                <a:rPr lang="en-US" altLang="ko-KR" sz="900" dirty="0">
                  <a:solidFill>
                    <a:srgbClr val="CAC9D5"/>
                  </a:solidFill>
                  <a:latin typeface="맑은 고딕" panose="020B0503020000020004" pitchFamily="50" charset="-127"/>
                </a:rPr>
                <a:t>- </a:t>
              </a:r>
              <a:r>
                <a:rPr lang="ko-KR" altLang="en-US" sz="900" dirty="0">
                  <a:solidFill>
                    <a:srgbClr val="CAC9D5"/>
                  </a:solidFill>
                  <a:latin typeface="맑은 고딕" panose="020B0503020000020004" pitchFamily="50" charset="-127"/>
                </a:rPr>
                <a:t>기타 필요한 콘텐츠</a:t>
              </a:r>
              <a:endParaRPr lang="en-US" altLang="ko-KR" sz="900" dirty="0">
                <a:solidFill>
                  <a:srgbClr val="CAC9D5"/>
                </a:solidFill>
                <a:latin typeface="맑은 고딕" panose="020B0503020000020004" pitchFamily="50" charset="-127"/>
              </a:endParaRPr>
            </a:p>
            <a:p>
              <a:pPr>
                <a:lnSpc>
                  <a:spcPts val="1200"/>
                </a:lnSpc>
              </a:pPr>
              <a:endParaRPr lang="ko-KR" altLang="en-US" sz="900" dirty="0">
                <a:solidFill>
                  <a:srgbClr val="CAC9D5"/>
                </a:solidFill>
                <a:latin typeface="맑은 고딕" panose="020B0503020000020004" pitchFamily="50" charset="-127"/>
              </a:endParaRPr>
            </a:p>
            <a:p>
              <a:pPr>
                <a:lnSpc>
                  <a:spcPts val="1200"/>
                </a:lnSpc>
              </a:pPr>
              <a:r>
                <a:rPr lang="en-US" altLang="ko-KR" sz="900" dirty="0">
                  <a:solidFill>
                    <a:srgbClr val="CAC9D5"/>
                  </a:solidFill>
                  <a:latin typeface="맑은 고딕" panose="020B0503020000020004" pitchFamily="50" charset="-127"/>
                </a:rPr>
                <a:t>3. </a:t>
              </a:r>
              <a:r>
                <a:rPr lang="ko-KR" altLang="en-US" sz="900" dirty="0">
                  <a:solidFill>
                    <a:srgbClr val="CAC9D5"/>
                  </a:solidFill>
                  <a:latin typeface="맑은 고딕" panose="020B0503020000020004" pitchFamily="50" charset="-127"/>
                </a:rPr>
                <a:t>자료 전달</a:t>
              </a:r>
            </a:p>
            <a:p>
              <a:pPr>
                <a:lnSpc>
                  <a:spcPts val="1200"/>
                </a:lnSpc>
              </a:pPr>
              <a:r>
                <a:rPr lang="ko-KR" altLang="en-US" sz="900" dirty="0">
                  <a:solidFill>
                    <a:srgbClr val="CAC9D5"/>
                  </a:solidFill>
                  <a:latin typeface="맑은 고딕" panose="020B0503020000020004" pitchFamily="50" charset="-127"/>
                </a:rPr>
                <a:t>   </a:t>
              </a:r>
              <a:r>
                <a:rPr lang="en-US" altLang="ko-KR" sz="900" dirty="0">
                  <a:solidFill>
                    <a:srgbClr val="CAC9D5"/>
                  </a:solidFill>
                  <a:latin typeface="맑은 고딕" panose="020B0503020000020004" pitchFamily="50" charset="-127"/>
                </a:rPr>
                <a:t>- </a:t>
              </a:r>
              <a:r>
                <a:rPr lang="ko-KR" altLang="en-US" sz="900" dirty="0">
                  <a:solidFill>
                    <a:srgbClr val="CAC9D5"/>
                  </a:solidFill>
                  <a:latin typeface="맑은 고딕" panose="020B0503020000020004" pitchFamily="50" charset="-127"/>
                </a:rPr>
                <a:t>기업 </a:t>
              </a:r>
              <a:r>
                <a:rPr lang="en-US" altLang="ko-KR" sz="900" dirty="0">
                  <a:solidFill>
                    <a:srgbClr val="CAC9D5"/>
                  </a:solidFill>
                  <a:latin typeface="맑은 고딕" panose="020B0503020000020004" pitchFamily="50" charset="-127"/>
                </a:rPr>
                <a:t>CI (AI</a:t>
              </a:r>
              <a:r>
                <a:rPr lang="ko-KR" altLang="en-US" sz="900" dirty="0">
                  <a:solidFill>
                    <a:srgbClr val="CAC9D5"/>
                  </a:solidFill>
                  <a:latin typeface="맑은 고딕" panose="020B0503020000020004" pitchFamily="50" charset="-127"/>
                </a:rPr>
                <a:t>파일</a:t>
              </a:r>
              <a:r>
                <a:rPr lang="en-US" altLang="ko-KR" sz="900" dirty="0">
                  <a:solidFill>
                    <a:srgbClr val="CAC9D5"/>
                  </a:solidFill>
                  <a:latin typeface="맑은 고딕" panose="020B0503020000020004" pitchFamily="50" charset="-127"/>
                </a:rPr>
                <a:t>)</a:t>
              </a:r>
              <a:endParaRPr lang="ko-KR" altLang="en-US" sz="900" dirty="0">
                <a:solidFill>
                  <a:srgbClr val="CAC9D5"/>
                </a:solidFill>
                <a:latin typeface="맑은 고딕" panose="020B0503020000020004" pitchFamily="50" charset="-127"/>
              </a:endParaRPr>
            </a:p>
            <a:p>
              <a:pPr>
                <a:lnSpc>
                  <a:spcPts val="1200"/>
                </a:lnSpc>
              </a:pPr>
              <a:r>
                <a:rPr lang="ko-KR" altLang="en-US" sz="900" dirty="0">
                  <a:solidFill>
                    <a:srgbClr val="CAC9D5"/>
                  </a:solidFill>
                  <a:latin typeface="맑은 고딕" panose="020B0503020000020004" pitchFamily="50" charset="-127"/>
                </a:rPr>
                <a:t>   </a:t>
              </a:r>
              <a:r>
                <a:rPr lang="en-US" altLang="ko-KR" sz="900" dirty="0">
                  <a:solidFill>
                    <a:srgbClr val="CAC9D5"/>
                  </a:solidFill>
                  <a:latin typeface="맑은 고딕" panose="020B0503020000020004" pitchFamily="50" charset="-127"/>
                </a:rPr>
                <a:t>- </a:t>
              </a:r>
              <a:r>
                <a:rPr lang="ko-KR" altLang="en-US" sz="900" dirty="0">
                  <a:solidFill>
                    <a:srgbClr val="CAC9D5"/>
                  </a:solidFill>
                  <a:latin typeface="맑은 고딕" panose="020B0503020000020004" pitchFamily="50" charset="-127"/>
                </a:rPr>
                <a:t>배너 고해상 이미지</a:t>
              </a:r>
              <a:endParaRPr lang="en-US" sz="900" spc="-80" dirty="0">
                <a:solidFill>
                  <a:srgbClr val="CAC9D5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B35EBB73-FE30-49FD-B600-7F34D72A0E21}"/>
                </a:ext>
              </a:extLst>
            </p:cNvPr>
            <p:cNvSpPr txBox="1"/>
            <p:nvPr/>
          </p:nvSpPr>
          <p:spPr>
            <a:xfrm>
              <a:off x="10371647" y="4736964"/>
              <a:ext cx="1303475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000" b="1" dirty="0">
                  <a:solidFill>
                    <a:srgbClr val="00E8B8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작성 가이드</a:t>
              </a:r>
              <a:endParaRPr lang="en-US" sz="1000" b="1" dirty="0">
                <a:solidFill>
                  <a:srgbClr val="00E8B8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cxnSp>
          <p:nvCxnSpPr>
            <p:cNvPr id="33" name="직선 연결선 32">
              <a:extLst>
                <a:ext uri="{FF2B5EF4-FFF2-40B4-BE49-F238E27FC236}">
                  <a16:creationId xmlns:a16="http://schemas.microsoft.com/office/drawing/2014/main" id="{E75ADE89-6CA7-42E5-8990-8B9C937F1C13}"/>
                </a:ext>
              </a:extLst>
            </p:cNvPr>
            <p:cNvCxnSpPr/>
            <p:nvPr/>
          </p:nvCxnSpPr>
          <p:spPr>
            <a:xfrm>
              <a:off x="10442520" y="4965081"/>
              <a:ext cx="1368000" cy="0"/>
            </a:xfrm>
            <a:prstGeom prst="line">
              <a:avLst/>
            </a:prstGeom>
            <a:ln>
              <a:solidFill>
                <a:srgbClr val="4C4C5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4" name="그룹 33">
            <a:extLst>
              <a:ext uri="{FF2B5EF4-FFF2-40B4-BE49-F238E27FC236}">
                <a16:creationId xmlns:a16="http://schemas.microsoft.com/office/drawing/2014/main" id="{F4713804-6DF7-4446-81DC-57BDDCC5A00E}"/>
              </a:ext>
            </a:extLst>
          </p:cNvPr>
          <p:cNvGrpSpPr/>
          <p:nvPr/>
        </p:nvGrpSpPr>
        <p:grpSpPr>
          <a:xfrm>
            <a:off x="381645" y="2978323"/>
            <a:ext cx="1872000" cy="1638065"/>
            <a:chOff x="417157" y="2978323"/>
            <a:chExt cx="1872000" cy="1638065"/>
          </a:xfrm>
        </p:grpSpPr>
        <p:sp>
          <p:nvSpPr>
            <p:cNvPr id="35" name="자유형: 도형 34">
              <a:extLst>
                <a:ext uri="{FF2B5EF4-FFF2-40B4-BE49-F238E27FC236}">
                  <a16:creationId xmlns:a16="http://schemas.microsoft.com/office/drawing/2014/main" id="{7EDE5278-BDF3-4EFF-AF39-37AED95841EA}"/>
                </a:ext>
              </a:extLst>
            </p:cNvPr>
            <p:cNvSpPr/>
            <p:nvPr/>
          </p:nvSpPr>
          <p:spPr>
            <a:xfrm flipH="1">
              <a:off x="417157" y="2978323"/>
              <a:ext cx="1872000" cy="1638065"/>
            </a:xfrm>
            <a:custGeom>
              <a:avLst/>
              <a:gdLst>
                <a:gd name="connsiteX0" fmla="*/ 2039236 w 2039236"/>
                <a:gd name="connsiteY0" fmla="*/ 357409 h 1820352"/>
                <a:gd name="connsiteX1" fmla="*/ 2039235 w 2039236"/>
                <a:gd name="connsiteY1" fmla="*/ 1590228 h 1820352"/>
                <a:gd name="connsiteX2" fmla="*/ 2039235 w 2039236"/>
                <a:gd name="connsiteY2" fmla="*/ 1590228 h 1820352"/>
                <a:gd name="connsiteX3" fmla="*/ 2039235 w 2039236"/>
                <a:gd name="connsiteY3" fmla="*/ 1768174 h 1820352"/>
                <a:gd name="connsiteX4" fmla="*/ 2002113 w 2039236"/>
                <a:gd name="connsiteY4" fmla="*/ 1820352 h 1820352"/>
                <a:gd name="connsiteX5" fmla="*/ 1976377 w 2039236"/>
                <a:gd name="connsiteY5" fmla="*/ 1820352 h 1820352"/>
                <a:gd name="connsiteX6" fmla="*/ 1853631 w 2039236"/>
                <a:gd name="connsiteY6" fmla="*/ 1820352 h 1820352"/>
                <a:gd name="connsiteX7" fmla="*/ 185604 w 2039236"/>
                <a:gd name="connsiteY7" fmla="*/ 1820351 h 1820352"/>
                <a:gd name="connsiteX8" fmla="*/ 162262 w 2039236"/>
                <a:gd name="connsiteY8" fmla="*/ 1820351 h 1820352"/>
                <a:gd name="connsiteX9" fmla="*/ 37122 w 2039236"/>
                <a:gd name="connsiteY9" fmla="*/ 1820351 h 1820352"/>
                <a:gd name="connsiteX10" fmla="*/ 0 w 2039236"/>
                <a:gd name="connsiteY10" fmla="*/ 1768173 h 1820352"/>
                <a:gd name="connsiteX11" fmla="*/ 0 w 2039236"/>
                <a:gd name="connsiteY11" fmla="*/ 1590227 h 1820352"/>
                <a:gd name="connsiteX12" fmla="*/ 0 w 2039236"/>
                <a:gd name="connsiteY12" fmla="*/ 1559470 h 1820352"/>
                <a:gd name="connsiteX13" fmla="*/ 0 w 2039236"/>
                <a:gd name="connsiteY13" fmla="*/ 357408 h 1820352"/>
                <a:gd name="connsiteX14" fmla="*/ 600 w 2039236"/>
                <a:gd name="connsiteY14" fmla="*/ 357408 h 1820352"/>
                <a:gd name="connsiteX15" fmla="*/ 0 w 2039236"/>
                <a:gd name="connsiteY15" fmla="*/ 353232 h 1820352"/>
                <a:gd name="connsiteX16" fmla="*/ 0 w 2039236"/>
                <a:gd name="connsiteY16" fmla="*/ 144529 h 1820352"/>
                <a:gd name="connsiteX17" fmla="*/ 37122 w 2039236"/>
                <a:gd name="connsiteY17" fmla="*/ 92351 h 1820352"/>
                <a:gd name="connsiteX18" fmla="*/ 162262 w 2039236"/>
                <a:gd name="connsiteY18" fmla="*/ 92351 h 1820352"/>
                <a:gd name="connsiteX19" fmla="*/ 185604 w 2039236"/>
                <a:gd name="connsiteY19" fmla="*/ 92351 h 1820352"/>
                <a:gd name="connsiteX20" fmla="*/ 1662466 w 2039236"/>
                <a:gd name="connsiteY20" fmla="*/ 92352 h 1820352"/>
                <a:gd name="connsiteX21" fmla="*/ 1733484 w 2039236"/>
                <a:gd name="connsiteY21" fmla="*/ 0 h 1820352"/>
                <a:gd name="connsiteX22" fmla="*/ 1804502 w 2039236"/>
                <a:gd name="connsiteY22" fmla="*/ 92352 h 1820352"/>
                <a:gd name="connsiteX23" fmla="*/ 1853631 w 2039236"/>
                <a:gd name="connsiteY23" fmla="*/ 92352 h 1820352"/>
                <a:gd name="connsiteX24" fmla="*/ 1976378 w 2039236"/>
                <a:gd name="connsiteY24" fmla="*/ 92352 h 1820352"/>
                <a:gd name="connsiteX25" fmla="*/ 2002113 w 2039236"/>
                <a:gd name="connsiteY25" fmla="*/ 92352 h 1820352"/>
                <a:gd name="connsiteX26" fmla="*/ 2039235 w 2039236"/>
                <a:gd name="connsiteY26" fmla="*/ 144530 h 1820352"/>
                <a:gd name="connsiteX27" fmla="*/ 2039235 w 2039236"/>
                <a:gd name="connsiteY27" fmla="*/ 353233 h 1820352"/>
                <a:gd name="connsiteX28" fmla="*/ 2038635 w 2039236"/>
                <a:gd name="connsiteY28" fmla="*/ 357409 h 1820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2039236" h="1820352">
                  <a:moveTo>
                    <a:pt x="2039236" y="357409"/>
                  </a:moveTo>
                  <a:lnTo>
                    <a:pt x="2039235" y="1590228"/>
                  </a:lnTo>
                  <a:lnTo>
                    <a:pt x="2039235" y="1590228"/>
                  </a:lnTo>
                  <a:lnTo>
                    <a:pt x="2039235" y="1768174"/>
                  </a:lnTo>
                  <a:cubicBezTo>
                    <a:pt x="2039235" y="1796992"/>
                    <a:pt x="2022615" y="1820352"/>
                    <a:pt x="2002113" y="1820352"/>
                  </a:cubicBezTo>
                  <a:lnTo>
                    <a:pt x="1976377" y="1820352"/>
                  </a:lnTo>
                  <a:lnTo>
                    <a:pt x="1853631" y="1820352"/>
                  </a:lnTo>
                  <a:lnTo>
                    <a:pt x="185604" y="1820351"/>
                  </a:lnTo>
                  <a:lnTo>
                    <a:pt x="162262" y="1820351"/>
                  </a:lnTo>
                  <a:lnTo>
                    <a:pt x="37122" y="1820351"/>
                  </a:lnTo>
                  <a:cubicBezTo>
                    <a:pt x="16620" y="1820351"/>
                    <a:pt x="0" y="1796991"/>
                    <a:pt x="0" y="1768173"/>
                  </a:cubicBezTo>
                  <a:lnTo>
                    <a:pt x="0" y="1590227"/>
                  </a:lnTo>
                  <a:lnTo>
                    <a:pt x="0" y="1559470"/>
                  </a:lnTo>
                  <a:lnTo>
                    <a:pt x="0" y="357408"/>
                  </a:lnTo>
                  <a:lnTo>
                    <a:pt x="600" y="357408"/>
                  </a:lnTo>
                  <a:lnTo>
                    <a:pt x="0" y="353232"/>
                  </a:lnTo>
                  <a:lnTo>
                    <a:pt x="0" y="144529"/>
                  </a:lnTo>
                  <a:cubicBezTo>
                    <a:pt x="0" y="115712"/>
                    <a:pt x="16620" y="92351"/>
                    <a:pt x="37122" y="92351"/>
                  </a:cubicBezTo>
                  <a:lnTo>
                    <a:pt x="162262" y="92351"/>
                  </a:lnTo>
                  <a:lnTo>
                    <a:pt x="185604" y="92351"/>
                  </a:lnTo>
                  <a:lnTo>
                    <a:pt x="1662466" y="92352"/>
                  </a:lnTo>
                  <a:lnTo>
                    <a:pt x="1733484" y="0"/>
                  </a:lnTo>
                  <a:lnTo>
                    <a:pt x="1804502" y="92352"/>
                  </a:lnTo>
                  <a:lnTo>
                    <a:pt x="1853631" y="92352"/>
                  </a:lnTo>
                  <a:lnTo>
                    <a:pt x="1976378" y="92352"/>
                  </a:lnTo>
                  <a:lnTo>
                    <a:pt x="2002113" y="92352"/>
                  </a:lnTo>
                  <a:cubicBezTo>
                    <a:pt x="2022615" y="92352"/>
                    <a:pt x="2039235" y="115713"/>
                    <a:pt x="2039235" y="144530"/>
                  </a:cubicBezTo>
                  <a:lnTo>
                    <a:pt x="2039235" y="353233"/>
                  </a:lnTo>
                  <a:lnTo>
                    <a:pt x="2038635" y="357409"/>
                  </a:lnTo>
                  <a:close/>
                </a:path>
              </a:pathLst>
            </a:custGeom>
            <a:solidFill>
              <a:schemeClr val="tx1">
                <a:alpha val="80000"/>
              </a:schemeClr>
            </a:solidFill>
            <a:ln w="19050"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3FF4E997-038A-42D9-8E9A-F9E9D292A388}"/>
                </a:ext>
              </a:extLst>
            </p:cNvPr>
            <p:cNvSpPr txBox="1"/>
            <p:nvPr/>
          </p:nvSpPr>
          <p:spPr>
            <a:xfrm>
              <a:off x="475984" y="3468502"/>
              <a:ext cx="1765609" cy="100232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ts val="1200"/>
                </a:lnSpc>
              </a:pPr>
              <a:r>
                <a:rPr lang="ko-KR" altLang="en-US" sz="900" b="1" dirty="0">
                  <a:solidFill>
                    <a:srgbClr val="CAC9D5"/>
                  </a:solidFill>
                  <a:latin typeface="맑은 고딕" panose="020B0503020000020004" pitchFamily="50" charset="-127"/>
                </a:rPr>
                <a:t>하나의 템플릿 타입 내에서  양식 작성 필요</a:t>
              </a:r>
              <a:endParaRPr lang="en-US" altLang="ko-KR" sz="900" b="1" dirty="0">
                <a:solidFill>
                  <a:srgbClr val="CAC9D5"/>
                </a:solidFill>
                <a:latin typeface="맑은 고딕" panose="020B0503020000020004" pitchFamily="50" charset="-127"/>
              </a:endParaRPr>
            </a:p>
            <a:p>
              <a:pPr>
                <a:lnSpc>
                  <a:spcPts val="1200"/>
                </a:lnSpc>
              </a:pPr>
              <a:endParaRPr lang="en-US" altLang="ko-KR" sz="900" dirty="0">
                <a:solidFill>
                  <a:srgbClr val="E86E6E"/>
                </a:solidFill>
                <a:latin typeface="맑은 고딕" panose="020B0503020000020004" pitchFamily="50" charset="-127"/>
              </a:endParaRPr>
            </a:p>
            <a:p>
              <a:pPr>
                <a:lnSpc>
                  <a:spcPts val="1200"/>
                </a:lnSpc>
              </a:pPr>
              <a:r>
                <a:rPr lang="en-US" altLang="ko-KR" sz="900" dirty="0">
                  <a:solidFill>
                    <a:schemeClr val="bg1">
                      <a:lumMod val="65000"/>
                    </a:schemeClr>
                  </a:solidFill>
                  <a:latin typeface="맑은 고딕" panose="020B0503020000020004" pitchFamily="50" charset="-127"/>
                </a:rPr>
                <a:t>(</a:t>
              </a:r>
              <a:r>
                <a:rPr lang="ko-KR" altLang="en-US" sz="900" dirty="0" err="1">
                  <a:solidFill>
                    <a:schemeClr val="bg1">
                      <a:lumMod val="65000"/>
                    </a:schemeClr>
                  </a:solidFill>
                  <a:latin typeface="맑은 고딕" panose="020B0503020000020004" pitchFamily="50" charset="-127"/>
                </a:rPr>
                <a:t>타입별</a:t>
              </a:r>
              <a:r>
                <a:rPr lang="ko-KR" altLang="en-US" sz="900" dirty="0">
                  <a:solidFill>
                    <a:schemeClr val="bg1">
                      <a:lumMod val="65000"/>
                    </a:schemeClr>
                  </a:solidFill>
                  <a:latin typeface="맑은 고딕" panose="020B0503020000020004" pitchFamily="50" charset="-127"/>
                </a:rPr>
                <a:t> 가능한 기능이 정해져 있기 때문에 두 개 이상의 타입 혼합은 불가</a:t>
              </a:r>
              <a:r>
                <a:rPr lang="en-US" altLang="ko-KR" sz="900" dirty="0">
                  <a:solidFill>
                    <a:schemeClr val="bg1">
                      <a:lumMod val="65000"/>
                    </a:schemeClr>
                  </a:solidFill>
                  <a:latin typeface="맑은 고딕" panose="020B0503020000020004" pitchFamily="50" charset="-127"/>
                </a:rPr>
                <a:t>) </a:t>
              </a:r>
            </a:p>
          </p:txBody>
        </p: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B87268C3-69FF-4F1D-BF6E-9678F2EBF513}"/>
                </a:ext>
              </a:extLst>
            </p:cNvPr>
            <p:cNvSpPr txBox="1"/>
            <p:nvPr/>
          </p:nvSpPr>
          <p:spPr>
            <a:xfrm>
              <a:off x="475984" y="3202285"/>
              <a:ext cx="1303475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000" b="1" dirty="0">
                  <a:solidFill>
                    <a:srgbClr val="00E8B8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참고사항</a:t>
              </a:r>
              <a:endParaRPr lang="en-US" sz="1000" b="1" dirty="0">
                <a:solidFill>
                  <a:srgbClr val="00E8B8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cxnSp>
          <p:nvCxnSpPr>
            <p:cNvPr id="38" name="직선 연결선 37">
              <a:extLst>
                <a:ext uri="{FF2B5EF4-FFF2-40B4-BE49-F238E27FC236}">
                  <a16:creationId xmlns:a16="http://schemas.microsoft.com/office/drawing/2014/main" id="{35AA4A4B-61FC-45E8-B5CC-5BBD53DDCBA3}"/>
                </a:ext>
              </a:extLst>
            </p:cNvPr>
            <p:cNvCxnSpPr>
              <a:cxnSpLocks/>
            </p:cNvCxnSpPr>
            <p:nvPr/>
          </p:nvCxnSpPr>
          <p:spPr>
            <a:xfrm>
              <a:off x="552783" y="3430402"/>
              <a:ext cx="1620000" cy="0"/>
            </a:xfrm>
            <a:prstGeom prst="line">
              <a:avLst/>
            </a:prstGeom>
            <a:ln>
              <a:solidFill>
                <a:srgbClr val="4C4C5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40" name="그림 39">
            <a:extLst>
              <a:ext uri="{FF2B5EF4-FFF2-40B4-BE49-F238E27FC236}">
                <a16:creationId xmlns:a16="http://schemas.microsoft.com/office/drawing/2014/main" id="{F351EDFF-BCA6-4C0B-B322-F36C989C9C18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63682" t="14598" r="1364" b="58345"/>
          <a:stretch/>
        </p:blipFill>
        <p:spPr>
          <a:xfrm>
            <a:off x="8348525" y="2936863"/>
            <a:ext cx="3305174" cy="1309897"/>
          </a:xfrm>
          <a:prstGeom prst="rect">
            <a:avLst/>
          </a:prstGeom>
          <a:ln w="19050">
            <a:solidFill>
              <a:schemeClr val="tx1"/>
            </a:solidFill>
          </a:ln>
        </p:spPr>
      </p:pic>
      <p:sp>
        <p:nvSpPr>
          <p:cNvPr id="42" name="직사각형 41">
            <a:extLst>
              <a:ext uri="{FF2B5EF4-FFF2-40B4-BE49-F238E27FC236}">
                <a16:creationId xmlns:a16="http://schemas.microsoft.com/office/drawing/2014/main" id="{4127358B-33A2-4000-937C-D9FC4172E3FC}"/>
              </a:ext>
            </a:extLst>
          </p:cNvPr>
          <p:cNvSpPr/>
          <p:nvPr/>
        </p:nvSpPr>
        <p:spPr>
          <a:xfrm>
            <a:off x="11180461" y="2927338"/>
            <a:ext cx="475216" cy="266190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ko-KR" altLang="en-US" sz="1050" b="1" dirty="0">
                <a:solidFill>
                  <a:schemeClr val="tx1"/>
                </a:solidFill>
              </a:rPr>
              <a:t>교체</a:t>
            </a:r>
            <a:endParaRPr lang="en-US" sz="1000" dirty="0">
              <a:solidFill>
                <a:schemeClr val="tx1"/>
              </a:solidFill>
            </a:endParaRPr>
          </a:p>
        </p:txBody>
      </p:sp>
      <p:pic>
        <p:nvPicPr>
          <p:cNvPr id="43" name="그림 42">
            <a:extLst>
              <a:ext uri="{FF2B5EF4-FFF2-40B4-BE49-F238E27FC236}">
                <a16:creationId xmlns:a16="http://schemas.microsoft.com/office/drawing/2014/main" id="{FD466CFA-0794-41C2-962F-B3BFB2C97EC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63540" t="42586" r="1506" b="30357"/>
          <a:stretch/>
        </p:blipFill>
        <p:spPr>
          <a:xfrm>
            <a:off x="8348525" y="1555218"/>
            <a:ext cx="3305174" cy="1309897"/>
          </a:xfrm>
          <a:prstGeom prst="rect">
            <a:avLst/>
          </a:prstGeom>
          <a:ln w="19050">
            <a:solidFill>
              <a:schemeClr val="tx1"/>
            </a:solidFill>
          </a:ln>
        </p:spPr>
      </p:pic>
      <p:sp>
        <p:nvSpPr>
          <p:cNvPr id="44" name="직사각형 43">
            <a:extLst>
              <a:ext uri="{FF2B5EF4-FFF2-40B4-BE49-F238E27FC236}">
                <a16:creationId xmlns:a16="http://schemas.microsoft.com/office/drawing/2014/main" id="{80A8C9B6-32DE-441E-B90C-AE7E4E2E3204}"/>
              </a:ext>
            </a:extLst>
          </p:cNvPr>
          <p:cNvSpPr/>
          <p:nvPr/>
        </p:nvSpPr>
        <p:spPr>
          <a:xfrm>
            <a:off x="11170335" y="1551913"/>
            <a:ext cx="475216" cy="266190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ko-KR" altLang="en-US" sz="1050" b="1" dirty="0">
                <a:solidFill>
                  <a:schemeClr val="tx1"/>
                </a:solidFill>
              </a:rPr>
              <a:t>교체</a:t>
            </a:r>
            <a:endParaRPr lang="en-US" sz="10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9077962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그림 11">
            <a:extLst>
              <a:ext uri="{FF2B5EF4-FFF2-40B4-BE49-F238E27FC236}">
                <a16:creationId xmlns:a16="http://schemas.microsoft.com/office/drawing/2014/main" id="{0AB0914C-347B-4EBF-9471-F6F262034DF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345932" y="951806"/>
            <a:ext cx="9468000" cy="4620582"/>
          </a:xfrm>
          <a:prstGeom prst="rect">
            <a:avLst/>
          </a:prstGeom>
        </p:spPr>
      </p:pic>
      <p:sp>
        <p:nvSpPr>
          <p:cNvPr id="11" name="직사각형 10">
            <a:extLst>
              <a:ext uri="{FF2B5EF4-FFF2-40B4-BE49-F238E27FC236}">
                <a16:creationId xmlns:a16="http://schemas.microsoft.com/office/drawing/2014/main" id="{903E9DCA-AEC1-4611-B68C-0937C0C139B6}"/>
              </a:ext>
            </a:extLst>
          </p:cNvPr>
          <p:cNvSpPr/>
          <p:nvPr/>
        </p:nvSpPr>
        <p:spPr>
          <a:xfrm>
            <a:off x="2939694" y="1456184"/>
            <a:ext cx="3016970" cy="601952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altLang="ko-KR" sz="1000" dirty="0">
                <a:solidFill>
                  <a:srgbClr val="000000"/>
                </a:solidFill>
                <a:latin typeface="맑은 고딕" panose="020B0503020000020004" pitchFamily="50" charset="-127"/>
              </a:rPr>
              <a:t>- CI </a:t>
            </a:r>
            <a:r>
              <a:rPr lang="ko-KR" altLang="en-US" sz="1000" dirty="0">
                <a:solidFill>
                  <a:srgbClr val="000000"/>
                </a:solidFill>
                <a:latin typeface="맑은 고딕" panose="020B0503020000020004" pitchFamily="50" charset="-127"/>
              </a:rPr>
              <a:t>가로조합으로 적용 </a:t>
            </a:r>
            <a:r>
              <a:rPr lang="en-US" altLang="ko-KR" sz="1000" dirty="0">
                <a:solidFill>
                  <a:srgbClr val="000000"/>
                </a:solidFill>
                <a:latin typeface="맑은 고딕" panose="020B0503020000020004" pitchFamily="50" charset="-127"/>
              </a:rPr>
              <a:t>(AI</a:t>
            </a:r>
            <a:r>
              <a:rPr lang="ko-KR" altLang="en-US" sz="1000" dirty="0">
                <a:solidFill>
                  <a:srgbClr val="000000"/>
                </a:solidFill>
                <a:latin typeface="맑은 고딕" panose="020B0503020000020004" pitchFamily="50" charset="-127"/>
              </a:rPr>
              <a:t>파일 전달예정</a:t>
            </a:r>
            <a:r>
              <a:rPr lang="en-US" altLang="ko-KR" sz="1000" dirty="0">
                <a:solidFill>
                  <a:srgbClr val="000000"/>
                </a:solidFill>
                <a:latin typeface="맑은 고딕" panose="020B0503020000020004" pitchFamily="50" charset="-127"/>
              </a:rPr>
              <a:t>)</a:t>
            </a:r>
            <a:endParaRPr lang="ko-KR" altLang="en-US" sz="1000" dirty="0">
              <a:solidFill>
                <a:srgbClr val="000000"/>
              </a:solidFill>
              <a:latin typeface="맑은 고딕" panose="020B0503020000020004" pitchFamily="50" charset="-127"/>
            </a:endParaRPr>
          </a:p>
          <a:p>
            <a:r>
              <a:rPr lang="en-US" altLang="ko-KR" sz="1000" dirty="0">
                <a:solidFill>
                  <a:srgbClr val="000000"/>
                </a:solidFill>
                <a:latin typeface="맑은 고딕" panose="020B0503020000020004" pitchFamily="50" charset="-127"/>
              </a:rPr>
              <a:t>- </a:t>
            </a:r>
            <a:r>
              <a:rPr lang="ko-KR" altLang="en-US" sz="1000" dirty="0">
                <a:solidFill>
                  <a:srgbClr val="000000"/>
                </a:solidFill>
                <a:latin typeface="맑은 고딕" panose="020B0503020000020004" pitchFamily="50" charset="-127"/>
              </a:rPr>
              <a:t>배경 이미지 전달 예정</a:t>
            </a:r>
            <a:endParaRPr lang="en-US" altLang="ko-KR" sz="1000" dirty="0">
              <a:solidFill>
                <a:srgbClr val="000000"/>
              </a:solidFill>
              <a:latin typeface="맑은 고딕" panose="020B0503020000020004" pitchFamily="50" charset="-127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AF407FE5-9F43-4CB8-862E-35024821E0C9}"/>
              </a:ext>
            </a:extLst>
          </p:cNvPr>
          <p:cNvSpPr txBox="1"/>
          <p:nvPr/>
        </p:nvSpPr>
        <p:spPr>
          <a:xfrm>
            <a:off x="296174" y="902186"/>
            <a:ext cx="1692114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5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로그인 요청 양식</a:t>
            </a:r>
            <a:endParaRPr lang="en-US" altLang="ko-KR" sz="15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r>
              <a:rPr lang="ko-KR" altLang="en-US" sz="15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샘플</a:t>
            </a:r>
            <a:endParaRPr lang="en-US" sz="15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747273F1-0B79-4FF5-937B-1F40E9AF07AF}"/>
              </a:ext>
            </a:extLst>
          </p:cNvPr>
          <p:cNvSpPr txBox="1"/>
          <p:nvPr/>
        </p:nvSpPr>
        <p:spPr>
          <a:xfrm>
            <a:off x="296174" y="1611972"/>
            <a:ext cx="169211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b="1" dirty="0">
                <a:solidFill>
                  <a:srgbClr val="7F7F87"/>
                </a:solidFill>
                <a:latin typeface="맑은 고딕" panose="020B0503020000020004" pitchFamily="50" charset="-127"/>
              </a:rPr>
              <a:t>선정 템플릿</a:t>
            </a:r>
            <a:r>
              <a:rPr lang="en-US" altLang="ko-KR" sz="1200" b="1" dirty="0">
                <a:solidFill>
                  <a:srgbClr val="7F7F87"/>
                </a:solidFill>
                <a:latin typeface="맑은 고딕" panose="020B0503020000020004" pitchFamily="50" charset="-127"/>
              </a:rPr>
              <a:t>:</a:t>
            </a:r>
          </a:p>
          <a:p>
            <a:r>
              <a:rPr lang="ko-KR" altLang="en-US" sz="1200" dirty="0">
                <a:solidFill>
                  <a:srgbClr val="7F7F8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이미지 타입 </a:t>
            </a:r>
            <a:r>
              <a:rPr lang="en-US" altLang="ko-KR" sz="1200" dirty="0">
                <a:solidFill>
                  <a:srgbClr val="7F7F8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01</a:t>
            </a:r>
            <a:endParaRPr lang="en-US" sz="1200" dirty="0">
              <a:solidFill>
                <a:srgbClr val="7F7F87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pSp>
        <p:nvGrpSpPr>
          <p:cNvPr id="18" name="그룹 17">
            <a:extLst>
              <a:ext uri="{FF2B5EF4-FFF2-40B4-BE49-F238E27FC236}">
                <a16:creationId xmlns:a16="http://schemas.microsoft.com/office/drawing/2014/main" id="{6FC0DAF1-645A-498E-95D2-DC47DDBF03D5}"/>
              </a:ext>
            </a:extLst>
          </p:cNvPr>
          <p:cNvGrpSpPr/>
          <p:nvPr/>
        </p:nvGrpSpPr>
        <p:grpSpPr>
          <a:xfrm>
            <a:off x="10192621" y="4538969"/>
            <a:ext cx="1824240" cy="2114553"/>
            <a:chOff x="10188716" y="4606632"/>
            <a:chExt cx="1824240" cy="2114553"/>
          </a:xfrm>
        </p:grpSpPr>
        <p:sp>
          <p:nvSpPr>
            <p:cNvPr id="19" name="자유형: 도형 18">
              <a:extLst>
                <a:ext uri="{FF2B5EF4-FFF2-40B4-BE49-F238E27FC236}">
                  <a16:creationId xmlns:a16="http://schemas.microsoft.com/office/drawing/2014/main" id="{E2A7AF0A-06BD-4EE3-ACBC-4A265F11FC09}"/>
                </a:ext>
              </a:extLst>
            </p:cNvPr>
            <p:cNvSpPr/>
            <p:nvPr/>
          </p:nvSpPr>
          <p:spPr>
            <a:xfrm rot="16200000">
              <a:off x="10041615" y="4753733"/>
              <a:ext cx="2114553" cy="1820352"/>
            </a:xfrm>
            <a:custGeom>
              <a:avLst/>
              <a:gdLst>
                <a:gd name="connsiteX0" fmla="*/ 2039236 w 2039236"/>
                <a:gd name="connsiteY0" fmla="*/ 357409 h 1820352"/>
                <a:gd name="connsiteX1" fmla="*/ 2039235 w 2039236"/>
                <a:gd name="connsiteY1" fmla="*/ 1590228 h 1820352"/>
                <a:gd name="connsiteX2" fmla="*/ 2039235 w 2039236"/>
                <a:gd name="connsiteY2" fmla="*/ 1590228 h 1820352"/>
                <a:gd name="connsiteX3" fmla="*/ 2039235 w 2039236"/>
                <a:gd name="connsiteY3" fmla="*/ 1768174 h 1820352"/>
                <a:gd name="connsiteX4" fmla="*/ 2002113 w 2039236"/>
                <a:gd name="connsiteY4" fmla="*/ 1820352 h 1820352"/>
                <a:gd name="connsiteX5" fmla="*/ 1976377 w 2039236"/>
                <a:gd name="connsiteY5" fmla="*/ 1820352 h 1820352"/>
                <a:gd name="connsiteX6" fmla="*/ 1853631 w 2039236"/>
                <a:gd name="connsiteY6" fmla="*/ 1820352 h 1820352"/>
                <a:gd name="connsiteX7" fmla="*/ 185604 w 2039236"/>
                <a:gd name="connsiteY7" fmla="*/ 1820351 h 1820352"/>
                <a:gd name="connsiteX8" fmla="*/ 162262 w 2039236"/>
                <a:gd name="connsiteY8" fmla="*/ 1820351 h 1820352"/>
                <a:gd name="connsiteX9" fmla="*/ 37122 w 2039236"/>
                <a:gd name="connsiteY9" fmla="*/ 1820351 h 1820352"/>
                <a:gd name="connsiteX10" fmla="*/ 0 w 2039236"/>
                <a:gd name="connsiteY10" fmla="*/ 1768173 h 1820352"/>
                <a:gd name="connsiteX11" fmla="*/ 0 w 2039236"/>
                <a:gd name="connsiteY11" fmla="*/ 1590227 h 1820352"/>
                <a:gd name="connsiteX12" fmla="*/ 0 w 2039236"/>
                <a:gd name="connsiteY12" fmla="*/ 1559470 h 1820352"/>
                <a:gd name="connsiteX13" fmla="*/ 0 w 2039236"/>
                <a:gd name="connsiteY13" fmla="*/ 357408 h 1820352"/>
                <a:gd name="connsiteX14" fmla="*/ 600 w 2039236"/>
                <a:gd name="connsiteY14" fmla="*/ 357408 h 1820352"/>
                <a:gd name="connsiteX15" fmla="*/ 0 w 2039236"/>
                <a:gd name="connsiteY15" fmla="*/ 353232 h 1820352"/>
                <a:gd name="connsiteX16" fmla="*/ 0 w 2039236"/>
                <a:gd name="connsiteY16" fmla="*/ 144529 h 1820352"/>
                <a:gd name="connsiteX17" fmla="*/ 37122 w 2039236"/>
                <a:gd name="connsiteY17" fmla="*/ 92351 h 1820352"/>
                <a:gd name="connsiteX18" fmla="*/ 162262 w 2039236"/>
                <a:gd name="connsiteY18" fmla="*/ 92351 h 1820352"/>
                <a:gd name="connsiteX19" fmla="*/ 185604 w 2039236"/>
                <a:gd name="connsiteY19" fmla="*/ 92351 h 1820352"/>
                <a:gd name="connsiteX20" fmla="*/ 1662466 w 2039236"/>
                <a:gd name="connsiteY20" fmla="*/ 92352 h 1820352"/>
                <a:gd name="connsiteX21" fmla="*/ 1733484 w 2039236"/>
                <a:gd name="connsiteY21" fmla="*/ 0 h 1820352"/>
                <a:gd name="connsiteX22" fmla="*/ 1804502 w 2039236"/>
                <a:gd name="connsiteY22" fmla="*/ 92352 h 1820352"/>
                <a:gd name="connsiteX23" fmla="*/ 1853631 w 2039236"/>
                <a:gd name="connsiteY23" fmla="*/ 92352 h 1820352"/>
                <a:gd name="connsiteX24" fmla="*/ 1976378 w 2039236"/>
                <a:gd name="connsiteY24" fmla="*/ 92352 h 1820352"/>
                <a:gd name="connsiteX25" fmla="*/ 2002113 w 2039236"/>
                <a:gd name="connsiteY25" fmla="*/ 92352 h 1820352"/>
                <a:gd name="connsiteX26" fmla="*/ 2039235 w 2039236"/>
                <a:gd name="connsiteY26" fmla="*/ 144530 h 1820352"/>
                <a:gd name="connsiteX27" fmla="*/ 2039235 w 2039236"/>
                <a:gd name="connsiteY27" fmla="*/ 353233 h 1820352"/>
                <a:gd name="connsiteX28" fmla="*/ 2038635 w 2039236"/>
                <a:gd name="connsiteY28" fmla="*/ 357409 h 1820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2039236" h="1820352">
                  <a:moveTo>
                    <a:pt x="2039236" y="357409"/>
                  </a:moveTo>
                  <a:lnTo>
                    <a:pt x="2039235" y="1590228"/>
                  </a:lnTo>
                  <a:lnTo>
                    <a:pt x="2039235" y="1590228"/>
                  </a:lnTo>
                  <a:lnTo>
                    <a:pt x="2039235" y="1768174"/>
                  </a:lnTo>
                  <a:cubicBezTo>
                    <a:pt x="2039235" y="1796992"/>
                    <a:pt x="2022615" y="1820352"/>
                    <a:pt x="2002113" y="1820352"/>
                  </a:cubicBezTo>
                  <a:lnTo>
                    <a:pt x="1976377" y="1820352"/>
                  </a:lnTo>
                  <a:lnTo>
                    <a:pt x="1853631" y="1820352"/>
                  </a:lnTo>
                  <a:lnTo>
                    <a:pt x="185604" y="1820351"/>
                  </a:lnTo>
                  <a:lnTo>
                    <a:pt x="162262" y="1820351"/>
                  </a:lnTo>
                  <a:lnTo>
                    <a:pt x="37122" y="1820351"/>
                  </a:lnTo>
                  <a:cubicBezTo>
                    <a:pt x="16620" y="1820351"/>
                    <a:pt x="0" y="1796991"/>
                    <a:pt x="0" y="1768173"/>
                  </a:cubicBezTo>
                  <a:lnTo>
                    <a:pt x="0" y="1590227"/>
                  </a:lnTo>
                  <a:lnTo>
                    <a:pt x="0" y="1559470"/>
                  </a:lnTo>
                  <a:lnTo>
                    <a:pt x="0" y="357408"/>
                  </a:lnTo>
                  <a:lnTo>
                    <a:pt x="600" y="357408"/>
                  </a:lnTo>
                  <a:lnTo>
                    <a:pt x="0" y="353232"/>
                  </a:lnTo>
                  <a:lnTo>
                    <a:pt x="0" y="144529"/>
                  </a:lnTo>
                  <a:cubicBezTo>
                    <a:pt x="0" y="115712"/>
                    <a:pt x="16620" y="92351"/>
                    <a:pt x="37122" y="92351"/>
                  </a:cubicBezTo>
                  <a:lnTo>
                    <a:pt x="162262" y="92351"/>
                  </a:lnTo>
                  <a:lnTo>
                    <a:pt x="185604" y="92351"/>
                  </a:lnTo>
                  <a:lnTo>
                    <a:pt x="1662466" y="92352"/>
                  </a:lnTo>
                  <a:lnTo>
                    <a:pt x="1733484" y="0"/>
                  </a:lnTo>
                  <a:lnTo>
                    <a:pt x="1804502" y="92352"/>
                  </a:lnTo>
                  <a:lnTo>
                    <a:pt x="1853631" y="92352"/>
                  </a:lnTo>
                  <a:lnTo>
                    <a:pt x="1976378" y="92352"/>
                  </a:lnTo>
                  <a:lnTo>
                    <a:pt x="2002113" y="92352"/>
                  </a:lnTo>
                  <a:cubicBezTo>
                    <a:pt x="2022615" y="92352"/>
                    <a:pt x="2039235" y="115713"/>
                    <a:pt x="2039235" y="144530"/>
                  </a:cubicBezTo>
                  <a:lnTo>
                    <a:pt x="2039235" y="353233"/>
                  </a:lnTo>
                  <a:lnTo>
                    <a:pt x="2038635" y="357409"/>
                  </a:lnTo>
                  <a:close/>
                </a:path>
              </a:pathLst>
            </a:custGeom>
            <a:solidFill>
              <a:schemeClr val="tx1">
                <a:alpha val="80000"/>
              </a:schemeClr>
            </a:solidFill>
            <a:ln w="19050"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A94A6968-E7EE-490E-AFB1-DF7F09F6BB40}"/>
                </a:ext>
              </a:extLst>
            </p:cNvPr>
            <p:cNvSpPr txBox="1"/>
            <p:nvPr/>
          </p:nvSpPr>
          <p:spPr>
            <a:xfrm>
              <a:off x="10371647" y="5003181"/>
              <a:ext cx="1641309" cy="131010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ts val="1200"/>
                </a:lnSpc>
              </a:pPr>
              <a:r>
                <a:rPr lang="en-US" altLang="ko-KR" sz="900" dirty="0">
                  <a:solidFill>
                    <a:srgbClr val="CAC9D5"/>
                  </a:solidFill>
                  <a:latin typeface="맑은 고딕" panose="020B0503020000020004" pitchFamily="50" charset="-127"/>
                </a:rPr>
                <a:t>1. </a:t>
              </a:r>
              <a:r>
                <a:rPr lang="ko-KR" altLang="en-US" sz="900" dirty="0">
                  <a:solidFill>
                    <a:srgbClr val="CAC9D5"/>
                  </a:solidFill>
                  <a:latin typeface="맑은 고딕" panose="020B0503020000020004" pitchFamily="50" charset="-127"/>
                </a:rPr>
                <a:t>템플릿 선정</a:t>
              </a:r>
              <a:endParaRPr lang="en-US" altLang="ko-KR" sz="900" dirty="0">
                <a:solidFill>
                  <a:srgbClr val="CAC9D5"/>
                </a:solidFill>
                <a:latin typeface="맑은 고딕" panose="020B0503020000020004" pitchFamily="50" charset="-127"/>
              </a:endParaRPr>
            </a:p>
            <a:p>
              <a:pPr marL="228600" indent="-228600">
                <a:lnSpc>
                  <a:spcPts val="1200"/>
                </a:lnSpc>
                <a:buAutoNum type="arabicPeriod"/>
              </a:pPr>
              <a:endParaRPr lang="ko-KR" altLang="en-US" sz="900" dirty="0">
                <a:solidFill>
                  <a:srgbClr val="CAC9D5"/>
                </a:solidFill>
                <a:latin typeface="맑은 고딕" panose="020B0503020000020004" pitchFamily="50" charset="-127"/>
              </a:endParaRPr>
            </a:p>
            <a:p>
              <a:pPr>
                <a:lnSpc>
                  <a:spcPts val="1200"/>
                </a:lnSpc>
              </a:pPr>
              <a:r>
                <a:rPr lang="en-US" altLang="ko-KR" sz="900" dirty="0">
                  <a:solidFill>
                    <a:srgbClr val="CAC9D5"/>
                  </a:solidFill>
                  <a:latin typeface="맑은 고딕" panose="020B0503020000020004" pitchFamily="50" charset="-127"/>
                </a:rPr>
                <a:t>2. </a:t>
              </a:r>
              <a:r>
                <a:rPr lang="ko-KR" altLang="en-US" sz="900" dirty="0">
                  <a:solidFill>
                    <a:srgbClr val="CAC9D5"/>
                  </a:solidFill>
                  <a:latin typeface="맑은 고딕" panose="020B0503020000020004" pitchFamily="50" charset="-127"/>
                </a:rPr>
                <a:t>요청 내용 작성</a:t>
              </a:r>
            </a:p>
            <a:p>
              <a:pPr>
                <a:lnSpc>
                  <a:spcPts val="1200"/>
                </a:lnSpc>
              </a:pPr>
              <a:endParaRPr lang="ko-KR" altLang="en-US" sz="900" dirty="0">
                <a:solidFill>
                  <a:srgbClr val="CAC9D5"/>
                </a:solidFill>
                <a:latin typeface="맑은 고딕" panose="020B0503020000020004" pitchFamily="50" charset="-127"/>
              </a:endParaRPr>
            </a:p>
            <a:p>
              <a:pPr>
                <a:lnSpc>
                  <a:spcPts val="1200"/>
                </a:lnSpc>
              </a:pPr>
              <a:r>
                <a:rPr lang="en-US" altLang="ko-KR" sz="900" dirty="0">
                  <a:solidFill>
                    <a:srgbClr val="CAC9D5"/>
                  </a:solidFill>
                  <a:latin typeface="맑은 고딕" panose="020B0503020000020004" pitchFamily="50" charset="-127"/>
                </a:rPr>
                <a:t>3. </a:t>
              </a:r>
              <a:r>
                <a:rPr lang="ko-KR" altLang="en-US" sz="900" dirty="0">
                  <a:solidFill>
                    <a:srgbClr val="CAC9D5"/>
                  </a:solidFill>
                  <a:latin typeface="맑은 고딕" panose="020B0503020000020004" pitchFamily="50" charset="-127"/>
                </a:rPr>
                <a:t>자료 전달</a:t>
              </a:r>
            </a:p>
            <a:p>
              <a:pPr>
                <a:lnSpc>
                  <a:spcPts val="1200"/>
                </a:lnSpc>
              </a:pPr>
              <a:r>
                <a:rPr lang="ko-KR" altLang="en-US" sz="900" dirty="0">
                  <a:solidFill>
                    <a:srgbClr val="CAC9D5"/>
                  </a:solidFill>
                  <a:latin typeface="맑은 고딕" panose="020B0503020000020004" pitchFamily="50" charset="-127"/>
                </a:rPr>
                <a:t>   </a:t>
              </a:r>
              <a:r>
                <a:rPr lang="en-US" altLang="ko-KR" sz="900" dirty="0">
                  <a:solidFill>
                    <a:srgbClr val="CAC9D5"/>
                  </a:solidFill>
                  <a:latin typeface="맑은 고딕" panose="020B0503020000020004" pitchFamily="50" charset="-127"/>
                </a:rPr>
                <a:t>- </a:t>
              </a:r>
              <a:r>
                <a:rPr lang="ko-KR" altLang="en-US" sz="900" dirty="0">
                  <a:solidFill>
                    <a:srgbClr val="CAC9D5"/>
                  </a:solidFill>
                  <a:latin typeface="맑은 고딕" panose="020B0503020000020004" pitchFamily="50" charset="-127"/>
                </a:rPr>
                <a:t>기업 </a:t>
              </a:r>
              <a:r>
                <a:rPr lang="en-US" altLang="ko-KR" sz="900" dirty="0">
                  <a:solidFill>
                    <a:srgbClr val="CAC9D5"/>
                  </a:solidFill>
                  <a:latin typeface="맑은 고딕" panose="020B0503020000020004" pitchFamily="50" charset="-127"/>
                </a:rPr>
                <a:t>CI (AI</a:t>
              </a:r>
              <a:r>
                <a:rPr lang="ko-KR" altLang="en-US" sz="900" dirty="0">
                  <a:solidFill>
                    <a:srgbClr val="CAC9D5"/>
                  </a:solidFill>
                  <a:latin typeface="맑은 고딕" panose="020B0503020000020004" pitchFamily="50" charset="-127"/>
                </a:rPr>
                <a:t>파일</a:t>
              </a:r>
              <a:r>
                <a:rPr lang="en-US" altLang="ko-KR" sz="900" dirty="0">
                  <a:solidFill>
                    <a:srgbClr val="CAC9D5"/>
                  </a:solidFill>
                  <a:latin typeface="맑은 고딕" panose="020B0503020000020004" pitchFamily="50" charset="-127"/>
                </a:rPr>
                <a:t>)</a:t>
              </a:r>
              <a:endParaRPr lang="ko-KR" altLang="en-US" sz="900" dirty="0">
                <a:solidFill>
                  <a:srgbClr val="CAC9D5"/>
                </a:solidFill>
                <a:latin typeface="맑은 고딕" panose="020B0503020000020004" pitchFamily="50" charset="-127"/>
              </a:endParaRPr>
            </a:p>
            <a:p>
              <a:pPr>
                <a:lnSpc>
                  <a:spcPts val="1200"/>
                </a:lnSpc>
              </a:pPr>
              <a:r>
                <a:rPr lang="ko-KR" altLang="en-US" sz="900" dirty="0">
                  <a:solidFill>
                    <a:srgbClr val="CAC9D5"/>
                  </a:solidFill>
                  <a:latin typeface="맑은 고딕" panose="020B0503020000020004" pitchFamily="50" charset="-127"/>
                </a:rPr>
                <a:t>   </a:t>
              </a:r>
              <a:r>
                <a:rPr lang="en-US" altLang="ko-KR" sz="900" dirty="0">
                  <a:solidFill>
                    <a:srgbClr val="CAC9D5"/>
                  </a:solidFill>
                  <a:latin typeface="맑은 고딕" panose="020B0503020000020004" pitchFamily="50" charset="-127"/>
                </a:rPr>
                <a:t>- </a:t>
              </a:r>
              <a:r>
                <a:rPr lang="ko-KR" altLang="en-US" sz="900" dirty="0">
                  <a:solidFill>
                    <a:srgbClr val="CAC9D5"/>
                  </a:solidFill>
                  <a:latin typeface="맑은 고딕" panose="020B0503020000020004" pitchFamily="50" charset="-127"/>
                </a:rPr>
                <a:t>배경 고해상 이미지</a:t>
              </a:r>
              <a:endParaRPr lang="en-US" altLang="ko-KR" sz="900" dirty="0">
                <a:solidFill>
                  <a:srgbClr val="CAC9D5"/>
                </a:solidFill>
                <a:latin typeface="맑은 고딕" panose="020B0503020000020004" pitchFamily="50" charset="-127"/>
              </a:endParaRPr>
            </a:p>
            <a:p>
              <a:pPr>
                <a:lnSpc>
                  <a:spcPts val="1200"/>
                </a:lnSpc>
              </a:pPr>
              <a:r>
                <a:rPr lang="en-US" sz="900" spc="-80" dirty="0">
                  <a:solidFill>
                    <a:srgbClr val="CAC9D5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       </a:t>
              </a:r>
              <a:r>
                <a:rPr lang="en-US" altLang="ko-KR" sz="900" dirty="0">
                  <a:solidFill>
                    <a:srgbClr val="CAC9D5"/>
                  </a:solidFill>
                  <a:latin typeface="맑은 고딕" panose="020B0503020000020004" pitchFamily="50" charset="-127"/>
                </a:rPr>
                <a:t>(1920px</a:t>
              </a:r>
              <a:r>
                <a:rPr lang="ko-KR" altLang="en-US" sz="900" dirty="0">
                  <a:solidFill>
                    <a:srgbClr val="CAC9D5"/>
                  </a:solidFill>
                  <a:latin typeface="맑은 고딕" panose="020B0503020000020004" pitchFamily="50" charset="-127"/>
                </a:rPr>
                <a:t>이상</a:t>
              </a:r>
              <a:r>
                <a:rPr lang="en-US" altLang="ko-KR" sz="900" dirty="0">
                  <a:solidFill>
                    <a:srgbClr val="CAC9D5"/>
                  </a:solidFill>
                  <a:latin typeface="맑은 고딕" panose="020B0503020000020004" pitchFamily="50" charset="-127"/>
                </a:rPr>
                <a:t>)</a:t>
              </a:r>
              <a:endParaRPr lang="en-US" sz="900" spc="-80" dirty="0">
                <a:solidFill>
                  <a:srgbClr val="CAC9D5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B168F3D1-4D06-44FB-AF56-8204E509B417}"/>
                </a:ext>
              </a:extLst>
            </p:cNvPr>
            <p:cNvSpPr txBox="1"/>
            <p:nvPr/>
          </p:nvSpPr>
          <p:spPr>
            <a:xfrm>
              <a:off x="10371647" y="4736964"/>
              <a:ext cx="1303475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000" b="1" dirty="0">
                  <a:solidFill>
                    <a:srgbClr val="00E8B8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작성 가이드</a:t>
              </a:r>
              <a:endParaRPr lang="en-US" sz="1000" b="1" dirty="0">
                <a:solidFill>
                  <a:srgbClr val="00E8B8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cxnSp>
          <p:nvCxnSpPr>
            <p:cNvPr id="25" name="직선 연결선 24">
              <a:extLst>
                <a:ext uri="{FF2B5EF4-FFF2-40B4-BE49-F238E27FC236}">
                  <a16:creationId xmlns:a16="http://schemas.microsoft.com/office/drawing/2014/main" id="{9E012168-A6DA-4B84-9543-56AEF71EE459}"/>
                </a:ext>
              </a:extLst>
            </p:cNvPr>
            <p:cNvCxnSpPr/>
            <p:nvPr/>
          </p:nvCxnSpPr>
          <p:spPr>
            <a:xfrm>
              <a:off x="10442520" y="4965081"/>
              <a:ext cx="1368000" cy="0"/>
            </a:xfrm>
            <a:prstGeom prst="line">
              <a:avLst/>
            </a:prstGeom>
            <a:ln>
              <a:solidFill>
                <a:srgbClr val="4C4C5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16" name="그림 15">
            <a:extLst>
              <a:ext uri="{FF2B5EF4-FFF2-40B4-BE49-F238E27FC236}">
                <a16:creationId xmlns:a16="http://schemas.microsoft.com/office/drawing/2014/main" id="{75C3A79A-D6A1-47C3-BE4A-9A164A856BF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91002" y="2120250"/>
            <a:ext cx="1364400" cy="6658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7921702"/>
      </p:ext>
    </p:extLst>
  </p:cSld>
  <p:clrMapOvr>
    <a:masterClrMapping/>
  </p:clrMapOvr>
</p:sld>
</file>

<file path=ppt/theme/theme1.xml><?xml version="1.0" encoding="utf-8"?>
<a:theme xmlns:a="http://schemas.openxmlformats.org/drawingml/2006/main" name="1_디자인 사용자 지정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2_디자인 사용자 지정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3_디자인 사용자 지정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4_디자인 사용자 지정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5_디자인 사용자 지정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8349</TotalTime>
  <Words>391</Words>
  <Application>Microsoft Office PowerPoint</Application>
  <PresentationFormat>와이드스크린</PresentationFormat>
  <Paragraphs>98</Paragraphs>
  <Slides>4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6</vt:i4>
      </vt:variant>
      <vt:variant>
        <vt:lpstr>슬라이드 제목</vt:lpstr>
      </vt:variant>
      <vt:variant>
        <vt:i4>4</vt:i4>
      </vt:variant>
    </vt:vector>
  </HeadingPairs>
  <TitlesOfParts>
    <vt:vector size="15" baseType="lpstr">
      <vt:lpstr>맑은 고딕</vt:lpstr>
      <vt:lpstr>맑은 고딕 Semilight</vt:lpstr>
      <vt:lpstr>Arial</vt:lpstr>
      <vt:lpstr>Calibri</vt:lpstr>
      <vt:lpstr>Calibri Light</vt:lpstr>
      <vt:lpstr>1_디자인 사용자 지정</vt:lpstr>
      <vt:lpstr>Office 테마</vt:lpstr>
      <vt:lpstr>2_디자인 사용자 지정</vt:lpstr>
      <vt:lpstr>3_디자인 사용자 지정</vt:lpstr>
      <vt:lpstr>4_디자인 사용자 지정</vt:lpstr>
      <vt:lpstr>5_디자인 사용자 지정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코비젼UX디자인팀</dc:creator>
  <cp:lastModifiedBy>박성미</cp:lastModifiedBy>
  <cp:revision>524</cp:revision>
  <dcterms:created xsi:type="dcterms:W3CDTF">2023-06-09T02:05:40Z</dcterms:created>
  <dcterms:modified xsi:type="dcterms:W3CDTF">2024-04-23T05:33:42Z</dcterms:modified>
</cp:coreProperties>
</file>