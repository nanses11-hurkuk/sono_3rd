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3.xml" ContentType="application/vnd.openxmlformats-officedocument.theme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4.xml" ContentType="application/vnd.openxmlformats-officedocument.theme+xml"/>
  <Override PartName="/ppt/slideLayouts/slideLayout14.xml" ContentType="application/vnd.openxmlformats-officedocument.presentationml.slideLayout+xml"/>
  <Override PartName="/ppt/theme/theme5.xml" ContentType="application/vnd.openxmlformats-officedocument.theme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6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  <p:sldMasterId id="2147483648" r:id="rId2"/>
    <p:sldMasterId id="2147483680" r:id="rId3"/>
    <p:sldMasterId id="2147483696" r:id="rId4"/>
    <p:sldMasterId id="2147483704" r:id="rId5"/>
    <p:sldMasterId id="2147483717" r:id="rId6"/>
  </p:sldMasterIdLst>
  <p:sldIdLst>
    <p:sldId id="291" r:id="rId7"/>
    <p:sldId id="288" r:id="rId8"/>
    <p:sldId id="378" r:id="rId9"/>
    <p:sldId id="417" r:id="rId10"/>
    <p:sldId id="421" r:id="rId11"/>
    <p:sldId id="422" r:id="rId12"/>
    <p:sldId id="429" r:id="rId13"/>
    <p:sldId id="419" r:id="rId14"/>
    <p:sldId id="423" r:id="rId15"/>
    <p:sldId id="430" r:id="rId16"/>
    <p:sldId id="424" r:id="rId17"/>
    <p:sldId id="425" r:id="rId18"/>
    <p:sldId id="426" r:id="rId19"/>
    <p:sldId id="431" r:id="rId20"/>
    <p:sldId id="427" r:id="rId21"/>
    <p:sldId id="428" r:id="rId22"/>
    <p:sldId id="403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E8B8"/>
    <a:srgbClr val="A7A7A8"/>
    <a:srgbClr val="888889"/>
    <a:srgbClr val="9081D9"/>
    <a:srgbClr val="6350CA"/>
    <a:srgbClr val="8DE3C8"/>
    <a:srgbClr val="71FFE1"/>
    <a:srgbClr val="97979F"/>
    <a:srgbClr val="008669"/>
    <a:srgbClr val="FF09B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963" autoAdjust="0"/>
    <p:restoredTop sz="94660"/>
  </p:normalViewPr>
  <p:slideViewPr>
    <p:cSldViewPr snapToGrid="0">
      <p:cViewPr varScale="1">
        <p:scale>
          <a:sx n="82" d="100"/>
          <a:sy n="82" d="100"/>
        </p:scale>
        <p:origin x="118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30" d="100"/>
        <a:sy n="130" d="100"/>
      </p:scale>
      <p:origin x="0" y="-2429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5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5.xml"/><Relationship Id="rId24" Type="http://schemas.openxmlformats.org/officeDocument/2006/relationships/presProps" Target="pres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9A1D47C-EA2F-4B68-B622-AE01BADF9A4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55BC975-B14E-4486-B771-8132D250F685}" type="datetimeFigureOut">
              <a:rPr lang="en-US" smtClean="0"/>
              <a:t>10/29/2024</a:t>
            </a:fld>
            <a:endParaRPr 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3A5D711-8C74-4FFC-85FC-B9A5A16576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45538B6-E86F-4E92-9C35-B4668F351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9C94C1E-D248-4383-85F4-67C1F82315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12213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84CDFE-E18F-47D7-8374-B476F02545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5A2727-63E4-465B-B1A5-571FBE9125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634C555-1137-4CD6-B7A1-725BB2E9E75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91CCB17D-121F-4312-B951-5A331E85968A}" type="datetimeFigureOut">
              <a:rPr lang="en-US" smtClean="0"/>
              <a:t>10/29/2024</a:t>
            </a:fld>
            <a:endParaRPr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E2C4A6B-87AE-4A63-B0F4-DA08B1D20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DCAC11D-49E7-4ED2-908F-CED2911CC4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08B6486A-CC35-4C92-AA85-0ED15FF437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72910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84CDFE-E18F-47D7-8374-B476F02545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5A2727-63E4-465B-B1A5-571FBE9125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634C555-1137-4CD6-B7A1-725BB2E9E75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91CCB17D-121F-4312-B951-5A331E85968A}" type="datetimeFigureOut">
              <a:rPr lang="en-US" smtClean="0"/>
              <a:t>10/29/2024</a:t>
            </a:fld>
            <a:endParaRPr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E2C4A6B-87AE-4A63-B0F4-DA08B1D20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DCAC11D-49E7-4ED2-908F-CED2911CC4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08B6486A-CC35-4C92-AA85-0ED15FF437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8312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9EEACF3-8C37-456A-91D1-B0CB69DD5E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91CCB17D-121F-4312-B951-5A331E85968A}" type="datetimeFigureOut">
              <a:rPr lang="en-US" smtClean="0"/>
              <a:t>10/29/2024</a:t>
            </a:fld>
            <a:endParaRPr 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3B37087-295A-4C73-89C5-7A3979CD8F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3191171-835A-4A80-9E97-2C5DA57BE6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08B6486A-CC35-4C92-AA85-0ED15FF437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30058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2B1CF66-EB13-4B39-9168-417442132CC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D9237C0-DEEB-4509-B282-8B77052DFE10}" type="datetimeFigureOut">
              <a:rPr lang="en-US" smtClean="0"/>
              <a:t>10/29/2024</a:t>
            </a:fld>
            <a:endParaRPr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5D1D253-1169-4317-9577-D3F6AD6B26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AF3D8FA-B978-4E50-A6E2-A36450460F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A4C0CDA-1314-4A01-8806-71ADB853FB47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38595B41-76C2-49F4-95EB-D2C208E3210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1510" y="4933509"/>
            <a:ext cx="1224000" cy="988125"/>
          </a:xfrm>
          <a:prstGeom prst="rect">
            <a:avLst/>
          </a:prstGeom>
        </p:spPr>
      </p:pic>
      <p:sp>
        <p:nvSpPr>
          <p:cNvPr id="8" name="자유형: 도형 7">
            <a:extLst>
              <a:ext uri="{FF2B5EF4-FFF2-40B4-BE49-F238E27FC236}">
                <a16:creationId xmlns:a16="http://schemas.microsoft.com/office/drawing/2014/main" id="{427EC820-8A40-4A69-8A38-D09E3ED7E6B5}"/>
              </a:ext>
            </a:extLst>
          </p:cNvPr>
          <p:cNvSpPr/>
          <p:nvPr userDrawn="1"/>
        </p:nvSpPr>
        <p:spPr>
          <a:xfrm>
            <a:off x="1658677" y="956928"/>
            <a:ext cx="2980660" cy="4944143"/>
          </a:xfrm>
          <a:custGeom>
            <a:avLst/>
            <a:gdLst>
              <a:gd name="connsiteX0" fmla="*/ 457202 w 2980660"/>
              <a:gd name="connsiteY0" fmla="*/ 0 h 4944143"/>
              <a:gd name="connsiteX1" fmla="*/ 2583714 w 2980660"/>
              <a:gd name="connsiteY1" fmla="*/ 0 h 4944143"/>
              <a:gd name="connsiteX2" fmla="*/ 2583714 w 2980660"/>
              <a:gd name="connsiteY2" fmla="*/ 1 h 4944143"/>
              <a:gd name="connsiteX3" fmla="*/ 2890658 w 2980660"/>
              <a:gd name="connsiteY3" fmla="*/ 1 h 4944143"/>
              <a:gd name="connsiteX4" fmla="*/ 2980660 w 2980660"/>
              <a:gd name="connsiteY4" fmla="*/ 90003 h 4944143"/>
              <a:gd name="connsiteX5" fmla="*/ 2980660 w 2980660"/>
              <a:gd name="connsiteY5" fmla="*/ 152400 h 4944143"/>
              <a:gd name="connsiteX6" fmla="*/ 2980660 w 2980660"/>
              <a:gd name="connsiteY6" fmla="*/ 449999 h 4944143"/>
              <a:gd name="connsiteX7" fmla="*/ 2980660 w 2980660"/>
              <a:gd name="connsiteY7" fmla="*/ 4494145 h 4944143"/>
              <a:gd name="connsiteX8" fmla="*/ 2980660 w 2980660"/>
              <a:gd name="connsiteY8" fmla="*/ 4550737 h 4944143"/>
              <a:gd name="connsiteX9" fmla="*/ 2980660 w 2980660"/>
              <a:gd name="connsiteY9" fmla="*/ 4854141 h 4944143"/>
              <a:gd name="connsiteX10" fmla="*/ 2890658 w 2980660"/>
              <a:gd name="connsiteY10" fmla="*/ 4944143 h 4944143"/>
              <a:gd name="connsiteX11" fmla="*/ 2583714 w 2980660"/>
              <a:gd name="connsiteY11" fmla="*/ 4944143 h 4944143"/>
              <a:gd name="connsiteX12" fmla="*/ 2530662 w 2980660"/>
              <a:gd name="connsiteY12" fmla="*/ 4944143 h 4944143"/>
              <a:gd name="connsiteX13" fmla="*/ 457202 w 2980660"/>
              <a:gd name="connsiteY13" fmla="*/ 4944143 h 4944143"/>
              <a:gd name="connsiteX14" fmla="*/ 457202 w 2980660"/>
              <a:gd name="connsiteY14" fmla="*/ 4942689 h 4944143"/>
              <a:gd name="connsiteX15" fmla="*/ 449998 w 2980660"/>
              <a:gd name="connsiteY15" fmla="*/ 4944143 h 4944143"/>
              <a:gd name="connsiteX16" fmla="*/ 90002 w 2980660"/>
              <a:gd name="connsiteY16" fmla="*/ 4944143 h 4944143"/>
              <a:gd name="connsiteX17" fmla="*/ 0 w 2980660"/>
              <a:gd name="connsiteY17" fmla="*/ 4854141 h 4944143"/>
              <a:gd name="connsiteX18" fmla="*/ 0 w 2980660"/>
              <a:gd name="connsiteY18" fmla="*/ 4550737 h 4944143"/>
              <a:gd name="connsiteX19" fmla="*/ 0 w 2980660"/>
              <a:gd name="connsiteY19" fmla="*/ 4494145 h 4944143"/>
              <a:gd name="connsiteX20" fmla="*/ 0 w 2980660"/>
              <a:gd name="connsiteY20" fmla="*/ 450000 h 4944143"/>
              <a:gd name="connsiteX21" fmla="*/ 0 w 2980660"/>
              <a:gd name="connsiteY21" fmla="*/ 152400 h 4944143"/>
              <a:gd name="connsiteX22" fmla="*/ 0 w 2980660"/>
              <a:gd name="connsiteY22" fmla="*/ 90003 h 4944143"/>
              <a:gd name="connsiteX23" fmla="*/ 90002 w 2980660"/>
              <a:gd name="connsiteY23" fmla="*/ 1 h 4944143"/>
              <a:gd name="connsiteX24" fmla="*/ 449998 w 2980660"/>
              <a:gd name="connsiteY24" fmla="*/ 1 h 4944143"/>
              <a:gd name="connsiteX25" fmla="*/ 457202 w 2980660"/>
              <a:gd name="connsiteY25" fmla="*/ 1456 h 494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2980660" h="4944143">
                <a:moveTo>
                  <a:pt x="457202" y="0"/>
                </a:moveTo>
                <a:lnTo>
                  <a:pt x="2583714" y="0"/>
                </a:lnTo>
                <a:lnTo>
                  <a:pt x="2583714" y="1"/>
                </a:lnTo>
                <a:lnTo>
                  <a:pt x="2890658" y="1"/>
                </a:lnTo>
                <a:cubicBezTo>
                  <a:pt x="2940365" y="1"/>
                  <a:pt x="2980660" y="40296"/>
                  <a:pt x="2980660" y="90003"/>
                </a:cubicBezTo>
                <a:lnTo>
                  <a:pt x="2980660" y="152400"/>
                </a:lnTo>
                <a:lnTo>
                  <a:pt x="2980660" y="449999"/>
                </a:lnTo>
                <a:lnTo>
                  <a:pt x="2980660" y="4494145"/>
                </a:lnTo>
                <a:lnTo>
                  <a:pt x="2980660" y="4550737"/>
                </a:lnTo>
                <a:lnTo>
                  <a:pt x="2980660" y="4854141"/>
                </a:lnTo>
                <a:cubicBezTo>
                  <a:pt x="2980660" y="4903848"/>
                  <a:pt x="2940365" y="4944143"/>
                  <a:pt x="2890658" y="4944143"/>
                </a:cubicBezTo>
                <a:lnTo>
                  <a:pt x="2583714" y="4944143"/>
                </a:lnTo>
                <a:lnTo>
                  <a:pt x="2530662" y="4944143"/>
                </a:lnTo>
                <a:lnTo>
                  <a:pt x="457202" y="4944143"/>
                </a:lnTo>
                <a:lnTo>
                  <a:pt x="457202" y="4942689"/>
                </a:lnTo>
                <a:lnTo>
                  <a:pt x="449998" y="4944143"/>
                </a:lnTo>
                <a:lnTo>
                  <a:pt x="90002" y="4944143"/>
                </a:lnTo>
                <a:cubicBezTo>
                  <a:pt x="40295" y="4944143"/>
                  <a:pt x="0" y="4903848"/>
                  <a:pt x="0" y="4854141"/>
                </a:cubicBezTo>
                <a:lnTo>
                  <a:pt x="0" y="4550737"/>
                </a:lnTo>
                <a:lnTo>
                  <a:pt x="0" y="4494145"/>
                </a:lnTo>
                <a:lnTo>
                  <a:pt x="0" y="450000"/>
                </a:lnTo>
                <a:lnTo>
                  <a:pt x="0" y="152400"/>
                </a:lnTo>
                <a:lnTo>
                  <a:pt x="0" y="90003"/>
                </a:lnTo>
                <a:cubicBezTo>
                  <a:pt x="0" y="40296"/>
                  <a:pt x="40295" y="1"/>
                  <a:pt x="90002" y="1"/>
                </a:cubicBezTo>
                <a:lnTo>
                  <a:pt x="449998" y="1"/>
                </a:lnTo>
                <a:lnTo>
                  <a:pt x="457202" y="1456"/>
                </a:lnTo>
                <a:close/>
              </a:path>
            </a:pathLst>
          </a:custGeom>
          <a:solidFill>
            <a:srgbClr val="2525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자유형: 도형 8">
            <a:extLst>
              <a:ext uri="{FF2B5EF4-FFF2-40B4-BE49-F238E27FC236}">
                <a16:creationId xmlns:a16="http://schemas.microsoft.com/office/drawing/2014/main" id="{15907DC0-D68E-4057-AD43-7AD121B2032C}"/>
              </a:ext>
            </a:extLst>
          </p:cNvPr>
          <p:cNvSpPr/>
          <p:nvPr userDrawn="1"/>
        </p:nvSpPr>
        <p:spPr>
          <a:xfrm>
            <a:off x="8009859" y="956927"/>
            <a:ext cx="3792279" cy="4944143"/>
          </a:xfrm>
          <a:custGeom>
            <a:avLst/>
            <a:gdLst>
              <a:gd name="connsiteX0" fmla="*/ 457202 w 3792279"/>
              <a:gd name="connsiteY0" fmla="*/ 0 h 4944143"/>
              <a:gd name="connsiteX1" fmla="*/ 1268821 w 3792279"/>
              <a:gd name="connsiteY1" fmla="*/ 0 h 4944143"/>
              <a:gd name="connsiteX2" fmla="*/ 2583714 w 3792279"/>
              <a:gd name="connsiteY2" fmla="*/ 0 h 4944143"/>
              <a:gd name="connsiteX3" fmla="*/ 3395333 w 3792279"/>
              <a:gd name="connsiteY3" fmla="*/ 0 h 4944143"/>
              <a:gd name="connsiteX4" fmla="*/ 3395333 w 3792279"/>
              <a:gd name="connsiteY4" fmla="*/ 1 h 4944143"/>
              <a:gd name="connsiteX5" fmla="*/ 3702277 w 3792279"/>
              <a:gd name="connsiteY5" fmla="*/ 1 h 4944143"/>
              <a:gd name="connsiteX6" fmla="*/ 3792279 w 3792279"/>
              <a:gd name="connsiteY6" fmla="*/ 90003 h 4944143"/>
              <a:gd name="connsiteX7" fmla="*/ 3792279 w 3792279"/>
              <a:gd name="connsiteY7" fmla="*/ 152400 h 4944143"/>
              <a:gd name="connsiteX8" fmla="*/ 3792279 w 3792279"/>
              <a:gd name="connsiteY8" fmla="*/ 449999 h 4944143"/>
              <a:gd name="connsiteX9" fmla="*/ 3792279 w 3792279"/>
              <a:gd name="connsiteY9" fmla="*/ 4494145 h 4944143"/>
              <a:gd name="connsiteX10" fmla="*/ 3792279 w 3792279"/>
              <a:gd name="connsiteY10" fmla="*/ 4550737 h 4944143"/>
              <a:gd name="connsiteX11" fmla="*/ 3792279 w 3792279"/>
              <a:gd name="connsiteY11" fmla="*/ 4854141 h 4944143"/>
              <a:gd name="connsiteX12" fmla="*/ 3702277 w 3792279"/>
              <a:gd name="connsiteY12" fmla="*/ 4944143 h 4944143"/>
              <a:gd name="connsiteX13" fmla="*/ 3395333 w 3792279"/>
              <a:gd name="connsiteY13" fmla="*/ 4944143 h 4944143"/>
              <a:gd name="connsiteX14" fmla="*/ 3342281 w 3792279"/>
              <a:gd name="connsiteY14" fmla="*/ 4944143 h 4944143"/>
              <a:gd name="connsiteX15" fmla="*/ 2890658 w 3792279"/>
              <a:gd name="connsiteY15" fmla="*/ 4944143 h 4944143"/>
              <a:gd name="connsiteX16" fmla="*/ 2583714 w 3792279"/>
              <a:gd name="connsiteY16" fmla="*/ 4944143 h 4944143"/>
              <a:gd name="connsiteX17" fmla="*/ 2530662 w 3792279"/>
              <a:gd name="connsiteY17" fmla="*/ 4944143 h 4944143"/>
              <a:gd name="connsiteX18" fmla="*/ 1268821 w 3792279"/>
              <a:gd name="connsiteY18" fmla="*/ 4944143 h 4944143"/>
              <a:gd name="connsiteX19" fmla="*/ 1261617 w 3792279"/>
              <a:gd name="connsiteY19" fmla="*/ 4944143 h 4944143"/>
              <a:gd name="connsiteX20" fmla="*/ 901621 w 3792279"/>
              <a:gd name="connsiteY20" fmla="*/ 4944143 h 4944143"/>
              <a:gd name="connsiteX21" fmla="*/ 457202 w 3792279"/>
              <a:gd name="connsiteY21" fmla="*/ 4944143 h 4944143"/>
              <a:gd name="connsiteX22" fmla="*/ 457202 w 3792279"/>
              <a:gd name="connsiteY22" fmla="*/ 4942689 h 4944143"/>
              <a:gd name="connsiteX23" fmla="*/ 449998 w 3792279"/>
              <a:gd name="connsiteY23" fmla="*/ 4944143 h 4944143"/>
              <a:gd name="connsiteX24" fmla="*/ 90002 w 3792279"/>
              <a:gd name="connsiteY24" fmla="*/ 4944143 h 4944143"/>
              <a:gd name="connsiteX25" fmla="*/ 0 w 3792279"/>
              <a:gd name="connsiteY25" fmla="*/ 4854141 h 4944143"/>
              <a:gd name="connsiteX26" fmla="*/ 0 w 3792279"/>
              <a:gd name="connsiteY26" fmla="*/ 4550737 h 4944143"/>
              <a:gd name="connsiteX27" fmla="*/ 0 w 3792279"/>
              <a:gd name="connsiteY27" fmla="*/ 4494145 h 4944143"/>
              <a:gd name="connsiteX28" fmla="*/ 0 w 3792279"/>
              <a:gd name="connsiteY28" fmla="*/ 450000 h 4944143"/>
              <a:gd name="connsiteX29" fmla="*/ 0 w 3792279"/>
              <a:gd name="connsiteY29" fmla="*/ 152400 h 4944143"/>
              <a:gd name="connsiteX30" fmla="*/ 0 w 3792279"/>
              <a:gd name="connsiteY30" fmla="*/ 90003 h 4944143"/>
              <a:gd name="connsiteX31" fmla="*/ 90002 w 3792279"/>
              <a:gd name="connsiteY31" fmla="*/ 1 h 4944143"/>
              <a:gd name="connsiteX32" fmla="*/ 449998 w 3792279"/>
              <a:gd name="connsiteY32" fmla="*/ 1 h 4944143"/>
              <a:gd name="connsiteX33" fmla="*/ 457202 w 3792279"/>
              <a:gd name="connsiteY33" fmla="*/ 1456 h 494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3792279" h="4944143">
                <a:moveTo>
                  <a:pt x="457202" y="0"/>
                </a:moveTo>
                <a:lnTo>
                  <a:pt x="1268821" y="0"/>
                </a:lnTo>
                <a:lnTo>
                  <a:pt x="2583714" y="0"/>
                </a:lnTo>
                <a:lnTo>
                  <a:pt x="3395333" y="0"/>
                </a:lnTo>
                <a:lnTo>
                  <a:pt x="3395333" y="1"/>
                </a:lnTo>
                <a:lnTo>
                  <a:pt x="3702277" y="1"/>
                </a:lnTo>
                <a:cubicBezTo>
                  <a:pt x="3751984" y="1"/>
                  <a:pt x="3792279" y="40296"/>
                  <a:pt x="3792279" y="90003"/>
                </a:cubicBezTo>
                <a:lnTo>
                  <a:pt x="3792279" y="152400"/>
                </a:lnTo>
                <a:lnTo>
                  <a:pt x="3792279" y="449999"/>
                </a:lnTo>
                <a:lnTo>
                  <a:pt x="3792279" y="4494145"/>
                </a:lnTo>
                <a:lnTo>
                  <a:pt x="3792279" y="4550737"/>
                </a:lnTo>
                <a:lnTo>
                  <a:pt x="3792279" y="4854141"/>
                </a:lnTo>
                <a:cubicBezTo>
                  <a:pt x="3792279" y="4903848"/>
                  <a:pt x="3751984" y="4944143"/>
                  <a:pt x="3702277" y="4944143"/>
                </a:cubicBezTo>
                <a:lnTo>
                  <a:pt x="3395333" y="4944143"/>
                </a:lnTo>
                <a:lnTo>
                  <a:pt x="3342281" y="4944143"/>
                </a:lnTo>
                <a:lnTo>
                  <a:pt x="2890658" y="4944143"/>
                </a:lnTo>
                <a:lnTo>
                  <a:pt x="2583714" y="4944143"/>
                </a:lnTo>
                <a:lnTo>
                  <a:pt x="2530662" y="4944143"/>
                </a:lnTo>
                <a:lnTo>
                  <a:pt x="1268821" y="4944143"/>
                </a:lnTo>
                <a:lnTo>
                  <a:pt x="1261617" y="4944143"/>
                </a:lnTo>
                <a:lnTo>
                  <a:pt x="901621" y="4944143"/>
                </a:lnTo>
                <a:lnTo>
                  <a:pt x="457202" y="4944143"/>
                </a:lnTo>
                <a:lnTo>
                  <a:pt x="457202" y="4942689"/>
                </a:lnTo>
                <a:lnTo>
                  <a:pt x="449998" y="4944143"/>
                </a:lnTo>
                <a:lnTo>
                  <a:pt x="90002" y="4944143"/>
                </a:lnTo>
                <a:cubicBezTo>
                  <a:pt x="40295" y="4944143"/>
                  <a:pt x="0" y="4903848"/>
                  <a:pt x="0" y="4854141"/>
                </a:cubicBezTo>
                <a:lnTo>
                  <a:pt x="0" y="4550737"/>
                </a:lnTo>
                <a:lnTo>
                  <a:pt x="0" y="4494145"/>
                </a:lnTo>
                <a:lnTo>
                  <a:pt x="0" y="450000"/>
                </a:lnTo>
                <a:lnTo>
                  <a:pt x="0" y="152400"/>
                </a:lnTo>
                <a:lnTo>
                  <a:pt x="0" y="90003"/>
                </a:lnTo>
                <a:cubicBezTo>
                  <a:pt x="0" y="40296"/>
                  <a:pt x="40295" y="1"/>
                  <a:pt x="90002" y="1"/>
                </a:cubicBezTo>
                <a:lnTo>
                  <a:pt x="449998" y="1"/>
                </a:lnTo>
                <a:lnTo>
                  <a:pt x="457202" y="1456"/>
                </a:lnTo>
                <a:close/>
              </a:path>
            </a:pathLst>
          </a:custGeom>
          <a:solidFill>
            <a:srgbClr val="2525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자유형: 도형 9">
            <a:extLst>
              <a:ext uri="{FF2B5EF4-FFF2-40B4-BE49-F238E27FC236}">
                <a16:creationId xmlns:a16="http://schemas.microsoft.com/office/drawing/2014/main" id="{C78BDA31-4DD6-4201-B741-4FC520ECD880}"/>
              </a:ext>
            </a:extLst>
          </p:cNvPr>
          <p:cNvSpPr/>
          <p:nvPr userDrawn="1"/>
        </p:nvSpPr>
        <p:spPr>
          <a:xfrm>
            <a:off x="4827810" y="956928"/>
            <a:ext cx="2980660" cy="4944143"/>
          </a:xfrm>
          <a:custGeom>
            <a:avLst/>
            <a:gdLst>
              <a:gd name="connsiteX0" fmla="*/ 457202 w 2980660"/>
              <a:gd name="connsiteY0" fmla="*/ 0 h 4944143"/>
              <a:gd name="connsiteX1" fmla="*/ 2583714 w 2980660"/>
              <a:gd name="connsiteY1" fmla="*/ 0 h 4944143"/>
              <a:gd name="connsiteX2" fmla="*/ 2583714 w 2980660"/>
              <a:gd name="connsiteY2" fmla="*/ 1 h 4944143"/>
              <a:gd name="connsiteX3" fmla="*/ 2890658 w 2980660"/>
              <a:gd name="connsiteY3" fmla="*/ 1 h 4944143"/>
              <a:gd name="connsiteX4" fmla="*/ 2980660 w 2980660"/>
              <a:gd name="connsiteY4" fmla="*/ 90003 h 4944143"/>
              <a:gd name="connsiteX5" fmla="*/ 2980660 w 2980660"/>
              <a:gd name="connsiteY5" fmla="*/ 152400 h 4944143"/>
              <a:gd name="connsiteX6" fmla="*/ 2980660 w 2980660"/>
              <a:gd name="connsiteY6" fmla="*/ 449999 h 4944143"/>
              <a:gd name="connsiteX7" fmla="*/ 2980660 w 2980660"/>
              <a:gd name="connsiteY7" fmla="*/ 4494145 h 4944143"/>
              <a:gd name="connsiteX8" fmla="*/ 2980660 w 2980660"/>
              <a:gd name="connsiteY8" fmla="*/ 4550737 h 4944143"/>
              <a:gd name="connsiteX9" fmla="*/ 2980660 w 2980660"/>
              <a:gd name="connsiteY9" fmla="*/ 4854141 h 4944143"/>
              <a:gd name="connsiteX10" fmla="*/ 2890658 w 2980660"/>
              <a:gd name="connsiteY10" fmla="*/ 4944143 h 4944143"/>
              <a:gd name="connsiteX11" fmla="*/ 2583714 w 2980660"/>
              <a:gd name="connsiteY11" fmla="*/ 4944143 h 4944143"/>
              <a:gd name="connsiteX12" fmla="*/ 2530662 w 2980660"/>
              <a:gd name="connsiteY12" fmla="*/ 4944143 h 4944143"/>
              <a:gd name="connsiteX13" fmla="*/ 457202 w 2980660"/>
              <a:gd name="connsiteY13" fmla="*/ 4944143 h 4944143"/>
              <a:gd name="connsiteX14" fmla="*/ 457202 w 2980660"/>
              <a:gd name="connsiteY14" fmla="*/ 4942689 h 4944143"/>
              <a:gd name="connsiteX15" fmla="*/ 449998 w 2980660"/>
              <a:gd name="connsiteY15" fmla="*/ 4944143 h 4944143"/>
              <a:gd name="connsiteX16" fmla="*/ 90002 w 2980660"/>
              <a:gd name="connsiteY16" fmla="*/ 4944143 h 4944143"/>
              <a:gd name="connsiteX17" fmla="*/ 0 w 2980660"/>
              <a:gd name="connsiteY17" fmla="*/ 4854141 h 4944143"/>
              <a:gd name="connsiteX18" fmla="*/ 0 w 2980660"/>
              <a:gd name="connsiteY18" fmla="*/ 4550737 h 4944143"/>
              <a:gd name="connsiteX19" fmla="*/ 0 w 2980660"/>
              <a:gd name="connsiteY19" fmla="*/ 4494145 h 4944143"/>
              <a:gd name="connsiteX20" fmla="*/ 0 w 2980660"/>
              <a:gd name="connsiteY20" fmla="*/ 450000 h 4944143"/>
              <a:gd name="connsiteX21" fmla="*/ 0 w 2980660"/>
              <a:gd name="connsiteY21" fmla="*/ 152400 h 4944143"/>
              <a:gd name="connsiteX22" fmla="*/ 0 w 2980660"/>
              <a:gd name="connsiteY22" fmla="*/ 90003 h 4944143"/>
              <a:gd name="connsiteX23" fmla="*/ 90002 w 2980660"/>
              <a:gd name="connsiteY23" fmla="*/ 1 h 4944143"/>
              <a:gd name="connsiteX24" fmla="*/ 449998 w 2980660"/>
              <a:gd name="connsiteY24" fmla="*/ 1 h 4944143"/>
              <a:gd name="connsiteX25" fmla="*/ 457202 w 2980660"/>
              <a:gd name="connsiteY25" fmla="*/ 1456 h 494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2980660" h="4944143">
                <a:moveTo>
                  <a:pt x="457202" y="0"/>
                </a:moveTo>
                <a:lnTo>
                  <a:pt x="2583714" y="0"/>
                </a:lnTo>
                <a:lnTo>
                  <a:pt x="2583714" y="1"/>
                </a:lnTo>
                <a:lnTo>
                  <a:pt x="2890658" y="1"/>
                </a:lnTo>
                <a:cubicBezTo>
                  <a:pt x="2940365" y="1"/>
                  <a:pt x="2980660" y="40296"/>
                  <a:pt x="2980660" y="90003"/>
                </a:cubicBezTo>
                <a:lnTo>
                  <a:pt x="2980660" y="152400"/>
                </a:lnTo>
                <a:lnTo>
                  <a:pt x="2980660" y="449999"/>
                </a:lnTo>
                <a:lnTo>
                  <a:pt x="2980660" y="4494145"/>
                </a:lnTo>
                <a:lnTo>
                  <a:pt x="2980660" y="4550737"/>
                </a:lnTo>
                <a:lnTo>
                  <a:pt x="2980660" y="4854141"/>
                </a:lnTo>
                <a:cubicBezTo>
                  <a:pt x="2980660" y="4903848"/>
                  <a:pt x="2940365" y="4944143"/>
                  <a:pt x="2890658" y="4944143"/>
                </a:cubicBezTo>
                <a:lnTo>
                  <a:pt x="2583714" y="4944143"/>
                </a:lnTo>
                <a:lnTo>
                  <a:pt x="2530662" y="4944143"/>
                </a:lnTo>
                <a:lnTo>
                  <a:pt x="457202" y="4944143"/>
                </a:lnTo>
                <a:lnTo>
                  <a:pt x="457202" y="4942689"/>
                </a:lnTo>
                <a:lnTo>
                  <a:pt x="449998" y="4944143"/>
                </a:lnTo>
                <a:lnTo>
                  <a:pt x="90002" y="4944143"/>
                </a:lnTo>
                <a:cubicBezTo>
                  <a:pt x="40295" y="4944143"/>
                  <a:pt x="0" y="4903848"/>
                  <a:pt x="0" y="4854141"/>
                </a:cubicBezTo>
                <a:lnTo>
                  <a:pt x="0" y="4550737"/>
                </a:lnTo>
                <a:lnTo>
                  <a:pt x="0" y="4494145"/>
                </a:lnTo>
                <a:lnTo>
                  <a:pt x="0" y="450000"/>
                </a:lnTo>
                <a:lnTo>
                  <a:pt x="0" y="152400"/>
                </a:lnTo>
                <a:lnTo>
                  <a:pt x="0" y="90003"/>
                </a:lnTo>
                <a:cubicBezTo>
                  <a:pt x="0" y="40296"/>
                  <a:pt x="40295" y="1"/>
                  <a:pt x="90002" y="1"/>
                </a:cubicBezTo>
                <a:lnTo>
                  <a:pt x="449998" y="1"/>
                </a:lnTo>
                <a:lnTo>
                  <a:pt x="457202" y="1456"/>
                </a:lnTo>
                <a:close/>
              </a:path>
            </a:pathLst>
          </a:custGeom>
          <a:solidFill>
            <a:srgbClr val="2525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56697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664E3EB2-28BF-44AC-9539-5F3C41C2AB2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1510" y="4931634"/>
            <a:ext cx="1398774" cy="990000"/>
          </a:xfrm>
          <a:prstGeom prst="rect">
            <a:avLst/>
          </a:prstGeom>
        </p:spPr>
      </p:pic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2B1CF66-EB13-4B39-9168-417442132CC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D9237C0-DEEB-4509-B282-8B77052DFE10}" type="datetimeFigureOut">
              <a:rPr lang="en-US" smtClean="0"/>
              <a:t>10/29/2024</a:t>
            </a:fld>
            <a:endParaRPr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5D1D253-1169-4317-9577-D3F6AD6B26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AF3D8FA-B978-4E50-A6E2-A36450460F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A4C0CDA-1314-4A01-8806-71ADB853FB47}" type="slidenum">
              <a:rPr lang="en-US" smtClean="0"/>
              <a:t>‹#›</a:t>
            </a:fld>
            <a:endParaRPr lang="en-US"/>
          </a:p>
        </p:txBody>
      </p:sp>
      <p:sp>
        <p:nvSpPr>
          <p:cNvPr id="8" name="자유형: 도형 7">
            <a:extLst>
              <a:ext uri="{FF2B5EF4-FFF2-40B4-BE49-F238E27FC236}">
                <a16:creationId xmlns:a16="http://schemas.microsoft.com/office/drawing/2014/main" id="{427EC820-8A40-4A69-8A38-D09E3ED7E6B5}"/>
              </a:ext>
            </a:extLst>
          </p:cNvPr>
          <p:cNvSpPr/>
          <p:nvPr userDrawn="1"/>
        </p:nvSpPr>
        <p:spPr>
          <a:xfrm>
            <a:off x="1658677" y="956928"/>
            <a:ext cx="2980660" cy="4944143"/>
          </a:xfrm>
          <a:custGeom>
            <a:avLst/>
            <a:gdLst>
              <a:gd name="connsiteX0" fmla="*/ 457202 w 2980660"/>
              <a:gd name="connsiteY0" fmla="*/ 0 h 4944143"/>
              <a:gd name="connsiteX1" fmla="*/ 2583714 w 2980660"/>
              <a:gd name="connsiteY1" fmla="*/ 0 h 4944143"/>
              <a:gd name="connsiteX2" fmla="*/ 2583714 w 2980660"/>
              <a:gd name="connsiteY2" fmla="*/ 1 h 4944143"/>
              <a:gd name="connsiteX3" fmla="*/ 2890658 w 2980660"/>
              <a:gd name="connsiteY3" fmla="*/ 1 h 4944143"/>
              <a:gd name="connsiteX4" fmla="*/ 2980660 w 2980660"/>
              <a:gd name="connsiteY4" fmla="*/ 90003 h 4944143"/>
              <a:gd name="connsiteX5" fmla="*/ 2980660 w 2980660"/>
              <a:gd name="connsiteY5" fmla="*/ 152400 h 4944143"/>
              <a:gd name="connsiteX6" fmla="*/ 2980660 w 2980660"/>
              <a:gd name="connsiteY6" fmla="*/ 449999 h 4944143"/>
              <a:gd name="connsiteX7" fmla="*/ 2980660 w 2980660"/>
              <a:gd name="connsiteY7" fmla="*/ 4494145 h 4944143"/>
              <a:gd name="connsiteX8" fmla="*/ 2980660 w 2980660"/>
              <a:gd name="connsiteY8" fmla="*/ 4550737 h 4944143"/>
              <a:gd name="connsiteX9" fmla="*/ 2980660 w 2980660"/>
              <a:gd name="connsiteY9" fmla="*/ 4854141 h 4944143"/>
              <a:gd name="connsiteX10" fmla="*/ 2890658 w 2980660"/>
              <a:gd name="connsiteY10" fmla="*/ 4944143 h 4944143"/>
              <a:gd name="connsiteX11" fmla="*/ 2583714 w 2980660"/>
              <a:gd name="connsiteY11" fmla="*/ 4944143 h 4944143"/>
              <a:gd name="connsiteX12" fmla="*/ 2530662 w 2980660"/>
              <a:gd name="connsiteY12" fmla="*/ 4944143 h 4944143"/>
              <a:gd name="connsiteX13" fmla="*/ 457202 w 2980660"/>
              <a:gd name="connsiteY13" fmla="*/ 4944143 h 4944143"/>
              <a:gd name="connsiteX14" fmla="*/ 457202 w 2980660"/>
              <a:gd name="connsiteY14" fmla="*/ 4942689 h 4944143"/>
              <a:gd name="connsiteX15" fmla="*/ 449998 w 2980660"/>
              <a:gd name="connsiteY15" fmla="*/ 4944143 h 4944143"/>
              <a:gd name="connsiteX16" fmla="*/ 90002 w 2980660"/>
              <a:gd name="connsiteY16" fmla="*/ 4944143 h 4944143"/>
              <a:gd name="connsiteX17" fmla="*/ 0 w 2980660"/>
              <a:gd name="connsiteY17" fmla="*/ 4854141 h 4944143"/>
              <a:gd name="connsiteX18" fmla="*/ 0 w 2980660"/>
              <a:gd name="connsiteY18" fmla="*/ 4550737 h 4944143"/>
              <a:gd name="connsiteX19" fmla="*/ 0 w 2980660"/>
              <a:gd name="connsiteY19" fmla="*/ 4494145 h 4944143"/>
              <a:gd name="connsiteX20" fmla="*/ 0 w 2980660"/>
              <a:gd name="connsiteY20" fmla="*/ 450000 h 4944143"/>
              <a:gd name="connsiteX21" fmla="*/ 0 w 2980660"/>
              <a:gd name="connsiteY21" fmla="*/ 152400 h 4944143"/>
              <a:gd name="connsiteX22" fmla="*/ 0 w 2980660"/>
              <a:gd name="connsiteY22" fmla="*/ 90003 h 4944143"/>
              <a:gd name="connsiteX23" fmla="*/ 90002 w 2980660"/>
              <a:gd name="connsiteY23" fmla="*/ 1 h 4944143"/>
              <a:gd name="connsiteX24" fmla="*/ 449998 w 2980660"/>
              <a:gd name="connsiteY24" fmla="*/ 1 h 4944143"/>
              <a:gd name="connsiteX25" fmla="*/ 457202 w 2980660"/>
              <a:gd name="connsiteY25" fmla="*/ 1456 h 494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2980660" h="4944143">
                <a:moveTo>
                  <a:pt x="457202" y="0"/>
                </a:moveTo>
                <a:lnTo>
                  <a:pt x="2583714" y="0"/>
                </a:lnTo>
                <a:lnTo>
                  <a:pt x="2583714" y="1"/>
                </a:lnTo>
                <a:lnTo>
                  <a:pt x="2890658" y="1"/>
                </a:lnTo>
                <a:cubicBezTo>
                  <a:pt x="2940365" y="1"/>
                  <a:pt x="2980660" y="40296"/>
                  <a:pt x="2980660" y="90003"/>
                </a:cubicBezTo>
                <a:lnTo>
                  <a:pt x="2980660" y="152400"/>
                </a:lnTo>
                <a:lnTo>
                  <a:pt x="2980660" y="449999"/>
                </a:lnTo>
                <a:lnTo>
                  <a:pt x="2980660" y="4494145"/>
                </a:lnTo>
                <a:lnTo>
                  <a:pt x="2980660" y="4550737"/>
                </a:lnTo>
                <a:lnTo>
                  <a:pt x="2980660" y="4854141"/>
                </a:lnTo>
                <a:cubicBezTo>
                  <a:pt x="2980660" y="4903848"/>
                  <a:pt x="2940365" y="4944143"/>
                  <a:pt x="2890658" y="4944143"/>
                </a:cubicBezTo>
                <a:lnTo>
                  <a:pt x="2583714" y="4944143"/>
                </a:lnTo>
                <a:lnTo>
                  <a:pt x="2530662" y="4944143"/>
                </a:lnTo>
                <a:lnTo>
                  <a:pt x="457202" y="4944143"/>
                </a:lnTo>
                <a:lnTo>
                  <a:pt x="457202" y="4942689"/>
                </a:lnTo>
                <a:lnTo>
                  <a:pt x="449998" y="4944143"/>
                </a:lnTo>
                <a:lnTo>
                  <a:pt x="90002" y="4944143"/>
                </a:lnTo>
                <a:cubicBezTo>
                  <a:pt x="40295" y="4944143"/>
                  <a:pt x="0" y="4903848"/>
                  <a:pt x="0" y="4854141"/>
                </a:cubicBezTo>
                <a:lnTo>
                  <a:pt x="0" y="4550737"/>
                </a:lnTo>
                <a:lnTo>
                  <a:pt x="0" y="4494145"/>
                </a:lnTo>
                <a:lnTo>
                  <a:pt x="0" y="450000"/>
                </a:lnTo>
                <a:lnTo>
                  <a:pt x="0" y="152400"/>
                </a:lnTo>
                <a:lnTo>
                  <a:pt x="0" y="90003"/>
                </a:lnTo>
                <a:cubicBezTo>
                  <a:pt x="0" y="40296"/>
                  <a:pt x="40295" y="1"/>
                  <a:pt x="90002" y="1"/>
                </a:cubicBezTo>
                <a:lnTo>
                  <a:pt x="449998" y="1"/>
                </a:lnTo>
                <a:lnTo>
                  <a:pt x="457202" y="1456"/>
                </a:lnTo>
                <a:close/>
              </a:path>
            </a:pathLst>
          </a:custGeom>
          <a:solidFill>
            <a:srgbClr val="2525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자유형: 도형 8">
            <a:extLst>
              <a:ext uri="{FF2B5EF4-FFF2-40B4-BE49-F238E27FC236}">
                <a16:creationId xmlns:a16="http://schemas.microsoft.com/office/drawing/2014/main" id="{15907DC0-D68E-4057-AD43-7AD121B2032C}"/>
              </a:ext>
            </a:extLst>
          </p:cNvPr>
          <p:cNvSpPr/>
          <p:nvPr userDrawn="1"/>
        </p:nvSpPr>
        <p:spPr>
          <a:xfrm>
            <a:off x="8009859" y="956927"/>
            <a:ext cx="3792279" cy="4944143"/>
          </a:xfrm>
          <a:custGeom>
            <a:avLst/>
            <a:gdLst>
              <a:gd name="connsiteX0" fmla="*/ 457202 w 3792279"/>
              <a:gd name="connsiteY0" fmla="*/ 0 h 4944143"/>
              <a:gd name="connsiteX1" fmla="*/ 1268821 w 3792279"/>
              <a:gd name="connsiteY1" fmla="*/ 0 h 4944143"/>
              <a:gd name="connsiteX2" fmla="*/ 2583714 w 3792279"/>
              <a:gd name="connsiteY2" fmla="*/ 0 h 4944143"/>
              <a:gd name="connsiteX3" fmla="*/ 3395333 w 3792279"/>
              <a:gd name="connsiteY3" fmla="*/ 0 h 4944143"/>
              <a:gd name="connsiteX4" fmla="*/ 3395333 w 3792279"/>
              <a:gd name="connsiteY4" fmla="*/ 1 h 4944143"/>
              <a:gd name="connsiteX5" fmla="*/ 3702277 w 3792279"/>
              <a:gd name="connsiteY5" fmla="*/ 1 h 4944143"/>
              <a:gd name="connsiteX6" fmla="*/ 3792279 w 3792279"/>
              <a:gd name="connsiteY6" fmla="*/ 90003 h 4944143"/>
              <a:gd name="connsiteX7" fmla="*/ 3792279 w 3792279"/>
              <a:gd name="connsiteY7" fmla="*/ 152400 h 4944143"/>
              <a:gd name="connsiteX8" fmla="*/ 3792279 w 3792279"/>
              <a:gd name="connsiteY8" fmla="*/ 449999 h 4944143"/>
              <a:gd name="connsiteX9" fmla="*/ 3792279 w 3792279"/>
              <a:gd name="connsiteY9" fmla="*/ 4494145 h 4944143"/>
              <a:gd name="connsiteX10" fmla="*/ 3792279 w 3792279"/>
              <a:gd name="connsiteY10" fmla="*/ 4550737 h 4944143"/>
              <a:gd name="connsiteX11" fmla="*/ 3792279 w 3792279"/>
              <a:gd name="connsiteY11" fmla="*/ 4854141 h 4944143"/>
              <a:gd name="connsiteX12" fmla="*/ 3702277 w 3792279"/>
              <a:gd name="connsiteY12" fmla="*/ 4944143 h 4944143"/>
              <a:gd name="connsiteX13" fmla="*/ 3395333 w 3792279"/>
              <a:gd name="connsiteY13" fmla="*/ 4944143 h 4944143"/>
              <a:gd name="connsiteX14" fmla="*/ 3342281 w 3792279"/>
              <a:gd name="connsiteY14" fmla="*/ 4944143 h 4944143"/>
              <a:gd name="connsiteX15" fmla="*/ 2890658 w 3792279"/>
              <a:gd name="connsiteY15" fmla="*/ 4944143 h 4944143"/>
              <a:gd name="connsiteX16" fmla="*/ 2583714 w 3792279"/>
              <a:gd name="connsiteY16" fmla="*/ 4944143 h 4944143"/>
              <a:gd name="connsiteX17" fmla="*/ 2530662 w 3792279"/>
              <a:gd name="connsiteY17" fmla="*/ 4944143 h 4944143"/>
              <a:gd name="connsiteX18" fmla="*/ 1268821 w 3792279"/>
              <a:gd name="connsiteY18" fmla="*/ 4944143 h 4944143"/>
              <a:gd name="connsiteX19" fmla="*/ 1261617 w 3792279"/>
              <a:gd name="connsiteY19" fmla="*/ 4944143 h 4944143"/>
              <a:gd name="connsiteX20" fmla="*/ 901621 w 3792279"/>
              <a:gd name="connsiteY20" fmla="*/ 4944143 h 4944143"/>
              <a:gd name="connsiteX21" fmla="*/ 457202 w 3792279"/>
              <a:gd name="connsiteY21" fmla="*/ 4944143 h 4944143"/>
              <a:gd name="connsiteX22" fmla="*/ 457202 w 3792279"/>
              <a:gd name="connsiteY22" fmla="*/ 4942689 h 4944143"/>
              <a:gd name="connsiteX23" fmla="*/ 449998 w 3792279"/>
              <a:gd name="connsiteY23" fmla="*/ 4944143 h 4944143"/>
              <a:gd name="connsiteX24" fmla="*/ 90002 w 3792279"/>
              <a:gd name="connsiteY24" fmla="*/ 4944143 h 4944143"/>
              <a:gd name="connsiteX25" fmla="*/ 0 w 3792279"/>
              <a:gd name="connsiteY25" fmla="*/ 4854141 h 4944143"/>
              <a:gd name="connsiteX26" fmla="*/ 0 w 3792279"/>
              <a:gd name="connsiteY26" fmla="*/ 4550737 h 4944143"/>
              <a:gd name="connsiteX27" fmla="*/ 0 w 3792279"/>
              <a:gd name="connsiteY27" fmla="*/ 4494145 h 4944143"/>
              <a:gd name="connsiteX28" fmla="*/ 0 w 3792279"/>
              <a:gd name="connsiteY28" fmla="*/ 450000 h 4944143"/>
              <a:gd name="connsiteX29" fmla="*/ 0 w 3792279"/>
              <a:gd name="connsiteY29" fmla="*/ 152400 h 4944143"/>
              <a:gd name="connsiteX30" fmla="*/ 0 w 3792279"/>
              <a:gd name="connsiteY30" fmla="*/ 90003 h 4944143"/>
              <a:gd name="connsiteX31" fmla="*/ 90002 w 3792279"/>
              <a:gd name="connsiteY31" fmla="*/ 1 h 4944143"/>
              <a:gd name="connsiteX32" fmla="*/ 449998 w 3792279"/>
              <a:gd name="connsiteY32" fmla="*/ 1 h 4944143"/>
              <a:gd name="connsiteX33" fmla="*/ 457202 w 3792279"/>
              <a:gd name="connsiteY33" fmla="*/ 1456 h 494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3792279" h="4944143">
                <a:moveTo>
                  <a:pt x="457202" y="0"/>
                </a:moveTo>
                <a:lnTo>
                  <a:pt x="1268821" y="0"/>
                </a:lnTo>
                <a:lnTo>
                  <a:pt x="2583714" y="0"/>
                </a:lnTo>
                <a:lnTo>
                  <a:pt x="3395333" y="0"/>
                </a:lnTo>
                <a:lnTo>
                  <a:pt x="3395333" y="1"/>
                </a:lnTo>
                <a:lnTo>
                  <a:pt x="3702277" y="1"/>
                </a:lnTo>
                <a:cubicBezTo>
                  <a:pt x="3751984" y="1"/>
                  <a:pt x="3792279" y="40296"/>
                  <a:pt x="3792279" y="90003"/>
                </a:cubicBezTo>
                <a:lnTo>
                  <a:pt x="3792279" y="152400"/>
                </a:lnTo>
                <a:lnTo>
                  <a:pt x="3792279" y="449999"/>
                </a:lnTo>
                <a:lnTo>
                  <a:pt x="3792279" y="4494145"/>
                </a:lnTo>
                <a:lnTo>
                  <a:pt x="3792279" y="4550737"/>
                </a:lnTo>
                <a:lnTo>
                  <a:pt x="3792279" y="4854141"/>
                </a:lnTo>
                <a:cubicBezTo>
                  <a:pt x="3792279" y="4903848"/>
                  <a:pt x="3751984" y="4944143"/>
                  <a:pt x="3702277" y="4944143"/>
                </a:cubicBezTo>
                <a:lnTo>
                  <a:pt x="3395333" y="4944143"/>
                </a:lnTo>
                <a:lnTo>
                  <a:pt x="3342281" y="4944143"/>
                </a:lnTo>
                <a:lnTo>
                  <a:pt x="2890658" y="4944143"/>
                </a:lnTo>
                <a:lnTo>
                  <a:pt x="2583714" y="4944143"/>
                </a:lnTo>
                <a:lnTo>
                  <a:pt x="2530662" y="4944143"/>
                </a:lnTo>
                <a:lnTo>
                  <a:pt x="1268821" y="4944143"/>
                </a:lnTo>
                <a:lnTo>
                  <a:pt x="1261617" y="4944143"/>
                </a:lnTo>
                <a:lnTo>
                  <a:pt x="901621" y="4944143"/>
                </a:lnTo>
                <a:lnTo>
                  <a:pt x="457202" y="4944143"/>
                </a:lnTo>
                <a:lnTo>
                  <a:pt x="457202" y="4942689"/>
                </a:lnTo>
                <a:lnTo>
                  <a:pt x="449998" y="4944143"/>
                </a:lnTo>
                <a:lnTo>
                  <a:pt x="90002" y="4944143"/>
                </a:lnTo>
                <a:cubicBezTo>
                  <a:pt x="40295" y="4944143"/>
                  <a:pt x="0" y="4903848"/>
                  <a:pt x="0" y="4854141"/>
                </a:cubicBezTo>
                <a:lnTo>
                  <a:pt x="0" y="4550737"/>
                </a:lnTo>
                <a:lnTo>
                  <a:pt x="0" y="4494145"/>
                </a:lnTo>
                <a:lnTo>
                  <a:pt x="0" y="450000"/>
                </a:lnTo>
                <a:lnTo>
                  <a:pt x="0" y="152400"/>
                </a:lnTo>
                <a:lnTo>
                  <a:pt x="0" y="90003"/>
                </a:lnTo>
                <a:cubicBezTo>
                  <a:pt x="0" y="40296"/>
                  <a:pt x="40295" y="1"/>
                  <a:pt x="90002" y="1"/>
                </a:cubicBezTo>
                <a:lnTo>
                  <a:pt x="449998" y="1"/>
                </a:lnTo>
                <a:lnTo>
                  <a:pt x="457202" y="1456"/>
                </a:lnTo>
                <a:close/>
              </a:path>
            </a:pathLst>
          </a:custGeom>
          <a:solidFill>
            <a:srgbClr val="2525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자유형: 도형 9">
            <a:extLst>
              <a:ext uri="{FF2B5EF4-FFF2-40B4-BE49-F238E27FC236}">
                <a16:creationId xmlns:a16="http://schemas.microsoft.com/office/drawing/2014/main" id="{C78BDA31-4DD6-4201-B741-4FC520ECD880}"/>
              </a:ext>
            </a:extLst>
          </p:cNvPr>
          <p:cNvSpPr/>
          <p:nvPr userDrawn="1"/>
        </p:nvSpPr>
        <p:spPr>
          <a:xfrm>
            <a:off x="4827810" y="956928"/>
            <a:ext cx="2980660" cy="4944143"/>
          </a:xfrm>
          <a:custGeom>
            <a:avLst/>
            <a:gdLst>
              <a:gd name="connsiteX0" fmla="*/ 457202 w 2980660"/>
              <a:gd name="connsiteY0" fmla="*/ 0 h 4944143"/>
              <a:gd name="connsiteX1" fmla="*/ 2583714 w 2980660"/>
              <a:gd name="connsiteY1" fmla="*/ 0 h 4944143"/>
              <a:gd name="connsiteX2" fmla="*/ 2583714 w 2980660"/>
              <a:gd name="connsiteY2" fmla="*/ 1 h 4944143"/>
              <a:gd name="connsiteX3" fmla="*/ 2890658 w 2980660"/>
              <a:gd name="connsiteY3" fmla="*/ 1 h 4944143"/>
              <a:gd name="connsiteX4" fmla="*/ 2980660 w 2980660"/>
              <a:gd name="connsiteY4" fmla="*/ 90003 h 4944143"/>
              <a:gd name="connsiteX5" fmla="*/ 2980660 w 2980660"/>
              <a:gd name="connsiteY5" fmla="*/ 152400 h 4944143"/>
              <a:gd name="connsiteX6" fmla="*/ 2980660 w 2980660"/>
              <a:gd name="connsiteY6" fmla="*/ 449999 h 4944143"/>
              <a:gd name="connsiteX7" fmla="*/ 2980660 w 2980660"/>
              <a:gd name="connsiteY7" fmla="*/ 4494145 h 4944143"/>
              <a:gd name="connsiteX8" fmla="*/ 2980660 w 2980660"/>
              <a:gd name="connsiteY8" fmla="*/ 4550737 h 4944143"/>
              <a:gd name="connsiteX9" fmla="*/ 2980660 w 2980660"/>
              <a:gd name="connsiteY9" fmla="*/ 4854141 h 4944143"/>
              <a:gd name="connsiteX10" fmla="*/ 2890658 w 2980660"/>
              <a:gd name="connsiteY10" fmla="*/ 4944143 h 4944143"/>
              <a:gd name="connsiteX11" fmla="*/ 2583714 w 2980660"/>
              <a:gd name="connsiteY11" fmla="*/ 4944143 h 4944143"/>
              <a:gd name="connsiteX12" fmla="*/ 2530662 w 2980660"/>
              <a:gd name="connsiteY12" fmla="*/ 4944143 h 4944143"/>
              <a:gd name="connsiteX13" fmla="*/ 457202 w 2980660"/>
              <a:gd name="connsiteY13" fmla="*/ 4944143 h 4944143"/>
              <a:gd name="connsiteX14" fmla="*/ 457202 w 2980660"/>
              <a:gd name="connsiteY14" fmla="*/ 4942689 h 4944143"/>
              <a:gd name="connsiteX15" fmla="*/ 449998 w 2980660"/>
              <a:gd name="connsiteY15" fmla="*/ 4944143 h 4944143"/>
              <a:gd name="connsiteX16" fmla="*/ 90002 w 2980660"/>
              <a:gd name="connsiteY16" fmla="*/ 4944143 h 4944143"/>
              <a:gd name="connsiteX17" fmla="*/ 0 w 2980660"/>
              <a:gd name="connsiteY17" fmla="*/ 4854141 h 4944143"/>
              <a:gd name="connsiteX18" fmla="*/ 0 w 2980660"/>
              <a:gd name="connsiteY18" fmla="*/ 4550737 h 4944143"/>
              <a:gd name="connsiteX19" fmla="*/ 0 w 2980660"/>
              <a:gd name="connsiteY19" fmla="*/ 4494145 h 4944143"/>
              <a:gd name="connsiteX20" fmla="*/ 0 w 2980660"/>
              <a:gd name="connsiteY20" fmla="*/ 450000 h 4944143"/>
              <a:gd name="connsiteX21" fmla="*/ 0 w 2980660"/>
              <a:gd name="connsiteY21" fmla="*/ 152400 h 4944143"/>
              <a:gd name="connsiteX22" fmla="*/ 0 w 2980660"/>
              <a:gd name="connsiteY22" fmla="*/ 90003 h 4944143"/>
              <a:gd name="connsiteX23" fmla="*/ 90002 w 2980660"/>
              <a:gd name="connsiteY23" fmla="*/ 1 h 4944143"/>
              <a:gd name="connsiteX24" fmla="*/ 449998 w 2980660"/>
              <a:gd name="connsiteY24" fmla="*/ 1 h 4944143"/>
              <a:gd name="connsiteX25" fmla="*/ 457202 w 2980660"/>
              <a:gd name="connsiteY25" fmla="*/ 1456 h 494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2980660" h="4944143">
                <a:moveTo>
                  <a:pt x="457202" y="0"/>
                </a:moveTo>
                <a:lnTo>
                  <a:pt x="2583714" y="0"/>
                </a:lnTo>
                <a:lnTo>
                  <a:pt x="2583714" y="1"/>
                </a:lnTo>
                <a:lnTo>
                  <a:pt x="2890658" y="1"/>
                </a:lnTo>
                <a:cubicBezTo>
                  <a:pt x="2940365" y="1"/>
                  <a:pt x="2980660" y="40296"/>
                  <a:pt x="2980660" y="90003"/>
                </a:cubicBezTo>
                <a:lnTo>
                  <a:pt x="2980660" y="152400"/>
                </a:lnTo>
                <a:lnTo>
                  <a:pt x="2980660" y="449999"/>
                </a:lnTo>
                <a:lnTo>
                  <a:pt x="2980660" y="4494145"/>
                </a:lnTo>
                <a:lnTo>
                  <a:pt x="2980660" y="4550737"/>
                </a:lnTo>
                <a:lnTo>
                  <a:pt x="2980660" y="4854141"/>
                </a:lnTo>
                <a:cubicBezTo>
                  <a:pt x="2980660" y="4903848"/>
                  <a:pt x="2940365" y="4944143"/>
                  <a:pt x="2890658" y="4944143"/>
                </a:cubicBezTo>
                <a:lnTo>
                  <a:pt x="2583714" y="4944143"/>
                </a:lnTo>
                <a:lnTo>
                  <a:pt x="2530662" y="4944143"/>
                </a:lnTo>
                <a:lnTo>
                  <a:pt x="457202" y="4944143"/>
                </a:lnTo>
                <a:lnTo>
                  <a:pt x="457202" y="4942689"/>
                </a:lnTo>
                <a:lnTo>
                  <a:pt x="449998" y="4944143"/>
                </a:lnTo>
                <a:lnTo>
                  <a:pt x="90002" y="4944143"/>
                </a:lnTo>
                <a:cubicBezTo>
                  <a:pt x="40295" y="4944143"/>
                  <a:pt x="0" y="4903848"/>
                  <a:pt x="0" y="4854141"/>
                </a:cubicBezTo>
                <a:lnTo>
                  <a:pt x="0" y="4550737"/>
                </a:lnTo>
                <a:lnTo>
                  <a:pt x="0" y="4494145"/>
                </a:lnTo>
                <a:lnTo>
                  <a:pt x="0" y="450000"/>
                </a:lnTo>
                <a:lnTo>
                  <a:pt x="0" y="152400"/>
                </a:lnTo>
                <a:lnTo>
                  <a:pt x="0" y="90003"/>
                </a:lnTo>
                <a:cubicBezTo>
                  <a:pt x="0" y="40296"/>
                  <a:pt x="40295" y="1"/>
                  <a:pt x="90002" y="1"/>
                </a:cubicBezTo>
                <a:lnTo>
                  <a:pt x="449998" y="1"/>
                </a:lnTo>
                <a:lnTo>
                  <a:pt x="457202" y="1456"/>
                </a:lnTo>
                <a:close/>
              </a:path>
            </a:pathLst>
          </a:custGeom>
          <a:solidFill>
            <a:srgbClr val="2525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3200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025E5050-AB6B-4408-9B1D-8946066F117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1510" y="4931634"/>
            <a:ext cx="1398774" cy="990000"/>
          </a:xfrm>
          <a:prstGeom prst="rect">
            <a:avLst/>
          </a:prstGeom>
        </p:spPr>
      </p:pic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2B1CF66-EB13-4B39-9168-417442132CC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D9237C0-DEEB-4509-B282-8B77052DFE10}" type="datetimeFigureOut">
              <a:rPr lang="en-US" smtClean="0"/>
              <a:t>10/29/2024</a:t>
            </a:fld>
            <a:endParaRPr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5D1D253-1169-4317-9577-D3F6AD6B26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AF3D8FA-B978-4E50-A6E2-A36450460F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A4C0CDA-1314-4A01-8806-71ADB853FB47}" type="slidenum">
              <a:rPr lang="en-US" smtClean="0"/>
              <a:t>‹#›</a:t>
            </a:fld>
            <a:endParaRPr lang="en-US"/>
          </a:p>
        </p:txBody>
      </p:sp>
      <p:sp>
        <p:nvSpPr>
          <p:cNvPr id="8" name="자유형: 도형 7">
            <a:extLst>
              <a:ext uri="{FF2B5EF4-FFF2-40B4-BE49-F238E27FC236}">
                <a16:creationId xmlns:a16="http://schemas.microsoft.com/office/drawing/2014/main" id="{BC15B3AD-7E58-460C-8259-A8B714D2C26A}"/>
              </a:ext>
            </a:extLst>
          </p:cNvPr>
          <p:cNvSpPr/>
          <p:nvPr userDrawn="1"/>
        </p:nvSpPr>
        <p:spPr>
          <a:xfrm>
            <a:off x="1658677" y="956928"/>
            <a:ext cx="2980660" cy="4944143"/>
          </a:xfrm>
          <a:custGeom>
            <a:avLst/>
            <a:gdLst>
              <a:gd name="connsiteX0" fmla="*/ 457202 w 2980660"/>
              <a:gd name="connsiteY0" fmla="*/ 0 h 4944143"/>
              <a:gd name="connsiteX1" fmla="*/ 2583714 w 2980660"/>
              <a:gd name="connsiteY1" fmla="*/ 0 h 4944143"/>
              <a:gd name="connsiteX2" fmla="*/ 2583714 w 2980660"/>
              <a:gd name="connsiteY2" fmla="*/ 1 h 4944143"/>
              <a:gd name="connsiteX3" fmla="*/ 2890658 w 2980660"/>
              <a:gd name="connsiteY3" fmla="*/ 1 h 4944143"/>
              <a:gd name="connsiteX4" fmla="*/ 2980660 w 2980660"/>
              <a:gd name="connsiteY4" fmla="*/ 90003 h 4944143"/>
              <a:gd name="connsiteX5" fmla="*/ 2980660 w 2980660"/>
              <a:gd name="connsiteY5" fmla="*/ 152400 h 4944143"/>
              <a:gd name="connsiteX6" fmla="*/ 2980660 w 2980660"/>
              <a:gd name="connsiteY6" fmla="*/ 449999 h 4944143"/>
              <a:gd name="connsiteX7" fmla="*/ 2980660 w 2980660"/>
              <a:gd name="connsiteY7" fmla="*/ 4494145 h 4944143"/>
              <a:gd name="connsiteX8" fmla="*/ 2980660 w 2980660"/>
              <a:gd name="connsiteY8" fmla="*/ 4550737 h 4944143"/>
              <a:gd name="connsiteX9" fmla="*/ 2980660 w 2980660"/>
              <a:gd name="connsiteY9" fmla="*/ 4854141 h 4944143"/>
              <a:gd name="connsiteX10" fmla="*/ 2890658 w 2980660"/>
              <a:gd name="connsiteY10" fmla="*/ 4944143 h 4944143"/>
              <a:gd name="connsiteX11" fmla="*/ 2583714 w 2980660"/>
              <a:gd name="connsiteY11" fmla="*/ 4944143 h 4944143"/>
              <a:gd name="connsiteX12" fmla="*/ 2530662 w 2980660"/>
              <a:gd name="connsiteY12" fmla="*/ 4944143 h 4944143"/>
              <a:gd name="connsiteX13" fmla="*/ 457202 w 2980660"/>
              <a:gd name="connsiteY13" fmla="*/ 4944143 h 4944143"/>
              <a:gd name="connsiteX14" fmla="*/ 457202 w 2980660"/>
              <a:gd name="connsiteY14" fmla="*/ 4942689 h 4944143"/>
              <a:gd name="connsiteX15" fmla="*/ 449998 w 2980660"/>
              <a:gd name="connsiteY15" fmla="*/ 4944143 h 4944143"/>
              <a:gd name="connsiteX16" fmla="*/ 90002 w 2980660"/>
              <a:gd name="connsiteY16" fmla="*/ 4944143 h 4944143"/>
              <a:gd name="connsiteX17" fmla="*/ 0 w 2980660"/>
              <a:gd name="connsiteY17" fmla="*/ 4854141 h 4944143"/>
              <a:gd name="connsiteX18" fmla="*/ 0 w 2980660"/>
              <a:gd name="connsiteY18" fmla="*/ 4550737 h 4944143"/>
              <a:gd name="connsiteX19" fmla="*/ 0 w 2980660"/>
              <a:gd name="connsiteY19" fmla="*/ 4494145 h 4944143"/>
              <a:gd name="connsiteX20" fmla="*/ 0 w 2980660"/>
              <a:gd name="connsiteY20" fmla="*/ 450000 h 4944143"/>
              <a:gd name="connsiteX21" fmla="*/ 0 w 2980660"/>
              <a:gd name="connsiteY21" fmla="*/ 152400 h 4944143"/>
              <a:gd name="connsiteX22" fmla="*/ 0 w 2980660"/>
              <a:gd name="connsiteY22" fmla="*/ 90003 h 4944143"/>
              <a:gd name="connsiteX23" fmla="*/ 90002 w 2980660"/>
              <a:gd name="connsiteY23" fmla="*/ 1 h 4944143"/>
              <a:gd name="connsiteX24" fmla="*/ 449998 w 2980660"/>
              <a:gd name="connsiteY24" fmla="*/ 1 h 4944143"/>
              <a:gd name="connsiteX25" fmla="*/ 457202 w 2980660"/>
              <a:gd name="connsiteY25" fmla="*/ 1456 h 494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2980660" h="4944143">
                <a:moveTo>
                  <a:pt x="457202" y="0"/>
                </a:moveTo>
                <a:lnTo>
                  <a:pt x="2583714" y="0"/>
                </a:lnTo>
                <a:lnTo>
                  <a:pt x="2583714" y="1"/>
                </a:lnTo>
                <a:lnTo>
                  <a:pt x="2890658" y="1"/>
                </a:lnTo>
                <a:cubicBezTo>
                  <a:pt x="2940365" y="1"/>
                  <a:pt x="2980660" y="40296"/>
                  <a:pt x="2980660" y="90003"/>
                </a:cubicBezTo>
                <a:lnTo>
                  <a:pt x="2980660" y="152400"/>
                </a:lnTo>
                <a:lnTo>
                  <a:pt x="2980660" y="449999"/>
                </a:lnTo>
                <a:lnTo>
                  <a:pt x="2980660" y="4494145"/>
                </a:lnTo>
                <a:lnTo>
                  <a:pt x="2980660" y="4550737"/>
                </a:lnTo>
                <a:lnTo>
                  <a:pt x="2980660" y="4854141"/>
                </a:lnTo>
                <a:cubicBezTo>
                  <a:pt x="2980660" y="4903848"/>
                  <a:pt x="2940365" y="4944143"/>
                  <a:pt x="2890658" y="4944143"/>
                </a:cubicBezTo>
                <a:lnTo>
                  <a:pt x="2583714" y="4944143"/>
                </a:lnTo>
                <a:lnTo>
                  <a:pt x="2530662" y="4944143"/>
                </a:lnTo>
                <a:lnTo>
                  <a:pt x="457202" y="4944143"/>
                </a:lnTo>
                <a:lnTo>
                  <a:pt x="457202" y="4942689"/>
                </a:lnTo>
                <a:lnTo>
                  <a:pt x="449998" y="4944143"/>
                </a:lnTo>
                <a:lnTo>
                  <a:pt x="90002" y="4944143"/>
                </a:lnTo>
                <a:cubicBezTo>
                  <a:pt x="40295" y="4944143"/>
                  <a:pt x="0" y="4903848"/>
                  <a:pt x="0" y="4854141"/>
                </a:cubicBezTo>
                <a:lnTo>
                  <a:pt x="0" y="4550737"/>
                </a:lnTo>
                <a:lnTo>
                  <a:pt x="0" y="4494145"/>
                </a:lnTo>
                <a:lnTo>
                  <a:pt x="0" y="450000"/>
                </a:lnTo>
                <a:lnTo>
                  <a:pt x="0" y="152400"/>
                </a:lnTo>
                <a:lnTo>
                  <a:pt x="0" y="90003"/>
                </a:lnTo>
                <a:cubicBezTo>
                  <a:pt x="0" y="40296"/>
                  <a:pt x="40295" y="1"/>
                  <a:pt x="90002" y="1"/>
                </a:cubicBezTo>
                <a:lnTo>
                  <a:pt x="449998" y="1"/>
                </a:lnTo>
                <a:lnTo>
                  <a:pt x="457202" y="1456"/>
                </a:lnTo>
                <a:close/>
              </a:path>
            </a:pathLst>
          </a:custGeom>
          <a:solidFill>
            <a:srgbClr val="2525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자유형: 도형 8">
            <a:extLst>
              <a:ext uri="{FF2B5EF4-FFF2-40B4-BE49-F238E27FC236}">
                <a16:creationId xmlns:a16="http://schemas.microsoft.com/office/drawing/2014/main" id="{0ABA8A13-3519-4A62-A4C6-97F56E2F9B06}"/>
              </a:ext>
            </a:extLst>
          </p:cNvPr>
          <p:cNvSpPr/>
          <p:nvPr userDrawn="1"/>
        </p:nvSpPr>
        <p:spPr>
          <a:xfrm>
            <a:off x="8009859" y="956927"/>
            <a:ext cx="3792279" cy="4944143"/>
          </a:xfrm>
          <a:custGeom>
            <a:avLst/>
            <a:gdLst>
              <a:gd name="connsiteX0" fmla="*/ 457202 w 3792279"/>
              <a:gd name="connsiteY0" fmla="*/ 0 h 4944143"/>
              <a:gd name="connsiteX1" fmla="*/ 1268821 w 3792279"/>
              <a:gd name="connsiteY1" fmla="*/ 0 h 4944143"/>
              <a:gd name="connsiteX2" fmla="*/ 2583714 w 3792279"/>
              <a:gd name="connsiteY2" fmla="*/ 0 h 4944143"/>
              <a:gd name="connsiteX3" fmla="*/ 3395333 w 3792279"/>
              <a:gd name="connsiteY3" fmla="*/ 0 h 4944143"/>
              <a:gd name="connsiteX4" fmla="*/ 3395333 w 3792279"/>
              <a:gd name="connsiteY4" fmla="*/ 1 h 4944143"/>
              <a:gd name="connsiteX5" fmla="*/ 3702277 w 3792279"/>
              <a:gd name="connsiteY5" fmla="*/ 1 h 4944143"/>
              <a:gd name="connsiteX6" fmla="*/ 3792279 w 3792279"/>
              <a:gd name="connsiteY6" fmla="*/ 90003 h 4944143"/>
              <a:gd name="connsiteX7" fmla="*/ 3792279 w 3792279"/>
              <a:gd name="connsiteY7" fmla="*/ 152400 h 4944143"/>
              <a:gd name="connsiteX8" fmla="*/ 3792279 w 3792279"/>
              <a:gd name="connsiteY8" fmla="*/ 449999 h 4944143"/>
              <a:gd name="connsiteX9" fmla="*/ 3792279 w 3792279"/>
              <a:gd name="connsiteY9" fmla="*/ 4494145 h 4944143"/>
              <a:gd name="connsiteX10" fmla="*/ 3792279 w 3792279"/>
              <a:gd name="connsiteY10" fmla="*/ 4550737 h 4944143"/>
              <a:gd name="connsiteX11" fmla="*/ 3792279 w 3792279"/>
              <a:gd name="connsiteY11" fmla="*/ 4854141 h 4944143"/>
              <a:gd name="connsiteX12" fmla="*/ 3702277 w 3792279"/>
              <a:gd name="connsiteY12" fmla="*/ 4944143 h 4944143"/>
              <a:gd name="connsiteX13" fmla="*/ 3395333 w 3792279"/>
              <a:gd name="connsiteY13" fmla="*/ 4944143 h 4944143"/>
              <a:gd name="connsiteX14" fmla="*/ 3342281 w 3792279"/>
              <a:gd name="connsiteY14" fmla="*/ 4944143 h 4944143"/>
              <a:gd name="connsiteX15" fmla="*/ 2890658 w 3792279"/>
              <a:gd name="connsiteY15" fmla="*/ 4944143 h 4944143"/>
              <a:gd name="connsiteX16" fmla="*/ 2583714 w 3792279"/>
              <a:gd name="connsiteY16" fmla="*/ 4944143 h 4944143"/>
              <a:gd name="connsiteX17" fmla="*/ 2530662 w 3792279"/>
              <a:gd name="connsiteY17" fmla="*/ 4944143 h 4944143"/>
              <a:gd name="connsiteX18" fmla="*/ 1268821 w 3792279"/>
              <a:gd name="connsiteY18" fmla="*/ 4944143 h 4944143"/>
              <a:gd name="connsiteX19" fmla="*/ 1261617 w 3792279"/>
              <a:gd name="connsiteY19" fmla="*/ 4944143 h 4944143"/>
              <a:gd name="connsiteX20" fmla="*/ 901621 w 3792279"/>
              <a:gd name="connsiteY20" fmla="*/ 4944143 h 4944143"/>
              <a:gd name="connsiteX21" fmla="*/ 457202 w 3792279"/>
              <a:gd name="connsiteY21" fmla="*/ 4944143 h 4944143"/>
              <a:gd name="connsiteX22" fmla="*/ 457202 w 3792279"/>
              <a:gd name="connsiteY22" fmla="*/ 4942689 h 4944143"/>
              <a:gd name="connsiteX23" fmla="*/ 449998 w 3792279"/>
              <a:gd name="connsiteY23" fmla="*/ 4944143 h 4944143"/>
              <a:gd name="connsiteX24" fmla="*/ 90002 w 3792279"/>
              <a:gd name="connsiteY24" fmla="*/ 4944143 h 4944143"/>
              <a:gd name="connsiteX25" fmla="*/ 0 w 3792279"/>
              <a:gd name="connsiteY25" fmla="*/ 4854141 h 4944143"/>
              <a:gd name="connsiteX26" fmla="*/ 0 w 3792279"/>
              <a:gd name="connsiteY26" fmla="*/ 4550737 h 4944143"/>
              <a:gd name="connsiteX27" fmla="*/ 0 w 3792279"/>
              <a:gd name="connsiteY27" fmla="*/ 4494145 h 4944143"/>
              <a:gd name="connsiteX28" fmla="*/ 0 w 3792279"/>
              <a:gd name="connsiteY28" fmla="*/ 450000 h 4944143"/>
              <a:gd name="connsiteX29" fmla="*/ 0 w 3792279"/>
              <a:gd name="connsiteY29" fmla="*/ 152400 h 4944143"/>
              <a:gd name="connsiteX30" fmla="*/ 0 w 3792279"/>
              <a:gd name="connsiteY30" fmla="*/ 90003 h 4944143"/>
              <a:gd name="connsiteX31" fmla="*/ 90002 w 3792279"/>
              <a:gd name="connsiteY31" fmla="*/ 1 h 4944143"/>
              <a:gd name="connsiteX32" fmla="*/ 449998 w 3792279"/>
              <a:gd name="connsiteY32" fmla="*/ 1 h 4944143"/>
              <a:gd name="connsiteX33" fmla="*/ 457202 w 3792279"/>
              <a:gd name="connsiteY33" fmla="*/ 1456 h 494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3792279" h="4944143">
                <a:moveTo>
                  <a:pt x="457202" y="0"/>
                </a:moveTo>
                <a:lnTo>
                  <a:pt x="1268821" y="0"/>
                </a:lnTo>
                <a:lnTo>
                  <a:pt x="2583714" y="0"/>
                </a:lnTo>
                <a:lnTo>
                  <a:pt x="3395333" y="0"/>
                </a:lnTo>
                <a:lnTo>
                  <a:pt x="3395333" y="1"/>
                </a:lnTo>
                <a:lnTo>
                  <a:pt x="3702277" y="1"/>
                </a:lnTo>
                <a:cubicBezTo>
                  <a:pt x="3751984" y="1"/>
                  <a:pt x="3792279" y="40296"/>
                  <a:pt x="3792279" y="90003"/>
                </a:cubicBezTo>
                <a:lnTo>
                  <a:pt x="3792279" y="152400"/>
                </a:lnTo>
                <a:lnTo>
                  <a:pt x="3792279" y="449999"/>
                </a:lnTo>
                <a:lnTo>
                  <a:pt x="3792279" y="4494145"/>
                </a:lnTo>
                <a:lnTo>
                  <a:pt x="3792279" y="4550737"/>
                </a:lnTo>
                <a:lnTo>
                  <a:pt x="3792279" y="4854141"/>
                </a:lnTo>
                <a:cubicBezTo>
                  <a:pt x="3792279" y="4903848"/>
                  <a:pt x="3751984" y="4944143"/>
                  <a:pt x="3702277" y="4944143"/>
                </a:cubicBezTo>
                <a:lnTo>
                  <a:pt x="3395333" y="4944143"/>
                </a:lnTo>
                <a:lnTo>
                  <a:pt x="3342281" y="4944143"/>
                </a:lnTo>
                <a:lnTo>
                  <a:pt x="2890658" y="4944143"/>
                </a:lnTo>
                <a:lnTo>
                  <a:pt x="2583714" y="4944143"/>
                </a:lnTo>
                <a:lnTo>
                  <a:pt x="2530662" y="4944143"/>
                </a:lnTo>
                <a:lnTo>
                  <a:pt x="1268821" y="4944143"/>
                </a:lnTo>
                <a:lnTo>
                  <a:pt x="1261617" y="4944143"/>
                </a:lnTo>
                <a:lnTo>
                  <a:pt x="901621" y="4944143"/>
                </a:lnTo>
                <a:lnTo>
                  <a:pt x="457202" y="4944143"/>
                </a:lnTo>
                <a:lnTo>
                  <a:pt x="457202" y="4942689"/>
                </a:lnTo>
                <a:lnTo>
                  <a:pt x="449998" y="4944143"/>
                </a:lnTo>
                <a:lnTo>
                  <a:pt x="90002" y="4944143"/>
                </a:lnTo>
                <a:cubicBezTo>
                  <a:pt x="40295" y="4944143"/>
                  <a:pt x="0" y="4903848"/>
                  <a:pt x="0" y="4854141"/>
                </a:cubicBezTo>
                <a:lnTo>
                  <a:pt x="0" y="4550737"/>
                </a:lnTo>
                <a:lnTo>
                  <a:pt x="0" y="4494145"/>
                </a:lnTo>
                <a:lnTo>
                  <a:pt x="0" y="450000"/>
                </a:lnTo>
                <a:lnTo>
                  <a:pt x="0" y="152400"/>
                </a:lnTo>
                <a:lnTo>
                  <a:pt x="0" y="90003"/>
                </a:lnTo>
                <a:cubicBezTo>
                  <a:pt x="0" y="40296"/>
                  <a:pt x="40295" y="1"/>
                  <a:pt x="90002" y="1"/>
                </a:cubicBezTo>
                <a:lnTo>
                  <a:pt x="449998" y="1"/>
                </a:lnTo>
                <a:lnTo>
                  <a:pt x="457202" y="1456"/>
                </a:lnTo>
                <a:close/>
              </a:path>
            </a:pathLst>
          </a:custGeom>
          <a:solidFill>
            <a:srgbClr val="2525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자유형: 도형 9">
            <a:extLst>
              <a:ext uri="{FF2B5EF4-FFF2-40B4-BE49-F238E27FC236}">
                <a16:creationId xmlns:a16="http://schemas.microsoft.com/office/drawing/2014/main" id="{9A6270D8-3330-4071-9E16-4AB992527F24}"/>
              </a:ext>
            </a:extLst>
          </p:cNvPr>
          <p:cNvSpPr/>
          <p:nvPr userDrawn="1"/>
        </p:nvSpPr>
        <p:spPr>
          <a:xfrm>
            <a:off x="4827810" y="956928"/>
            <a:ext cx="2980660" cy="4944143"/>
          </a:xfrm>
          <a:custGeom>
            <a:avLst/>
            <a:gdLst>
              <a:gd name="connsiteX0" fmla="*/ 457202 w 2980660"/>
              <a:gd name="connsiteY0" fmla="*/ 0 h 4944143"/>
              <a:gd name="connsiteX1" fmla="*/ 2583714 w 2980660"/>
              <a:gd name="connsiteY1" fmla="*/ 0 h 4944143"/>
              <a:gd name="connsiteX2" fmla="*/ 2583714 w 2980660"/>
              <a:gd name="connsiteY2" fmla="*/ 1 h 4944143"/>
              <a:gd name="connsiteX3" fmla="*/ 2890658 w 2980660"/>
              <a:gd name="connsiteY3" fmla="*/ 1 h 4944143"/>
              <a:gd name="connsiteX4" fmla="*/ 2980660 w 2980660"/>
              <a:gd name="connsiteY4" fmla="*/ 90003 h 4944143"/>
              <a:gd name="connsiteX5" fmla="*/ 2980660 w 2980660"/>
              <a:gd name="connsiteY5" fmla="*/ 152400 h 4944143"/>
              <a:gd name="connsiteX6" fmla="*/ 2980660 w 2980660"/>
              <a:gd name="connsiteY6" fmla="*/ 449999 h 4944143"/>
              <a:gd name="connsiteX7" fmla="*/ 2980660 w 2980660"/>
              <a:gd name="connsiteY7" fmla="*/ 4494145 h 4944143"/>
              <a:gd name="connsiteX8" fmla="*/ 2980660 w 2980660"/>
              <a:gd name="connsiteY8" fmla="*/ 4550737 h 4944143"/>
              <a:gd name="connsiteX9" fmla="*/ 2980660 w 2980660"/>
              <a:gd name="connsiteY9" fmla="*/ 4854141 h 4944143"/>
              <a:gd name="connsiteX10" fmla="*/ 2890658 w 2980660"/>
              <a:gd name="connsiteY10" fmla="*/ 4944143 h 4944143"/>
              <a:gd name="connsiteX11" fmla="*/ 2583714 w 2980660"/>
              <a:gd name="connsiteY11" fmla="*/ 4944143 h 4944143"/>
              <a:gd name="connsiteX12" fmla="*/ 2530662 w 2980660"/>
              <a:gd name="connsiteY12" fmla="*/ 4944143 h 4944143"/>
              <a:gd name="connsiteX13" fmla="*/ 457202 w 2980660"/>
              <a:gd name="connsiteY13" fmla="*/ 4944143 h 4944143"/>
              <a:gd name="connsiteX14" fmla="*/ 457202 w 2980660"/>
              <a:gd name="connsiteY14" fmla="*/ 4942689 h 4944143"/>
              <a:gd name="connsiteX15" fmla="*/ 449998 w 2980660"/>
              <a:gd name="connsiteY15" fmla="*/ 4944143 h 4944143"/>
              <a:gd name="connsiteX16" fmla="*/ 90002 w 2980660"/>
              <a:gd name="connsiteY16" fmla="*/ 4944143 h 4944143"/>
              <a:gd name="connsiteX17" fmla="*/ 0 w 2980660"/>
              <a:gd name="connsiteY17" fmla="*/ 4854141 h 4944143"/>
              <a:gd name="connsiteX18" fmla="*/ 0 w 2980660"/>
              <a:gd name="connsiteY18" fmla="*/ 4550737 h 4944143"/>
              <a:gd name="connsiteX19" fmla="*/ 0 w 2980660"/>
              <a:gd name="connsiteY19" fmla="*/ 4494145 h 4944143"/>
              <a:gd name="connsiteX20" fmla="*/ 0 w 2980660"/>
              <a:gd name="connsiteY20" fmla="*/ 450000 h 4944143"/>
              <a:gd name="connsiteX21" fmla="*/ 0 w 2980660"/>
              <a:gd name="connsiteY21" fmla="*/ 152400 h 4944143"/>
              <a:gd name="connsiteX22" fmla="*/ 0 w 2980660"/>
              <a:gd name="connsiteY22" fmla="*/ 90003 h 4944143"/>
              <a:gd name="connsiteX23" fmla="*/ 90002 w 2980660"/>
              <a:gd name="connsiteY23" fmla="*/ 1 h 4944143"/>
              <a:gd name="connsiteX24" fmla="*/ 449998 w 2980660"/>
              <a:gd name="connsiteY24" fmla="*/ 1 h 4944143"/>
              <a:gd name="connsiteX25" fmla="*/ 457202 w 2980660"/>
              <a:gd name="connsiteY25" fmla="*/ 1456 h 494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2980660" h="4944143">
                <a:moveTo>
                  <a:pt x="457202" y="0"/>
                </a:moveTo>
                <a:lnTo>
                  <a:pt x="2583714" y="0"/>
                </a:lnTo>
                <a:lnTo>
                  <a:pt x="2583714" y="1"/>
                </a:lnTo>
                <a:lnTo>
                  <a:pt x="2890658" y="1"/>
                </a:lnTo>
                <a:cubicBezTo>
                  <a:pt x="2940365" y="1"/>
                  <a:pt x="2980660" y="40296"/>
                  <a:pt x="2980660" y="90003"/>
                </a:cubicBezTo>
                <a:lnTo>
                  <a:pt x="2980660" y="152400"/>
                </a:lnTo>
                <a:lnTo>
                  <a:pt x="2980660" y="449999"/>
                </a:lnTo>
                <a:lnTo>
                  <a:pt x="2980660" y="4494145"/>
                </a:lnTo>
                <a:lnTo>
                  <a:pt x="2980660" y="4550737"/>
                </a:lnTo>
                <a:lnTo>
                  <a:pt x="2980660" y="4854141"/>
                </a:lnTo>
                <a:cubicBezTo>
                  <a:pt x="2980660" y="4903848"/>
                  <a:pt x="2940365" y="4944143"/>
                  <a:pt x="2890658" y="4944143"/>
                </a:cubicBezTo>
                <a:lnTo>
                  <a:pt x="2583714" y="4944143"/>
                </a:lnTo>
                <a:lnTo>
                  <a:pt x="2530662" y="4944143"/>
                </a:lnTo>
                <a:lnTo>
                  <a:pt x="457202" y="4944143"/>
                </a:lnTo>
                <a:lnTo>
                  <a:pt x="457202" y="4942689"/>
                </a:lnTo>
                <a:lnTo>
                  <a:pt x="449998" y="4944143"/>
                </a:lnTo>
                <a:lnTo>
                  <a:pt x="90002" y="4944143"/>
                </a:lnTo>
                <a:cubicBezTo>
                  <a:pt x="40295" y="4944143"/>
                  <a:pt x="0" y="4903848"/>
                  <a:pt x="0" y="4854141"/>
                </a:cubicBezTo>
                <a:lnTo>
                  <a:pt x="0" y="4550737"/>
                </a:lnTo>
                <a:lnTo>
                  <a:pt x="0" y="4494145"/>
                </a:lnTo>
                <a:lnTo>
                  <a:pt x="0" y="450000"/>
                </a:lnTo>
                <a:lnTo>
                  <a:pt x="0" y="152400"/>
                </a:lnTo>
                <a:lnTo>
                  <a:pt x="0" y="90003"/>
                </a:lnTo>
                <a:cubicBezTo>
                  <a:pt x="0" y="40296"/>
                  <a:pt x="40295" y="1"/>
                  <a:pt x="90002" y="1"/>
                </a:cubicBezTo>
                <a:lnTo>
                  <a:pt x="449998" y="1"/>
                </a:lnTo>
                <a:lnTo>
                  <a:pt x="457202" y="1456"/>
                </a:lnTo>
                <a:close/>
              </a:path>
            </a:pathLst>
          </a:custGeom>
          <a:solidFill>
            <a:srgbClr val="2525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00004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DB4CC8E3-4BE5-4206-B51D-9FEBE06604E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1510" y="4931634"/>
            <a:ext cx="1417935" cy="990000"/>
          </a:xfrm>
          <a:prstGeom prst="rect">
            <a:avLst/>
          </a:prstGeom>
        </p:spPr>
      </p:pic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2B1CF66-EB13-4B39-9168-417442132CC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D9237C0-DEEB-4509-B282-8B77052DFE10}" type="datetimeFigureOut">
              <a:rPr lang="en-US" smtClean="0"/>
              <a:t>10/29/2024</a:t>
            </a:fld>
            <a:endParaRPr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5D1D253-1169-4317-9577-D3F6AD6B26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AF3D8FA-B978-4E50-A6E2-A36450460F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A4C0CDA-1314-4A01-8806-71ADB853FB47}" type="slidenum">
              <a:rPr lang="en-US" smtClean="0"/>
              <a:t>‹#›</a:t>
            </a:fld>
            <a:endParaRPr lang="en-US"/>
          </a:p>
        </p:txBody>
      </p:sp>
      <p:sp>
        <p:nvSpPr>
          <p:cNvPr id="8" name="자유형: 도형 7">
            <a:extLst>
              <a:ext uri="{FF2B5EF4-FFF2-40B4-BE49-F238E27FC236}">
                <a16:creationId xmlns:a16="http://schemas.microsoft.com/office/drawing/2014/main" id="{593E73C0-B08C-4BD5-AB3D-37D8AFC89986}"/>
              </a:ext>
            </a:extLst>
          </p:cNvPr>
          <p:cNvSpPr/>
          <p:nvPr userDrawn="1"/>
        </p:nvSpPr>
        <p:spPr>
          <a:xfrm>
            <a:off x="1658677" y="956926"/>
            <a:ext cx="4075168" cy="4944144"/>
          </a:xfrm>
          <a:custGeom>
            <a:avLst/>
            <a:gdLst>
              <a:gd name="connsiteX0" fmla="*/ 1551710 w 4075168"/>
              <a:gd name="connsiteY0" fmla="*/ 0 h 4944144"/>
              <a:gd name="connsiteX1" fmla="*/ 3678222 w 4075168"/>
              <a:gd name="connsiteY1" fmla="*/ 0 h 4944144"/>
              <a:gd name="connsiteX2" fmla="*/ 3678222 w 4075168"/>
              <a:gd name="connsiteY2" fmla="*/ 1 h 4944144"/>
              <a:gd name="connsiteX3" fmla="*/ 3985166 w 4075168"/>
              <a:gd name="connsiteY3" fmla="*/ 1 h 4944144"/>
              <a:gd name="connsiteX4" fmla="*/ 4075168 w 4075168"/>
              <a:gd name="connsiteY4" fmla="*/ 90003 h 4944144"/>
              <a:gd name="connsiteX5" fmla="*/ 4075168 w 4075168"/>
              <a:gd name="connsiteY5" fmla="*/ 152400 h 4944144"/>
              <a:gd name="connsiteX6" fmla="*/ 4075168 w 4075168"/>
              <a:gd name="connsiteY6" fmla="*/ 449999 h 4944144"/>
              <a:gd name="connsiteX7" fmla="*/ 4075168 w 4075168"/>
              <a:gd name="connsiteY7" fmla="*/ 4494145 h 4944144"/>
              <a:gd name="connsiteX8" fmla="*/ 4075168 w 4075168"/>
              <a:gd name="connsiteY8" fmla="*/ 4550737 h 4944144"/>
              <a:gd name="connsiteX9" fmla="*/ 4075168 w 4075168"/>
              <a:gd name="connsiteY9" fmla="*/ 4854141 h 4944144"/>
              <a:gd name="connsiteX10" fmla="*/ 3985166 w 4075168"/>
              <a:gd name="connsiteY10" fmla="*/ 4944143 h 4944144"/>
              <a:gd name="connsiteX11" fmla="*/ 3678222 w 4075168"/>
              <a:gd name="connsiteY11" fmla="*/ 4944143 h 4944144"/>
              <a:gd name="connsiteX12" fmla="*/ 3625170 w 4075168"/>
              <a:gd name="connsiteY12" fmla="*/ 4944143 h 4944144"/>
              <a:gd name="connsiteX13" fmla="*/ 2890663 w 4075168"/>
              <a:gd name="connsiteY13" fmla="*/ 4944143 h 4944144"/>
              <a:gd name="connsiteX14" fmla="*/ 2890658 w 4075168"/>
              <a:gd name="connsiteY14" fmla="*/ 4944144 h 4944144"/>
              <a:gd name="connsiteX15" fmla="*/ 2583714 w 4075168"/>
              <a:gd name="connsiteY15" fmla="*/ 4944144 h 4944144"/>
              <a:gd name="connsiteX16" fmla="*/ 2530662 w 4075168"/>
              <a:gd name="connsiteY16" fmla="*/ 4944144 h 4944144"/>
              <a:gd name="connsiteX17" fmla="*/ 457202 w 4075168"/>
              <a:gd name="connsiteY17" fmla="*/ 4944144 h 4944144"/>
              <a:gd name="connsiteX18" fmla="*/ 457202 w 4075168"/>
              <a:gd name="connsiteY18" fmla="*/ 4942690 h 4944144"/>
              <a:gd name="connsiteX19" fmla="*/ 449998 w 4075168"/>
              <a:gd name="connsiteY19" fmla="*/ 4944144 h 4944144"/>
              <a:gd name="connsiteX20" fmla="*/ 90002 w 4075168"/>
              <a:gd name="connsiteY20" fmla="*/ 4944144 h 4944144"/>
              <a:gd name="connsiteX21" fmla="*/ 0 w 4075168"/>
              <a:gd name="connsiteY21" fmla="*/ 4854142 h 4944144"/>
              <a:gd name="connsiteX22" fmla="*/ 0 w 4075168"/>
              <a:gd name="connsiteY22" fmla="*/ 4550738 h 4944144"/>
              <a:gd name="connsiteX23" fmla="*/ 0 w 4075168"/>
              <a:gd name="connsiteY23" fmla="*/ 4494146 h 4944144"/>
              <a:gd name="connsiteX24" fmla="*/ 0 w 4075168"/>
              <a:gd name="connsiteY24" fmla="*/ 450001 h 4944144"/>
              <a:gd name="connsiteX25" fmla="*/ 0 w 4075168"/>
              <a:gd name="connsiteY25" fmla="*/ 152401 h 4944144"/>
              <a:gd name="connsiteX26" fmla="*/ 0 w 4075168"/>
              <a:gd name="connsiteY26" fmla="*/ 90004 h 4944144"/>
              <a:gd name="connsiteX27" fmla="*/ 90002 w 4075168"/>
              <a:gd name="connsiteY27" fmla="*/ 2 h 4944144"/>
              <a:gd name="connsiteX28" fmla="*/ 449998 w 4075168"/>
              <a:gd name="connsiteY28" fmla="*/ 2 h 4944144"/>
              <a:gd name="connsiteX29" fmla="*/ 457202 w 4075168"/>
              <a:gd name="connsiteY29" fmla="*/ 1457 h 4944144"/>
              <a:gd name="connsiteX30" fmla="*/ 457202 w 4075168"/>
              <a:gd name="connsiteY30" fmla="*/ 1 h 4944144"/>
              <a:gd name="connsiteX31" fmla="*/ 1184510 w 4075168"/>
              <a:gd name="connsiteY31" fmla="*/ 1 h 4944144"/>
              <a:gd name="connsiteX32" fmla="*/ 1544506 w 4075168"/>
              <a:gd name="connsiteY32" fmla="*/ 1 h 4944144"/>
              <a:gd name="connsiteX33" fmla="*/ 1551710 w 4075168"/>
              <a:gd name="connsiteY33" fmla="*/ 1 h 49441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4075168" h="4944144">
                <a:moveTo>
                  <a:pt x="1551710" y="0"/>
                </a:moveTo>
                <a:lnTo>
                  <a:pt x="3678222" y="0"/>
                </a:lnTo>
                <a:lnTo>
                  <a:pt x="3678222" y="1"/>
                </a:lnTo>
                <a:lnTo>
                  <a:pt x="3985166" y="1"/>
                </a:lnTo>
                <a:cubicBezTo>
                  <a:pt x="4034873" y="1"/>
                  <a:pt x="4075168" y="40296"/>
                  <a:pt x="4075168" y="90003"/>
                </a:cubicBezTo>
                <a:lnTo>
                  <a:pt x="4075168" y="152400"/>
                </a:lnTo>
                <a:lnTo>
                  <a:pt x="4075168" y="449999"/>
                </a:lnTo>
                <a:lnTo>
                  <a:pt x="4075168" y="4494145"/>
                </a:lnTo>
                <a:lnTo>
                  <a:pt x="4075168" y="4550737"/>
                </a:lnTo>
                <a:lnTo>
                  <a:pt x="4075168" y="4854141"/>
                </a:lnTo>
                <a:cubicBezTo>
                  <a:pt x="4075168" y="4903848"/>
                  <a:pt x="4034873" y="4944143"/>
                  <a:pt x="3985166" y="4944143"/>
                </a:cubicBezTo>
                <a:lnTo>
                  <a:pt x="3678222" y="4944143"/>
                </a:lnTo>
                <a:lnTo>
                  <a:pt x="3625170" y="4944143"/>
                </a:lnTo>
                <a:lnTo>
                  <a:pt x="2890663" y="4944143"/>
                </a:lnTo>
                <a:lnTo>
                  <a:pt x="2890658" y="4944144"/>
                </a:lnTo>
                <a:lnTo>
                  <a:pt x="2583714" y="4944144"/>
                </a:lnTo>
                <a:lnTo>
                  <a:pt x="2530662" y="4944144"/>
                </a:lnTo>
                <a:lnTo>
                  <a:pt x="457202" y="4944144"/>
                </a:lnTo>
                <a:lnTo>
                  <a:pt x="457202" y="4942690"/>
                </a:lnTo>
                <a:lnTo>
                  <a:pt x="449998" y="4944144"/>
                </a:lnTo>
                <a:lnTo>
                  <a:pt x="90002" y="4944144"/>
                </a:lnTo>
                <a:cubicBezTo>
                  <a:pt x="40295" y="4944144"/>
                  <a:pt x="0" y="4903849"/>
                  <a:pt x="0" y="4854142"/>
                </a:cubicBezTo>
                <a:lnTo>
                  <a:pt x="0" y="4550738"/>
                </a:lnTo>
                <a:lnTo>
                  <a:pt x="0" y="4494146"/>
                </a:lnTo>
                <a:lnTo>
                  <a:pt x="0" y="450001"/>
                </a:lnTo>
                <a:lnTo>
                  <a:pt x="0" y="152401"/>
                </a:lnTo>
                <a:lnTo>
                  <a:pt x="0" y="90004"/>
                </a:lnTo>
                <a:cubicBezTo>
                  <a:pt x="0" y="40297"/>
                  <a:pt x="40295" y="2"/>
                  <a:pt x="90002" y="2"/>
                </a:cubicBezTo>
                <a:lnTo>
                  <a:pt x="449998" y="2"/>
                </a:lnTo>
                <a:lnTo>
                  <a:pt x="457202" y="1457"/>
                </a:lnTo>
                <a:lnTo>
                  <a:pt x="457202" y="1"/>
                </a:lnTo>
                <a:lnTo>
                  <a:pt x="1184510" y="1"/>
                </a:lnTo>
                <a:lnTo>
                  <a:pt x="1544506" y="1"/>
                </a:lnTo>
                <a:lnTo>
                  <a:pt x="1551710" y="1"/>
                </a:lnTo>
                <a:close/>
              </a:path>
            </a:pathLst>
          </a:custGeom>
          <a:solidFill>
            <a:srgbClr val="2525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" name="자유형: 도형 8">
            <a:extLst>
              <a:ext uri="{FF2B5EF4-FFF2-40B4-BE49-F238E27FC236}">
                <a16:creationId xmlns:a16="http://schemas.microsoft.com/office/drawing/2014/main" id="{F3BAEF93-3EA1-4B31-8C51-CBC8BD8DB192}"/>
              </a:ext>
            </a:extLst>
          </p:cNvPr>
          <p:cNvSpPr/>
          <p:nvPr userDrawn="1"/>
        </p:nvSpPr>
        <p:spPr>
          <a:xfrm>
            <a:off x="5939135" y="956926"/>
            <a:ext cx="5867023" cy="4944144"/>
          </a:xfrm>
          <a:custGeom>
            <a:avLst/>
            <a:gdLst>
              <a:gd name="connsiteX0" fmla="*/ 3343565 w 5867023"/>
              <a:gd name="connsiteY0" fmla="*/ 0 h 4944144"/>
              <a:gd name="connsiteX1" fmla="*/ 5470077 w 5867023"/>
              <a:gd name="connsiteY1" fmla="*/ 0 h 4944144"/>
              <a:gd name="connsiteX2" fmla="*/ 5470077 w 5867023"/>
              <a:gd name="connsiteY2" fmla="*/ 1 h 4944144"/>
              <a:gd name="connsiteX3" fmla="*/ 5777021 w 5867023"/>
              <a:gd name="connsiteY3" fmla="*/ 1 h 4944144"/>
              <a:gd name="connsiteX4" fmla="*/ 5867023 w 5867023"/>
              <a:gd name="connsiteY4" fmla="*/ 90003 h 4944144"/>
              <a:gd name="connsiteX5" fmla="*/ 5867023 w 5867023"/>
              <a:gd name="connsiteY5" fmla="*/ 152400 h 4944144"/>
              <a:gd name="connsiteX6" fmla="*/ 5867023 w 5867023"/>
              <a:gd name="connsiteY6" fmla="*/ 449999 h 4944144"/>
              <a:gd name="connsiteX7" fmla="*/ 5867023 w 5867023"/>
              <a:gd name="connsiteY7" fmla="*/ 4494145 h 4944144"/>
              <a:gd name="connsiteX8" fmla="*/ 5867023 w 5867023"/>
              <a:gd name="connsiteY8" fmla="*/ 4550737 h 4944144"/>
              <a:gd name="connsiteX9" fmla="*/ 5867023 w 5867023"/>
              <a:gd name="connsiteY9" fmla="*/ 4854141 h 4944144"/>
              <a:gd name="connsiteX10" fmla="*/ 5777021 w 5867023"/>
              <a:gd name="connsiteY10" fmla="*/ 4944143 h 4944144"/>
              <a:gd name="connsiteX11" fmla="*/ 5470077 w 5867023"/>
              <a:gd name="connsiteY11" fmla="*/ 4944143 h 4944144"/>
              <a:gd name="connsiteX12" fmla="*/ 5417025 w 5867023"/>
              <a:gd name="connsiteY12" fmla="*/ 4944143 h 4944144"/>
              <a:gd name="connsiteX13" fmla="*/ 3343565 w 5867023"/>
              <a:gd name="connsiteY13" fmla="*/ 4944143 h 4944144"/>
              <a:gd name="connsiteX14" fmla="*/ 3343565 w 5867023"/>
              <a:gd name="connsiteY14" fmla="*/ 4942689 h 4944144"/>
              <a:gd name="connsiteX15" fmla="*/ 3336361 w 5867023"/>
              <a:gd name="connsiteY15" fmla="*/ 4944143 h 4944144"/>
              <a:gd name="connsiteX16" fmla="*/ 2982692 w 5867023"/>
              <a:gd name="connsiteY16" fmla="*/ 4944143 h 4944144"/>
              <a:gd name="connsiteX17" fmla="*/ 2982687 w 5867023"/>
              <a:gd name="connsiteY17" fmla="*/ 4944144 h 4944144"/>
              <a:gd name="connsiteX18" fmla="*/ 2665971 w 5867023"/>
              <a:gd name="connsiteY18" fmla="*/ 4944144 h 4944144"/>
              <a:gd name="connsiteX19" fmla="*/ 2611231 w 5867023"/>
              <a:gd name="connsiteY19" fmla="*/ 4944144 h 4944144"/>
              <a:gd name="connsiteX20" fmla="*/ 471758 w 5867023"/>
              <a:gd name="connsiteY20" fmla="*/ 4944144 h 4944144"/>
              <a:gd name="connsiteX21" fmla="*/ 471758 w 5867023"/>
              <a:gd name="connsiteY21" fmla="*/ 4942690 h 4944144"/>
              <a:gd name="connsiteX22" fmla="*/ 464324 w 5867023"/>
              <a:gd name="connsiteY22" fmla="*/ 4944144 h 4944144"/>
              <a:gd name="connsiteX23" fmla="*/ 92867 w 5867023"/>
              <a:gd name="connsiteY23" fmla="*/ 4944144 h 4944144"/>
              <a:gd name="connsiteX24" fmla="*/ 0 w 5867023"/>
              <a:gd name="connsiteY24" fmla="*/ 4854142 h 4944144"/>
              <a:gd name="connsiteX25" fmla="*/ 0 w 5867023"/>
              <a:gd name="connsiteY25" fmla="*/ 4550738 h 4944144"/>
              <a:gd name="connsiteX26" fmla="*/ 0 w 5867023"/>
              <a:gd name="connsiteY26" fmla="*/ 4494146 h 4944144"/>
              <a:gd name="connsiteX27" fmla="*/ 0 w 5867023"/>
              <a:gd name="connsiteY27" fmla="*/ 450001 h 4944144"/>
              <a:gd name="connsiteX28" fmla="*/ 0 w 5867023"/>
              <a:gd name="connsiteY28" fmla="*/ 152401 h 4944144"/>
              <a:gd name="connsiteX29" fmla="*/ 0 w 5867023"/>
              <a:gd name="connsiteY29" fmla="*/ 90004 h 4944144"/>
              <a:gd name="connsiteX30" fmla="*/ 92867 w 5867023"/>
              <a:gd name="connsiteY30" fmla="*/ 2 h 4944144"/>
              <a:gd name="connsiteX31" fmla="*/ 464324 w 5867023"/>
              <a:gd name="connsiteY31" fmla="*/ 2 h 4944144"/>
              <a:gd name="connsiteX32" fmla="*/ 471758 w 5867023"/>
              <a:gd name="connsiteY32" fmla="*/ 1457 h 4944144"/>
              <a:gd name="connsiteX33" fmla="*/ 471758 w 5867023"/>
              <a:gd name="connsiteY33" fmla="*/ 1 h 4944144"/>
              <a:gd name="connsiteX34" fmla="*/ 2665971 w 5867023"/>
              <a:gd name="connsiteY34" fmla="*/ 1 h 4944144"/>
              <a:gd name="connsiteX35" fmla="*/ 2665971 w 5867023"/>
              <a:gd name="connsiteY35" fmla="*/ 2 h 4944144"/>
              <a:gd name="connsiteX36" fmla="*/ 2976360 w 5867023"/>
              <a:gd name="connsiteY36" fmla="*/ 2 h 4944144"/>
              <a:gd name="connsiteX37" fmla="*/ 2976365 w 5867023"/>
              <a:gd name="connsiteY37" fmla="*/ 1 h 4944144"/>
              <a:gd name="connsiteX38" fmla="*/ 3336361 w 5867023"/>
              <a:gd name="connsiteY38" fmla="*/ 1 h 4944144"/>
              <a:gd name="connsiteX39" fmla="*/ 3343565 w 5867023"/>
              <a:gd name="connsiteY39" fmla="*/ 1456 h 49441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5867023" h="4944144">
                <a:moveTo>
                  <a:pt x="3343565" y="0"/>
                </a:moveTo>
                <a:lnTo>
                  <a:pt x="5470077" y="0"/>
                </a:lnTo>
                <a:lnTo>
                  <a:pt x="5470077" y="1"/>
                </a:lnTo>
                <a:lnTo>
                  <a:pt x="5777021" y="1"/>
                </a:lnTo>
                <a:cubicBezTo>
                  <a:pt x="5826728" y="1"/>
                  <a:pt x="5867023" y="40296"/>
                  <a:pt x="5867023" y="90003"/>
                </a:cubicBezTo>
                <a:lnTo>
                  <a:pt x="5867023" y="152400"/>
                </a:lnTo>
                <a:lnTo>
                  <a:pt x="5867023" y="449999"/>
                </a:lnTo>
                <a:lnTo>
                  <a:pt x="5867023" y="4494145"/>
                </a:lnTo>
                <a:lnTo>
                  <a:pt x="5867023" y="4550737"/>
                </a:lnTo>
                <a:lnTo>
                  <a:pt x="5867023" y="4854141"/>
                </a:lnTo>
                <a:cubicBezTo>
                  <a:pt x="5867023" y="4903848"/>
                  <a:pt x="5826728" y="4944143"/>
                  <a:pt x="5777021" y="4944143"/>
                </a:cubicBezTo>
                <a:lnTo>
                  <a:pt x="5470077" y="4944143"/>
                </a:lnTo>
                <a:lnTo>
                  <a:pt x="5417025" y="4944143"/>
                </a:lnTo>
                <a:lnTo>
                  <a:pt x="3343565" y="4944143"/>
                </a:lnTo>
                <a:lnTo>
                  <a:pt x="3343565" y="4942689"/>
                </a:lnTo>
                <a:lnTo>
                  <a:pt x="3336361" y="4944143"/>
                </a:lnTo>
                <a:lnTo>
                  <a:pt x="2982692" y="4944143"/>
                </a:lnTo>
                <a:lnTo>
                  <a:pt x="2982687" y="4944144"/>
                </a:lnTo>
                <a:lnTo>
                  <a:pt x="2665971" y="4944144"/>
                </a:lnTo>
                <a:lnTo>
                  <a:pt x="2611231" y="4944144"/>
                </a:lnTo>
                <a:lnTo>
                  <a:pt x="471758" y="4944144"/>
                </a:lnTo>
                <a:lnTo>
                  <a:pt x="471758" y="4942690"/>
                </a:lnTo>
                <a:lnTo>
                  <a:pt x="464324" y="4944144"/>
                </a:lnTo>
                <a:lnTo>
                  <a:pt x="92867" y="4944144"/>
                </a:lnTo>
                <a:cubicBezTo>
                  <a:pt x="41578" y="4944144"/>
                  <a:pt x="0" y="4903849"/>
                  <a:pt x="0" y="4854142"/>
                </a:cubicBezTo>
                <a:lnTo>
                  <a:pt x="0" y="4550738"/>
                </a:lnTo>
                <a:lnTo>
                  <a:pt x="0" y="4494146"/>
                </a:lnTo>
                <a:lnTo>
                  <a:pt x="0" y="450001"/>
                </a:lnTo>
                <a:lnTo>
                  <a:pt x="0" y="152401"/>
                </a:lnTo>
                <a:lnTo>
                  <a:pt x="0" y="90004"/>
                </a:lnTo>
                <a:cubicBezTo>
                  <a:pt x="0" y="40297"/>
                  <a:pt x="41578" y="2"/>
                  <a:pt x="92867" y="2"/>
                </a:cubicBezTo>
                <a:lnTo>
                  <a:pt x="464324" y="2"/>
                </a:lnTo>
                <a:lnTo>
                  <a:pt x="471758" y="1457"/>
                </a:lnTo>
                <a:lnTo>
                  <a:pt x="471758" y="1"/>
                </a:lnTo>
                <a:lnTo>
                  <a:pt x="2665971" y="1"/>
                </a:lnTo>
                <a:lnTo>
                  <a:pt x="2665971" y="2"/>
                </a:lnTo>
                <a:lnTo>
                  <a:pt x="2976360" y="2"/>
                </a:lnTo>
                <a:lnTo>
                  <a:pt x="2976365" y="1"/>
                </a:lnTo>
                <a:lnTo>
                  <a:pt x="3336361" y="1"/>
                </a:lnTo>
                <a:lnTo>
                  <a:pt x="3343565" y="1456"/>
                </a:lnTo>
                <a:close/>
              </a:path>
            </a:pathLst>
          </a:custGeom>
          <a:solidFill>
            <a:srgbClr val="2525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2398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CE442395-BBD2-4D0C-B705-637C5791276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1510" y="4931634"/>
            <a:ext cx="1398774" cy="990000"/>
          </a:xfrm>
          <a:prstGeom prst="rect">
            <a:avLst/>
          </a:prstGeom>
        </p:spPr>
      </p:pic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2B1CF66-EB13-4B39-9168-417442132CC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D9237C0-DEEB-4509-B282-8B77052DFE10}" type="datetimeFigureOut">
              <a:rPr lang="en-US" smtClean="0"/>
              <a:t>10/29/2024</a:t>
            </a:fld>
            <a:endParaRPr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5D1D253-1169-4317-9577-D3F6AD6B26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AF3D8FA-B978-4E50-A6E2-A36450460F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A4C0CDA-1314-4A01-8806-71ADB853FB47}" type="slidenum">
              <a:rPr lang="en-US" smtClean="0"/>
              <a:t>‹#›</a:t>
            </a:fld>
            <a:endParaRPr lang="en-US"/>
          </a:p>
        </p:txBody>
      </p:sp>
      <p:sp>
        <p:nvSpPr>
          <p:cNvPr id="8" name="자유형: 도형 7">
            <a:extLst>
              <a:ext uri="{FF2B5EF4-FFF2-40B4-BE49-F238E27FC236}">
                <a16:creationId xmlns:a16="http://schemas.microsoft.com/office/drawing/2014/main" id="{B14894DE-6509-47D0-96C5-984B616A1AFE}"/>
              </a:ext>
            </a:extLst>
          </p:cNvPr>
          <p:cNvSpPr/>
          <p:nvPr userDrawn="1"/>
        </p:nvSpPr>
        <p:spPr>
          <a:xfrm>
            <a:off x="1658677" y="956926"/>
            <a:ext cx="4075168" cy="4944144"/>
          </a:xfrm>
          <a:custGeom>
            <a:avLst/>
            <a:gdLst>
              <a:gd name="connsiteX0" fmla="*/ 1551710 w 4075168"/>
              <a:gd name="connsiteY0" fmla="*/ 0 h 4944144"/>
              <a:gd name="connsiteX1" fmla="*/ 3678222 w 4075168"/>
              <a:gd name="connsiteY1" fmla="*/ 0 h 4944144"/>
              <a:gd name="connsiteX2" fmla="*/ 3678222 w 4075168"/>
              <a:gd name="connsiteY2" fmla="*/ 1 h 4944144"/>
              <a:gd name="connsiteX3" fmla="*/ 3985166 w 4075168"/>
              <a:gd name="connsiteY3" fmla="*/ 1 h 4944144"/>
              <a:gd name="connsiteX4" fmla="*/ 4075168 w 4075168"/>
              <a:gd name="connsiteY4" fmla="*/ 90003 h 4944144"/>
              <a:gd name="connsiteX5" fmla="*/ 4075168 w 4075168"/>
              <a:gd name="connsiteY5" fmla="*/ 152400 h 4944144"/>
              <a:gd name="connsiteX6" fmla="*/ 4075168 w 4075168"/>
              <a:gd name="connsiteY6" fmla="*/ 449999 h 4944144"/>
              <a:gd name="connsiteX7" fmla="*/ 4075168 w 4075168"/>
              <a:gd name="connsiteY7" fmla="*/ 4494145 h 4944144"/>
              <a:gd name="connsiteX8" fmla="*/ 4075168 w 4075168"/>
              <a:gd name="connsiteY8" fmla="*/ 4550737 h 4944144"/>
              <a:gd name="connsiteX9" fmla="*/ 4075168 w 4075168"/>
              <a:gd name="connsiteY9" fmla="*/ 4854141 h 4944144"/>
              <a:gd name="connsiteX10" fmla="*/ 3985166 w 4075168"/>
              <a:gd name="connsiteY10" fmla="*/ 4944143 h 4944144"/>
              <a:gd name="connsiteX11" fmla="*/ 3678222 w 4075168"/>
              <a:gd name="connsiteY11" fmla="*/ 4944143 h 4944144"/>
              <a:gd name="connsiteX12" fmla="*/ 3625170 w 4075168"/>
              <a:gd name="connsiteY12" fmla="*/ 4944143 h 4944144"/>
              <a:gd name="connsiteX13" fmla="*/ 2890663 w 4075168"/>
              <a:gd name="connsiteY13" fmla="*/ 4944143 h 4944144"/>
              <a:gd name="connsiteX14" fmla="*/ 2890658 w 4075168"/>
              <a:gd name="connsiteY14" fmla="*/ 4944144 h 4944144"/>
              <a:gd name="connsiteX15" fmla="*/ 2583714 w 4075168"/>
              <a:gd name="connsiteY15" fmla="*/ 4944144 h 4944144"/>
              <a:gd name="connsiteX16" fmla="*/ 2530662 w 4075168"/>
              <a:gd name="connsiteY16" fmla="*/ 4944144 h 4944144"/>
              <a:gd name="connsiteX17" fmla="*/ 457202 w 4075168"/>
              <a:gd name="connsiteY17" fmla="*/ 4944144 h 4944144"/>
              <a:gd name="connsiteX18" fmla="*/ 457202 w 4075168"/>
              <a:gd name="connsiteY18" fmla="*/ 4942690 h 4944144"/>
              <a:gd name="connsiteX19" fmla="*/ 449998 w 4075168"/>
              <a:gd name="connsiteY19" fmla="*/ 4944144 h 4944144"/>
              <a:gd name="connsiteX20" fmla="*/ 90002 w 4075168"/>
              <a:gd name="connsiteY20" fmla="*/ 4944144 h 4944144"/>
              <a:gd name="connsiteX21" fmla="*/ 0 w 4075168"/>
              <a:gd name="connsiteY21" fmla="*/ 4854142 h 4944144"/>
              <a:gd name="connsiteX22" fmla="*/ 0 w 4075168"/>
              <a:gd name="connsiteY22" fmla="*/ 4550738 h 4944144"/>
              <a:gd name="connsiteX23" fmla="*/ 0 w 4075168"/>
              <a:gd name="connsiteY23" fmla="*/ 4494146 h 4944144"/>
              <a:gd name="connsiteX24" fmla="*/ 0 w 4075168"/>
              <a:gd name="connsiteY24" fmla="*/ 450001 h 4944144"/>
              <a:gd name="connsiteX25" fmla="*/ 0 w 4075168"/>
              <a:gd name="connsiteY25" fmla="*/ 152401 h 4944144"/>
              <a:gd name="connsiteX26" fmla="*/ 0 w 4075168"/>
              <a:gd name="connsiteY26" fmla="*/ 90004 h 4944144"/>
              <a:gd name="connsiteX27" fmla="*/ 90002 w 4075168"/>
              <a:gd name="connsiteY27" fmla="*/ 2 h 4944144"/>
              <a:gd name="connsiteX28" fmla="*/ 449998 w 4075168"/>
              <a:gd name="connsiteY28" fmla="*/ 2 h 4944144"/>
              <a:gd name="connsiteX29" fmla="*/ 457202 w 4075168"/>
              <a:gd name="connsiteY29" fmla="*/ 1457 h 4944144"/>
              <a:gd name="connsiteX30" fmla="*/ 457202 w 4075168"/>
              <a:gd name="connsiteY30" fmla="*/ 1 h 4944144"/>
              <a:gd name="connsiteX31" fmla="*/ 1184510 w 4075168"/>
              <a:gd name="connsiteY31" fmla="*/ 1 h 4944144"/>
              <a:gd name="connsiteX32" fmla="*/ 1544506 w 4075168"/>
              <a:gd name="connsiteY32" fmla="*/ 1 h 4944144"/>
              <a:gd name="connsiteX33" fmla="*/ 1551710 w 4075168"/>
              <a:gd name="connsiteY33" fmla="*/ 1 h 49441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4075168" h="4944144">
                <a:moveTo>
                  <a:pt x="1551710" y="0"/>
                </a:moveTo>
                <a:lnTo>
                  <a:pt x="3678222" y="0"/>
                </a:lnTo>
                <a:lnTo>
                  <a:pt x="3678222" y="1"/>
                </a:lnTo>
                <a:lnTo>
                  <a:pt x="3985166" y="1"/>
                </a:lnTo>
                <a:cubicBezTo>
                  <a:pt x="4034873" y="1"/>
                  <a:pt x="4075168" y="40296"/>
                  <a:pt x="4075168" y="90003"/>
                </a:cubicBezTo>
                <a:lnTo>
                  <a:pt x="4075168" y="152400"/>
                </a:lnTo>
                <a:lnTo>
                  <a:pt x="4075168" y="449999"/>
                </a:lnTo>
                <a:lnTo>
                  <a:pt x="4075168" y="4494145"/>
                </a:lnTo>
                <a:lnTo>
                  <a:pt x="4075168" y="4550737"/>
                </a:lnTo>
                <a:lnTo>
                  <a:pt x="4075168" y="4854141"/>
                </a:lnTo>
                <a:cubicBezTo>
                  <a:pt x="4075168" y="4903848"/>
                  <a:pt x="4034873" y="4944143"/>
                  <a:pt x="3985166" y="4944143"/>
                </a:cubicBezTo>
                <a:lnTo>
                  <a:pt x="3678222" y="4944143"/>
                </a:lnTo>
                <a:lnTo>
                  <a:pt x="3625170" y="4944143"/>
                </a:lnTo>
                <a:lnTo>
                  <a:pt x="2890663" y="4944143"/>
                </a:lnTo>
                <a:lnTo>
                  <a:pt x="2890658" y="4944144"/>
                </a:lnTo>
                <a:lnTo>
                  <a:pt x="2583714" y="4944144"/>
                </a:lnTo>
                <a:lnTo>
                  <a:pt x="2530662" y="4944144"/>
                </a:lnTo>
                <a:lnTo>
                  <a:pt x="457202" y="4944144"/>
                </a:lnTo>
                <a:lnTo>
                  <a:pt x="457202" y="4942690"/>
                </a:lnTo>
                <a:lnTo>
                  <a:pt x="449998" y="4944144"/>
                </a:lnTo>
                <a:lnTo>
                  <a:pt x="90002" y="4944144"/>
                </a:lnTo>
                <a:cubicBezTo>
                  <a:pt x="40295" y="4944144"/>
                  <a:pt x="0" y="4903849"/>
                  <a:pt x="0" y="4854142"/>
                </a:cubicBezTo>
                <a:lnTo>
                  <a:pt x="0" y="4550738"/>
                </a:lnTo>
                <a:lnTo>
                  <a:pt x="0" y="4494146"/>
                </a:lnTo>
                <a:lnTo>
                  <a:pt x="0" y="450001"/>
                </a:lnTo>
                <a:lnTo>
                  <a:pt x="0" y="152401"/>
                </a:lnTo>
                <a:lnTo>
                  <a:pt x="0" y="90004"/>
                </a:lnTo>
                <a:cubicBezTo>
                  <a:pt x="0" y="40297"/>
                  <a:pt x="40295" y="2"/>
                  <a:pt x="90002" y="2"/>
                </a:cubicBezTo>
                <a:lnTo>
                  <a:pt x="449998" y="2"/>
                </a:lnTo>
                <a:lnTo>
                  <a:pt x="457202" y="1457"/>
                </a:lnTo>
                <a:lnTo>
                  <a:pt x="457202" y="1"/>
                </a:lnTo>
                <a:lnTo>
                  <a:pt x="1184510" y="1"/>
                </a:lnTo>
                <a:lnTo>
                  <a:pt x="1544506" y="1"/>
                </a:lnTo>
                <a:lnTo>
                  <a:pt x="1551710" y="1"/>
                </a:lnTo>
                <a:close/>
              </a:path>
            </a:pathLst>
          </a:custGeom>
          <a:solidFill>
            <a:srgbClr val="2525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" name="자유형: 도형 8">
            <a:extLst>
              <a:ext uri="{FF2B5EF4-FFF2-40B4-BE49-F238E27FC236}">
                <a16:creationId xmlns:a16="http://schemas.microsoft.com/office/drawing/2014/main" id="{D14E3A82-8786-4080-BA85-19AABCE0421F}"/>
              </a:ext>
            </a:extLst>
          </p:cNvPr>
          <p:cNvSpPr/>
          <p:nvPr userDrawn="1"/>
        </p:nvSpPr>
        <p:spPr>
          <a:xfrm>
            <a:off x="5939135" y="956926"/>
            <a:ext cx="5867023" cy="4944144"/>
          </a:xfrm>
          <a:custGeom>
            <a:avLst/>
            <a:gdLst>
              <a:gd name="connsiteX0" fmla="*/ 3343565 w 5867023"/>
              <a:gd name="connsiteY0" fmla="*/ 0 h 4944144"/>
              <a:gd name="connsiteX1" fmla="*/ 5470077 w 5867023"/>
              <a:gd name="connsiteY1" fmla="*/ 0 h 4944144"/>
              <a:gd name="connsiteX2" fmla="*/ 5470077 w 5867023"/>
              <a:gd name="connsiteY2" fmla="*/ 1 h 4944144"/>
              <a:gd name="connsiteX3" fmla="*/ 5777021 w 5867023"/>
              <a:gd name="connsiteY3" fmla="*/ 1 h 4944144"/>
              <a:gd name="connsiteX4" fmla="*/ 5867023 w 5867023"/>
              <a:gd name="connsiteY4" fmla="*/ 90003 h 4944144"/>
              <a:gd name="connsiteX5" fmla="*/ 5867023 w 5867023"/>
              <a:gd name="connsiteY5" fmla="*/ 152400 h 4944144"/>
              <a:gd name="connsiteX6" fmla="*/ 5867023 w 5867023"/>
              <a:gd name="connsiteY6" fmla="*/ 449999 h 4944144"/>
              <a:gd name="connsiteX7" fmla="*/ 5867023 w 5867023"/>
              <a:gd name="connsiteY7" fmla="*/ 4494145 h 4944144"/>
              <a:gd name="connsiteX8" fmla="*/ 5867023 w 5867023"/>
              <a:gd name="connsiteY8" fmla="*/ 4550737 h 4944144"/>
              <a:gd name="connsiteX9" fmla="*/ 5867023 w 5867023"/>
              <a:gd name="connsiteY9" fmla="*/ 4854141 h 4944144"/>
              <a:gd name="connsiteX10" fmla="*/ 5777021 w 5867023"/>
              <a:gd name="connsiteY10" fmla="*/ 4944143 h 4944144"/>
              <a:gd name="connsiteX11" fmla="*/ 5470077 w 5867023"/>
              <a:gd name="connsiteY11" fmla="*/ 4944143 h 4944144"/>
              <a:gd name="connsiteX12" fmla="*/ 5417025 w 5867023"/>
              <a:gd name="connsiteY12" fmla="*/ 4944143 h 4944144"/>
              <a:gd name="connsiteX13" fmla="*/ 3343565 w 5867023"/>
              <a:gd name="connsiteY13" fmla="*/ 4944143 h 4944144"/>
              <a:gd name="connsiteX14" fmla="*/ 3343565 w 5867023"/>
              <a:gd name="connsiteY14" fmla="*/ 4942689 h 4944144"/>
              <a:gd name="connsiteX15" fmla="*/ 3336361 w 5867023"/>
              <a:gd name="connsiteY15" fmla="*/ 4944143 h 4944144"/>
              <a:gd name="connsiteX16" fmla="*/ 2982692 w 5867023"/>
              <a:gd name="connsiteY16" fmla="*/ 4944143 h 4944144"/>
              <a:gd name="connsiteX17" fmla="*/ 2982687 w 5867023"/>
              <a:gd name="connsiteY17" fmla="*/ 4944144 h 4944144"/>
              <a:gd name="connsiteX18" fmla="*/ 2665971 w 5867023"/>
              <a:gd name="connsiteY18" fmla="*/ 4944144 h 4944144"/>
              <a:gd name="connsiteX19" fmla="*/ 2611231 w 5867023"/>
              <a:gd name="connsiteY19" fmla="*/ 4944144 h 4944144"/>
              <a:gd name="connsiteX20" fmla="*/ 471758 w 5867023"/>
              <a:gd name="connsiteY20" fmla="*/ 4944144 h 4944144"/>
              <a:gd name="connsiteX21" fmla="*/ 471758 w 5867023"/>
              <a:gd name="connsiteY21" fmla="*/ 4942690 h 4944144"/>
              <a:gd name="connsiteX22" fmla="*/ 464324 w 5867023"/>
              <a:gd name="connsiteY22" fmla="*/ 4944144 h 4944144"/>
              <a:gd name="connsiteX23" fmla="*/ 92867 w 5867023"/>
              <a:gd name="connsiteY23" fmla="*/ 4944144 h 4944144"/>
              <a:gd name="connsiteX24" fmla="*/ 0 w 5867023"/>
              <a:gd name="connsiteY24" fmla="*/ 4854142 h 4944144"/>
              <a:gd name="connsiteX25" fmla="*/ 0 w 5867023"/>
              <a:gd name="connsiteY25" fmla="*/ 4550738 h 4944144"/>
              <a:gd name="connsiteX26" fmla="*/ 0 w 5867023"/>
              <a:gd name="connsiteY26" fmla="*/ 4494146 h 4944144"/>
              <a:gd name="connsiteX27" fmla="*/ 0 w 5867023"/>
              <a:gd name="connsiteY27" fmla="*/ 450001 h 4944144"/>
              <a:gd name="connsiteX28" fmla="*/ 0 w 5867023"/>
              <a:gd name="connsiteY28" fmla="*/ 152401 h 4944144"/>
              <a:gd name="connsiteX29" fmla="*/ 0 w 5867023"/>
              <a:gd name="connsiteY29" fmla="*/ 90004 h 4944144"/>
              <a:gd name="connsiteX30" fmla="*/ 92867 w 5867023"/>
              <a:gd name="connsiteY30" fmla="*/ 2 h 4944144"/>
              <a:gd name="connsiteX31" fmla="*/ 464324 w 5867023"/>
              <a:gd name="connsiteY31" fmla="*/ 2 h 4944144"/>
              <a:gd name="connsiteX32" fmla="*/ 471758 w 5867023"/>
              <a:gd name="connsiteY32" fmla="*/ 1457 h 4944144"/>
              <a:gd name="connsiteX33" fmla="*/ 471758 w 5867023"/>
              <a:gd name="connsiteY33" fmla="*/ 1 h 4944144"/>
              <a:gd name="connsiteX34" fmla="*/ 2665971 w 5867023"/>
              <a:gd name="connsiteY34" fmla="*/ 1 h 4944144"/>
              <a:gd name="connsiteX35" fmla="*/ 2665971 w 5867023"/>
              <a:gd name="connsiteY35" fmla="*/ 2 h 4944144"/>
              <a:gd name="connsiteX36" fmla="*/ 2976360 w 5867023"/>
              <a:gd name="connsiteY36" fmla="*/ 2 h 4944144"/>
              <a:gd name="connsiteX37" fmla="*/ 2976365 w 5867023"/>
              <a:gd name="connsiteY37" fmla="*/ 1 h 4944144"/>
              <a:gd name="connsiteX38" fmla="*/ 3336361 w 5867023"/>
              <a:gd name="connsiteY38" fmla="*/ 1 h 4944144"/>
              <a:gd name="connsiteX39" fmla="*/ 3343565 w 5867023"/>
              <a:gd name="connsiteY39" fmla="*/ 1456 h 49441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5867023" h="4944144">
                <a:moveTo>
                  <a:pt x="3343565" y="0"/>
                </a:moveTo>
                <a:lnTo>
                  <a:pt x="5470077" y="0"/>
                </a:lnTo>
                <a:lnTo>
                  <a:pt x="5470077" y="1"/>
                </a:lnTo>
                <a:lnTo>
                  <a:pt x="5777021" y="1"/>
                </a:lnTo>
                <a:cubicBezTo>
                  <a:pt x="5826728" y="1"/>
                  <a:pt x="5867023" y="40296"/>
                  <a:pt x="5867023" y="90003"/>
                </a:cubicBezTo>
                <a:lnTo>
                  <a:pt x="5867023" y="152400"/>
                </a:lnTo>
                <a:lnTo>
                  <a:pt x="5867023" y="449999"/>
                </a:lnTo>
                <a:lnTo>
                  <a:pt x="5867023" y="4494145"/>
                </a:lnTo>
                <a:lnTo>
                  <a:pt x="5867023" y="4550737"/>
                </a:lnTo>
                <a:lnTo>
                  <a:pt x="5867023" y="4854141"/>
                </a:lnTo>
                <a:cubicBezTo>
                  <a:pt x="5867023" y="4903848"/>
                  <a:pt x="5826728" y="4944143"/>
                  <a:pt x="5777021" y="4944143"/>
                </a:cubicBezTo>
                <a:lnTo>
                  <a:pt x="5470077" y="4944143"/>
                </a:lnTo>
                <a:lnTo>
                  <a:pt x="5417025" y="4944143"/>
                </a:lnTo>
                <a:lnTo>
                  <a:pt x="3343565" y="4944143"/>
                </a:lnTo>
                <a:lnTo>
                  <a:pt x="3343565" y="4942689"/>
                </a:lnTo>
                <a:lnTo>
                  <a:pt x="3336361" y="4944143"/>
                </a:lnTo>
                <a:lnTo>
                  <a:pt x="2982692" y="4944143"/>
                </a:lnTo>
                <a:lnTo>
                  <a:pt x="2982687" y="4944144"/>
                </a:lnTo>
                <a:lnTo>
                  <a:pt x="2665971" y="4944144"/>
                </a:lnTo>
                <a:lnTo>
                  <a:pt x="2611231" y="4944144"/>
                </a:lnTo>
                <a:lnTo>
                  <a:pt x="471758" y="4944144"/>
                </a:lnTo>
                <a:lnTo>
                  <a:pt x="471758" y="4942690"/>
                </a:lnTo>
                <a:lnTo>
                  <a:pt x="464324" y="4944144"/>
                </a:lnTo>
                <a:lnTo>
                  <a:pt x="92867" y="4944144"/>
                </a:lnTo>
                <a:cubicBezTo>
                  <a:pt x="41578" y="4944144"/>
                  <a:pt x="0" y="4903849"/>
                  <a:pt x="0" y="4854142"/>
                </a:cubicBezTo>
                <a:lnTo>
                  <a:pt x="0" y="4550738"/>
                </a:lnTo>
                <a:lnTo>
                  <a:pt x="0" y="4494146"/>
                </a:lnTo>
                <a:lnTo>
                  <a:pt x="0" y="450001"/>
                </a:lnTo>
                <a:lnTo>
                  <a:pt x="0" y="152401"/>
                </a:lnTo>
                <a:lnTo>
                  <a:pt x="0" y="90004"/>
                </a:lnTo>
                <a:cubicBezTo>
                  <a:pt x="0" y="40297"/>
                  <a:pt x="41578" y="2"/>
                  <a:pt x="92867" y="2"/>
                </a:cubicBezTo>
                <a:lnTo>
                  <a:pt x="464324" y="2"/>
                </a:lnTo>
                <a:lnTo>
                  <a:pt x="471758" y="1457"/>
                </a:lnTo>
                <a:lnTo>
                  <a:pt x="471758" y="1"/>
                </a:lnTo>
                <a:lnTo>
                  <a:pt x="2665971" y="1"/>
                </a:lnTo>
                <a:lnTo>
                  <a:pt x="2665971" y="2"/>
                </a:lnTo>
                <a:lnTo>
                  <a:pt x="2976360" y="2"/>
                </a:lnTo>
                <a:lnTo>
                  <a:pt x="2976365" y="1"/>
                </a:lnTo>
                <a:lnTo>
                  <a:pt x="3336361" y="1"/>
                </a:lnTo>
                <a:lnTo>
                  <a:pt x="3343565" y="1456"/>
                </a:lnTo>
                <a:close/>
              </a:path>
            </a:pathLst>
          </a:custGeom>
          <a:solidFill>
            <a:srgbClr val="2525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9910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3B79F3B1-A403-47B3-965B-DEE4FF87E60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1510" y="4931634"/>
            <a:ext cx="1417935" cy="990000"/>
          </a:xfrm>
          <a:prstGeom prst="rect">
            <a:avLst/>
          </a:prstGeom>
        </p:spPr>
      </p:pic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2B1CF66-EB13-4B39-9168-417442132CC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D9237C0-DEEB-4509-B282-8B77052DFE10}" type="datetimeFigureOut">
              <a:rPr lang="en-US" smtClean="0"/>
              <a:t>10/29/2024</a:t>
            </a:fld>
            <a:endParaRPr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5D1D253-1169-4317-9577-D3F6AD6B26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AF3D8FA-B978-4E50-A6E2-A36450460F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A4C0CDA-1314-4A01-8806-71ADB853FB47}" type="slidenum">
              <a:rPr lang="en-US" smtClean="0"/>
              <a:t>‹#›</a:t>
            </a:fld>
            <a:endParaRPr lang="en-US"/>
          </a:p>
        </p:txBody>
      </p:sp>
      <p:sp>
        <p:nvSpPr>
          <p:cNvPr id="8" name="자유형: 도형 7">
            <a:extLst>
              <a:ext uri="{FF2B5EF4-FFF2-40B4-BE49-F238E27FC236}">
                <a16:creationId xmlns:a16="http://schemas.microsoft.com/office/drawing/2014/main" id="{9A93AD89-1B5B-44E7-B0B5-5F99237B5AC0}"/>
              </a:ext>
            </a:extLst>
          </p:cNvPr>
          <p:cNvSpPr/>
          <p:nvPr userDrawn="1"/>
        </p:nvSpPr>
        <p:spPr>
          <a:xfrm>
            <a:off x="1658677" y="956926"/>
            <a:ext cx="4075168" cy="4944144"/>
          </a:xfrm>
          <a:custGeom>
            <a:avLst/>
            <a:gdLst>
              <a:gd name="connsiteX0" fmla="*/ 1551710 w 4075168"/>
              <a:gd name="connsiteY0" fmla="*/ 0 h 4944144"/>
              <a:gd name="connsiteX1" fmla="*/ 3678222 w 4075168"/>
              <a:gd name="connsiteY1" fmla="*/ 0 h 4944144"/>
              <a:gd name="connsiteX2" fmla="*/ 3678222 w 4075168"/>
              <a:gd name="connsiteY2" fmla="*/ 1 h 4944144"/>
              <a:gd name="connsiteX3" fmla="*/ 3985166 w 4075168"/>
              <a:gd name="connsiteY3" fmla="*/ 1 h 4944144"/>
              <a:gd name="connsiteX4" fmla="*/ 4075168 w 4075168"/>
              <a:gd name="connsiteY4" fmla="*/ 90003 h 4944144"/>
              <a:gd name="connsiteX5" fmla="*/ 4075168 w 4075168"/>
              <a:gd name="connsiteY5" fmla="*/ 152400 h 4944144"/>
              <a:gd name="connsiteX6" fmla="*/ 4075168 w 4075168"/>
              <a:gd name="connsiteY6" fmla="*/ 449999 h 4944144"/>
              <a:gd name="connsiteX7" fmla="*/ 4075168 w 4075168"/>
              <a:gd name="connsiteY7" fmla="*/ 4494145 h 4944144"/>
              <a:gd name="connsiteX8" fmla="*/ 4075168 w 4075168"/>
              <a:gd name="connsiteY8" fmla="*/ 4550737 h 4944144"/>
              <a:gd name="connsiteX9" fmla="*/ 4075168 w 4075168"/>
              <a:gd name="connsiteY9" fmla="*/ 4854141 h 4944144"/>
              <a:gd name="connsiteX10" fmla="*/ 3985166 w 4075168"/>
              <a:gd name="connsiteY10" fmla="*/ 4944143 h 4944144"/>
              <a:gd name="connsiteX11" fmla="*/ 3678222 w 4075168"/>
              <a:gd name="connsiteY11" fmla="*/ 4944143 h 4944144"/>
              <a:gd name="connsiteX12" fmla="*/ 3625170 w 4075168"/>
              <a:gd name="connsiteY12" fmla="*/ 4944143 h 4944144"/>
              <a:gd name="connsiteX13" fmla="*/ 2890663 w 4075168"/>
              <a:gd name="connsiteY13" fmla="*/ 4944143 h 4944144"/>
              <a:gd name="connsiteX14" fmla="*/ 2890658 w 4075168"/>
              <a:gd name="connsiteY14" fmla="*/ 4944144 h 4944144"/>
              <a:gd name="connsiteX15" fmla="*/ 2583714 w 4075168"/>
              <a:gd name="connsiteY15" fmla="*/ 4944144 h 4944144"/>
              <a:gd name="connsiteX16" fmla="*/ 2530662 w 4075168"/>
              <a:gd name="connsiteY16" fmla="*/ 4944144 h 4944144"/>
              <a:gd name="connsiteX17" fmla="*/ 457202 w 4075168"/>
              <a:gd name="connsiteY17" fmla="*/ 4944144 h 4944144"/>
              <a:gd name="connsiteX18" fmla="*/ 457202 w 4075168"/>
              <a:gd name="connsiteY18" fmla="*/ 4942690 h 4944144"/>
              <a:gd name="connsiteX19" fmla="*/ 449998 w 4075168"/>
              <a:gd name="connsiteY19" fmla="*/ 4944144 h 4944144"/>
              <a:gd name="connsiteX20" fmla="*/ 90002 w 4075168"/>
              <a:gd name="connsiteY20" fmla="*/ 4944144 h 4944144"/>
              <a:gd name="connsiteX21" fmla="*/ 0 w 4075168"/>
              <a:gd name="connsiteY21" fmla="*/ 4854142 h 4944144"/>
              <a:gd name="connsiteX22" fmla="*/ 0 w 4075168"/>
              <a:gd name="connsiteY22" fmla="*/ 4550738 h 4944144"/>
              <a:gd name="connsiteX23" fmla="*/ 0 w 4075168"/>
              <a:gd name="connsiteY23" fmla="*/ 4494146 h 4944144"/>
              <a:gd name="connsiteX24" fmla="*/ 0 w 4075168"/>
              <a:gd name="connsiteY24" fmla="*/ 450001 h 4944144"/>
              <a:gd name="connsiteX25" fmla="*/ 0 w 4075168"/>
              <a:gd name="connsiteY25" fmla="*/ 152401 h 4944144"/>
              <a:gd name="connsiteX26" fmla="*/ 0 w 4075168"/>
              <a:gd name="connsiteY26" fmla="*/ 90004 h 4944144"/>
              <a:gd name="connsiteX27" fmla="*/ 90002 w 4075168"/>
              <a:gd name="connsiteY27" fmla="*/ 2 h 4944144"/>
              <a:gd name="connsiteX28" fmla="*/ 449998 w 4075168"/>
              <a:gd name="connsiteY28" fmla="*/ 2 h 4944144"/>
              <a:gd name="connsiteX29" fmla="*/ 457202 w 4075168"/>
              <a:gd name="connsiteY29" fmla="*/ 1457 h 4944144"/>
              <a:gd name="connsiteX30" fmla="*/ 457202 w 4075168"/>
              <a:gd name="connsiteY30" fmla="*/ 1 h 4944144"/>
              <a:gd name="connsiteX31" fmla="*/ 1184510 w 4075168"/>
              <a:gd name="connsiteY31" fmla="*/ 1 h 4944144"/>
              <a:gd name="connsiteX32" fmla="*/ 1544506 w 4075168"/>
              <a:gd name="connsiteY32" fmla="*/ 1 h 4944144"/>
              <a:gd name="connsiteX33" fmla="*/ 1551710 w 4075168"/>
              <a:gd name="connsiteY33" fmla="*/ 1 h 49441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4075168" h="4944144">
                <a:moveTo>
                  <a:pt x="1551710" y="0"/>
                </a:moveTo>
                <a:lnTo>
                  <a:pt x="3678222" y="0"/>
                </a:lnTo>
                <a:lnTo>
                  <a:pt x="3678222" y="1"/>
                </a:lnTo>
                <a:lnTo>
                  <a:pt x="3985166" y="1"/>
                </a:lnTo>
                <a:cubicBezTo>
                  <a:pt x="4034873" y="1"/>
                  <a:pt x="4075168" y="40296"/>
                  <a:pt x="4075168" y="90003"/>
                </a:cubicBezTo>
                <a:lnTo>
                  <a:pt x="4075168" y="152400"/>
                </a:lnTo>
                <a:lnTo>
                  <a:pt x="4075168" y="449999"/>
                </a:lnTo>
                <a:lnTo>
                  <a:pt x="4075168" y="4494145"/>
                </a:lnTo>
                <a:lnTo>
                  <a:pt x="4075168" y="4550737"/>
                </a:lnTo>
                <a:lnTo>
                  <a:pt x="4075168" y="4854141"/>
                </a:lnTo>
                <a:cubicBezTo>
                  <a:pt x="4075168" y="4903848"/>
                  <a:pt x="4034873" y="4944143"/>
                  <a:pt x="3985166" y="4944143"/>
                </a:cubicBezTo>
                <a:lnTo>
                  <a:pt x="3678222" y="4944143"/>
                </a:lnTo>
                <a:lnTo>
                  <a:pt x="3625170" y="4944143"/>
                </a:lnTo>
                <a:lnTo>
                  <a:pt x="2890663" y="4944143"/>
                </a:lnTo>
                <a:lnTo>
                  <a:pt x="2890658" y="4944144"/>
                </a:lnTo>
                <a:lnTo>
                  <a:pt x="2583714" y="4944144"/>
                </a:lnTo>
                <a:lnTo>
                  <a:pt x="2530662" y="4944144"/>
                </a:lnTo>
                <a:lnTo>
                  <a:pt x="457202" y="4944144"/>
                </a:lnTo>
                <a:lnTo>
                  <a:pt x="457202" y="4942690"/>
                </a:lnTo>
                <a:lnTo>
                  <a:pt x="449998" y="4944144"/>
                </a:lnTo>
                <a:lnTo>
                  <a:pt x="90002" y="4944144"/>
                </a:lnTo>
                <a:cubicBezTo>
                  <a:pt x="40295" y="4944144"/>
                  <a:pt x="0" y="4903849"/>
                  <a:pt x="0" y="4854142"/>
                </a:cubicBezTo>
                <a:lnTo>
                  <a:pt x="0" y="4550738"/>
                </a:lnTo>
                <a:lnTo>
                  <a:pt x="0" y="4494146"/>
                </a:lnTo>
                <a:lnTo>
                  <a:pt x="0" y="450001"/>
                </a:lnTo>
                <a:lnTo>
                  <a:pt x="0" y="152401"/>
                </a:lnTo>
                <a:lnTo>
                  <a:pt x="0" y="90004"/>
                </a:lnTo>
                <a:cubicBezTo>
                  <a:pt x="0" y="40297"/>
                  <a:pt x="40295" y="2"/>
                  <a:pt x="90002" y="2"/>
                </a:cubicBezTo>
                <a:lnTo>
                  <a:pt x="449998" y="2"/>
                </a:lnTo>
                <a:lnTo>
                  <a:pt x="457202" y="1457"/>
                </a:lnTo>
                <a:lnTo>
                  <a:pt x="457202" y="1"/>
                </a:lnTo>
                <a:lnTo>
                  <a:pt x="1184510" y="1"/>
                </a:lnTo>
                <a:lnTo>
                  <a:pt x="1544506" y="1"/>
                </a:lnTo>
                <a:lnTo>
                  <a:pt x="1551710" y="1"/>
                </a:lnTo>
                <a:close/>
              </a:path>
            </a:pathLst>
          </a:custGeom>
          <a:solidFill>
            <a:srgbClr val="2525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" name="자유형: 도형 8">
            <a:extLst>
              <a:ext uri="{FF2B5EF4-FFF2-40B4-BE49-F238E27FC236}">
                <a16:creationId xmlns:a16="http://schemas.microsoft.com/office/drawing/2014/main" id="{E26E96F2-8B07-4AA4-A2D4-E133B89C4666}"/>
              </a:ext>
            </a:extLst>
          </p:cNvPr>
          <p:cNvSpPr/>
          <p:nvPr userDrawn="1"/>
        </p:nvSpPr>
        <p:spPr>
          <a:xfrm>
            <a:off x="5939135" y="956926"/>
            <a:ext cx="5867023" cy="4944144"/>
          </a:xfrm>
          <a:custGeom>
            <a:avLst/>
            <a:gdLst>
              <a:gd name="connsiteX0" fmla="*/ 3343565 w 5867023"/>
              <a:gd name="connsiteY0" fmla="*/ 0 h 4944144"/>
              <a:gd name="connsiteX1" fmla="*/ 5470077 w 5867023"/>
              <a:gd name="connsiteY1" fmla="*/ 0 h 4944144"/>
              <a:gd name="connsiteX2" fmla="*/ 5470077 w 5867023"/>
              <a:gd name="connsiteY2" fmla="*/ 1 h 4944144"/>
              <a:gd name="connsiteX3" fmla="*/ 5777021 w 5867023"/>
              <a:gd name="connsiteY3" fmla="*/ 1 h 4944144"/>
              <a:gd name="connsiteX4" fmla="*/ 5867023 w 5867023"/>
              <a:gd name="connsiteY4" fmla="*/ 90003 h 4944144"/>
              <a:gd name="connsiteX5" fmla="*/ 5867023 w 5867023"/>
              <a:gd name="connsiteY5" fmla="*/ 152400 h 4944144"/>
              <a:gd name="connsiteX6" fmla="*/ 5867023 w 5867023"/>
              <a:gd name="connsiteY6" fmla="*/ 449999 h 4944144"/>
              <a:gd name="connsiteX7" fmla="*/ 5867023 w 5867023"/>
              <a:gd name="connsiteY7" fmla="*/ 4494145 h 4944144"/>
              <a:gd name="connsiteX8" fmla="*/ 5867023 w 5867023"/>
              <a:gd name="connsiteY8" fmla="*/ 4550737 h 4944144"/>
              <a:gd name="connsiteX9" fmla="*/ 5867023 w 5867023"/>
              <a:gd name="connsiteY9" fmla="*/ 4854141 h 4944144"/>
              <a:gd name="connsiteX10" fmla="*/ 5777021 w 5867023"/>
              <a:gd name="connsiteY10" fmla="*/ 4944143 h 4944144"/>
              <a:gd name="connsiteX11" fmla="*/ 5470077 w 5867023"/>
              <a:gd name="connsiteY11" fmla="*/ 4944143 h 4944144"/>
              <a:gd name="connsiteX12" fmla="*/ 5417025 w 5867023"/>
              <a:gd name="connsiteY12" fmla="*/ 4944143 h 4944144"/>
              <a:gd name="connsiteX13" fmla="*/ 3343565 w 5867023"/>
              <a:gd name="connsiteY13" fmla="*/ 4944143 h 4944144"/>
              <a:gd name="connsiteX14" fmla="*/ 3343565 w 5867023"/>
              <a:gd name="connsiteY14" fmla="*/ 4942689 h 4944144"/>
              <a:gd name="connsiteX15" fmla="*/ 3336361 w 5867023"/>
              <a:gd name="connsiteY15" fmla="*/ 4944143 h 4944144"/>
              <a:gd name="connsiteX16" fmla="*/ 2982692 w 5867023"/>
              <a:gd name="connsiteY16" fmla="*/ 4944143 h 4944144"/>
              <a:gd name="connsiteX17" fmla="*/ 2982687 w 5867023"/>
              <a:gd name="connsiteY17" fmla="*/ 4944144 h 4944144"/>
              <a:gd name="connsiteX18" fmla="*/ 2665971 w 5867023"/>
              <a:gd name="connsiteY18" fmla="*/ 4944144 h 4944144"/>
              <a:gd name="connsiteX19" fmla="*/ 2611231 w 5867023"/>
              <a:gd name="connsiteY19" fmla="*/ 4944144 h 4944144"/>
              <a:gd name="connsiteX20" fmla="*/ 471758 w 5867023"/>
              <a:gd name="connsiteY20" fmla="*/ 4944144 h 4944144"/>
              <a:gd name="connsiteX21" fmla="*/ 471758 w 5867023"/>
              <a:gd name="connsiteY21" fmla="*/ 4942690 h 4944144"/>
              <a:gd name="connsiteX22" fmla="*/ 464324 w 5867023"/>
              <a:gd name="connsiteY22" fmla="*/ 4944144 h 4944144"/>
              <a:gd name="connsiteX23" fmla="*/ 92867 w 5867023"/>
              <a:gd name="connsiteY23" fmla="*/ 4944144 h 4944144"/>
              <a:gd name="connsiteX24" fmla="*/ 0 w 5867023"/>
              <a:gd name="connsiteY24" fmla="*/ 4854142 h 4944144"/>
              <a:gd name="connsiteX25" fmla="*/ 0 w 5867023"/>
              <a:gd name="connsiteY25" fmla="*/ 4550738 h 4944144"/>
              <a:gd name="connsiteX26" fmla="*/ 0 w 5867023"/>
              <a:gd name="connsiteY26" fmla="*/ 4494146 h 4944144"/>
              <a:gd name="connsiteX27" fmla="*/ 0 w 5867023"/>
              <a:gd name="connsiteY27" fmla="*/ 450001 h 4944144"/>
              <a:gd name="connsiteX28" fmla="*/ 0 w 5867023"/>
              <a:gd name="connsiteY28" fmla="*/ 152401 h 4944144"/>
              <a:gd name="connsiteX29" fmla="*/ 0 w 5867023"/>
              <a:gd name="connsiteY29" fmla="*/ 90004 h 4944144"/>
              <a:gd name="connsiteX30" fmla="*/ 92867 w 5867023"/>
              <a:gd name="connsiteY30" fmla="*/ 2 h 4944144"/>
              <a:gd name="connsiteX31" fmla="*/ 464324 w 5867023"/>
              <a:gd name="connsiteY31" fmla="*/ 2 h 4944144"/>
              <a:gd name="connsiteX32" fmla="*/ 471758 w 5867023"/>
              <a:gd name="connsiteY32" fmla="*/ 1457 h 4944144"/>
              <a:gd name="connsiteX33" fmla="*/ 471758 w 5867023"/>
              <a:gd name="connsiteY33" fmla="*/ 1 h 4944144"/>
              <a:gd name="connsiteX34" fmla="*/ 2665971 w 5867023"/>
              <a:gd name="connsiteY34" fmla="*/ 1 h 4944144"/>
              <a:gd name="connsiteX35" fmla="*/ 2665971 w 5867023"/>
              <a:gd name="connsiteY35" fmla="*/ 2 h 4944144"/>
              <a:gd name="connsiteX36" fmla="*/ 2976360 w 5867023"/>
              <a:gd name="connsiteY36" fmla="*/ 2 h 4944144"/>
              <a:gd name="connsiteX37" fmla="*/ 2976365 w 5867023"/>
              <a:gd name="connsiteY37" fmla="*/ 1 h 4944144"/>
              <a:gd name="connsiteX38" fmla="*/ 3336361 w 5867023"/>
              <a:gd name="connsiteY38" fmla="*/ 1 h 4944144"/>
              <a:gd name="connsiteX39" fmla="*/ 3343565 w 5867023"/>
              <a:gd name="connsiteY39" fmla="*/ 1456 h 49441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5867023" h="4944144">
                <a:moveTo>
                  <a:pt x="3343565" y="0"/>
                </a:moveTo>
                <a:lnTo>
                  <a:pt x="5470077" y="0"/>
                </a:lnTo>
                <a:lnTo>
                  <a:pt x="5470077" y="1"/>
                </a:lnTo>
                <a:lnTo>
                  <a:pt x="5777021" y="1"/>
                </a:lnTo>
                <a:cubicBezTo>
                  <a:pt x="5826728" y="1"/>
                  <a:pt x="5867023" y="40296"/>
                  <a:pt x="5867023" y="90003"/>
                </a:cubicBezTo>
                <a:lnTo>
                  <a:pt x="5867023" y="152400"/>
                </a:lnTo>
                <a:lnTo>
                  <a:pt x="5867023" y="449999"/>
                </a:lnTo>
                <a:lnTo>
                  <a:pt x="5867023" y="4494145"/>
                </a:lnTo>
                <a:lnTo>
                  <a:pt x="5867023" y="4550737"/>
                </a:lnTo>
                <a:lnTo>
                  <a:pt x="5867023" y="4854141"/>
                </a:lnTo>
                <a:cubicBezTo>
                  <a:pt x="5867023" y="4903848"/>
                  <a:pt x="5826728" y="4944143"/>
                  <a:pt x="5777021" y="4944143"/>
                </a:cubicBezTo>
                <a:lnTo>
                  <a:pt x="5470077" y="4944143"/>
                </a:lnTo>
                <a:lnTo>
                  <a:pt x="5417025" y="4944143"/>
                </a:lnTo>
                <a:lnTo>
                  <a:pt x="3343565" y="4944143"/>
                </a:lnTo>
                <a:lnTo>
                  <a:pt x="3343565" y="4942689"/>
                </a:lnTo>
                <a:lnTo>
                  <a:pt x="3336361" y="4944143"/>
                </a:lnTo>
                <a:lnTo>
                  <a:pt x="2982692" y="4944143"/>
                </a:lnTo>
                <a:lnTo>
                  <a:pt x="2982687" y="4944144"/>
                </a:lnTo>
                <a:lnTo>
                  <a:pt x="2665971" y="4944144"/>
                </a:lnTo>
                <a:lnTo>
                  <a:pt x="2611231" y="4944144"/>
                </a:lnTo>
                <a:lnTo>
                  <a:pt x="471758" y="4944144"/>
                </a:lnTo>
                <a:lnTo>
                  <a:pt x="471758" y="4942690"/>
                </a:lnTo>
                <a:lnTo>
                  <a:pt x="464324" y="4944144"/>
                </a:lnTo>
                <a:lnTo>
                  <a:pt x="92867" y="4944144"/>
                </a:lnTo>
                <a:cubicBezTo>
                  <a:pt x="41578" y="4944144"/>
                  <a:pt x="0" y="4903849"/>
                  <a:pt x="0" y="4854142"/>
                </a:cubicBezTo>
                <a:lnTo>
                  <a:pt x="0" y="4550738"/>
                </a:lnTo>
                <a:lnTo>
                  <a:pt x="0" y="4494146"/>
                </a:lnTo>
                <a:lnTo>
                  <a:pt x="0" y="450001"/>
                </a:lnTo>
                <a:lnTo>
                  <a:pt x="0" y="152401"/>
                </a:lnTo>
                <a:lnTo>
                  <a:pt x="0" y="90004"/>
                </a:lnTo>
                <a:cubicBezTo>
                  <a:pt x="0" y="40297"/>
                  <a:pt x="41578" y="2"/>
                  <a:pt x="92867" y="2"/>
                </a:cubicBezTo>
                <a:lnTo>
                  <a:pt x="464324" y="2"/>
                </a:lnTo>
                <a:lnTo>
                  <a:pt x="471758" y="1457"/>
                </a:lnTo>
                <a:lnTo>
                  <a:pt x="471758" y="1"/>
                </a:lnTo>
                <a:lnTo>
                  <a:pt x="2665971" y="1"/>
                </a:lnTo>
                <a:lnTo>
                  <a:pt x="2665971" y="2"/>
                </a:lnTo>
                <a:lnTo>
                  <a:pt x="2976360" y="2"/>
                </a:lnTo>
                <a:lnTo>
                  <a:pt x="2976365" y="1"/>
                </a:lnTo>
                <a:lnTo>
                  <a:pt x="3336361" y="1"/>
                </a:lnTo>
                <a:lnTo>
                  <a:pt x="3343565" y="1456"/>
                </a:lnTo>
                <a:close/>
              </a:path>
            </a:pathLst>
          </a:custGeom>
          <a:solidFill>
            <a:srgbClr val="2525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0968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DC3AF39-D6FA-49AE-A20C-6BEC384D730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D9237C0-DEEB-4509-B282-8B77052DFE10}" type="datetimeFigureOut">
              <a:rPr lang="en-US" smtClean="0"/>
              <a:t>10/29/2024</a:t>
            </a:fld>
            <a:endParaRPr 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C92E814-53C5-4148-A1A6-6C1EE6D821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62BB5DA-7987-40B4-8338-290131DDC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A4C0CDA-1314-4A01-8806-71ADB853FB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87624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C7AC471-8FBA-4689-8D97-C1B7D27E1B1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153CFE-A454-4AD5-AE34-C19A2144FDCA}" type="datetimeFigureOut">
              <a:rPr lang="en-US" smtClean="0"/>
              <a:t>10/29/2024</a:t>
            </a:fld>
            <a:endParaRPr 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12425C9-A0C9-421A-8E99-45F8C74AD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1C0C3B6-8FEA-4720-90EF-2945AC1D0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FFE8B21-3BC9-4667-A4AB-1542BE6D9E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67454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FE8BAC-A769-4532-85E5-99B94F6E21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23C0A3A-F7FC-4D26-A3D2-80FF5F608E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97148EE-2602-4221-81BB-D228E5E138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CB17D-121F-4312-B951-5A331E85968A}" type="datetimeFigureOut">
              <a:rPr lang="en-US" smtClean="0"/>
              <a:t>10/29/2024</a:t>
            </a:fld>
            <a:endParaRPr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D17B1DD-F0E0-408E-AAFE-C18AA781BE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6533CD0-6AB3-4444-892B-F305B23A69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6486A-CC35-4C92-AA85-0ED15FF437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44633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59FF047-B835-4BA3-BB32-9BFFCDB3894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248CE4-5AAD-415C-A227-AFA3247F32EA}" type="datetimeFigureOut">
              <a:rPr lang="en-US" smtClean="0"/>
              <a:t>10/29/2024</a:t>
            </a:fld>
            <a:endParaRPr 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AEE3754-6F86-45FD-9D9E-6F6E4452C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A4B33D4-2AD2-46CE-BF20-1422421E92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313E57-86BB-4C76-882D-587E9F2D50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863416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9A1D47C-EA2F-4B68-B622-AE01BADF9A4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55BC975-B14E-4486-B771-8132D250F685}" type="datetimeFigureOut">
              <a:rPr lang="en-US" smtClean="0"/>
              <a:t>10/29/2024</a:t>
            </a:fld>
            <a:endParaRPr 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3A5D711-8C74-4FFC-85FC-B9A5A16576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45538B6-E86F-4E92-9C35-B4668F351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9C94C1E-D248-4383-85F4-67C1F82315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591197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84CDFE-E18F-47D7-8374-B476F02545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5A2727-63E4-465B-B1A5-571FBE9125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634C555-1137-4CD6-B7A1-725BB2E9E75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91CCB17D-121F-4312-B951-5A331E85968A}" type="datetimeFigureOut">
              <a:rPr lang="en-US" smtClean="0"/>
              <a:t>10/29/2024</a:t>
            </a:fld>
            <a:endParaRPr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E2C4A6B-87AE-4A63-B0F4-DA08B1D20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DCAC11D-49E7-4ED2-908F-CED2911CC4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08B6486A-CC35-4C92-AA85-0ED15FF437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7783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theme" Target="../theme/theme1.xml"/><Relationship Id="rId7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jp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theme" Target="../theme/theme3.xml"/><Relationship Id="rId3" Type="http://schemas.openxmlformats.org/officeDocument/2006/relationships/slideLayout" Target="../slideLayouts/slideLayout7.xml"/><Relationship Id="rId7" Type="http://schemas.openxmlformats.org/officeDocument/2006/relationships/slideLayout" Target="../slideLayouts/slideLayout11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slideLayout" Target="../slideLayouts/slideLayout10.xml"/><Relationship Id="rId5" Type="http://schemas.openxmlformats.org/officeDocument/2006/relationships/slideLayout" Target="../slideLayouts/slideLayout9.xml"/><Relationship Id="rId4" Type="http://schemas.openxmlformats.org/officeDocument/2006/relationships/slideLayout" Target="../slideLayouts/slideLayout8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4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theme" Target="../theme/theme6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AD73A5BB-38D4-4498-8F36-7B3EAE0B5D1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525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85FFDE64-01E1-46EA-BB89-00B7444A145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443685" y="4369869"/>
            <a:ext cx="4748316" cy="2488131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4C8D98F9-4974-4294-936D-6577B0CFA938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09299" y="1719014"/>
            <a:ext cx="576000" cy="314184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FE487EEE-5E3F-40E6-9CC6-EF232DBF611C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44690" y="2996962"/>
            <a:ext cx="3012221" cy="28080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2F615880-2C53-4596-AB71-978EA75B1095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29548" y="2627622"/>
            <a:ext cx="1080000" cy="18000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CBACF627-C2AD-49EF-AF10-77833DB1F777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36795" y="2627622"/>
            <a:ext cx="1446667" cy="1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81647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714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B7683328-6EED-4EB2-A728-3B8EBC825EC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54553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5" r:id="rId2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69A5723D-ECDD-47C1-B2C4-13D55AE6CE97}"/>
              </a:ext>
            </a:extLst>
          </p:cNvPr>
          <p:cNvSpPr/>
          <p:nvPr userDrawn="1"/>
        </p:nvSpPr>
        <p:spPr>
          <a:xfrm>
            <a:off x="1988288" y="0"/>
            <a:ext cx="10203712" cy="6858000"/>
          </a:xfrm>
          <a:prstGeom prst="rect">
            <a:avLst/>
          </a:prstGeom>
          <a:solidFill>
            <a:srgbClr val="E2E2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4848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716" r:id="rId2"/>
    <p:sldLayoutId id="2147483692" r:id="rId3"/>
    <p:sldLayoutId id="2147483693" r:id="rId4"/>
    <p:sldLayoutId id="2147483694" r:id="rId5"/>
    <p:sldLayoutId id="2147483695" r:id="rId6"/>
    <p:sldLayoutId id="2147483687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AFA77E9E-86EF-4900-9640-64B664D4B0F6}"/>
              </a:ext>
            </a:extLst>
          </p:cNvPr>
          <p:cNvSpPr/>
          <p:nvPr userDrawn="1"/>
        </p:nvSpPr>
        <p:spPr>
          <a:xfrm>
            <a:off x="1988288" y="0"/>
            <a:ext cx="10203712" cy="6858000"/>
          </a:xfrm>
          <a:prstGeom prst="rect">
            <a:avLst/>
          </a:prstGeom>
          <a:solidFill>
            <a:srgbClr val="2525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AC08DC2-1665-4257-AF90-03D7DD53D761}"/>
              </a:ext>
            </a:extLst>
          </p:cNvPr>
          <p:cNvSpPr/>
          <p:nvPr userDrawn="1"/>
        </p:nvSpPr>
        <p:spPr>
          <a:xfrm>
            <a:off x="0" y="0"/>
            <a:ext cx="1988288" cy="6858000"/>
          </a:xfrm>
          <a:prstGeom prst="rect">
            <a:avLst/>
          </a:prstGeom>
          <a:solidFill>
            <a:srgbClr val="1919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0147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13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700AA436-8662-419A-B647-D9970B8810FF}"/>
              </a:ext>
            </a:extLst>
          </p:cNvPr>
          <p:cNvSpPr/>
          <p:nvPr userDrawn="1"/>
        </p:nvSpPr>
        <p:spPr>
          <a:xfrm>
            <a:off x="1988288" y="0"/>
            <a:ext cx="10203712" cy="6858000"/>
          </a:xfrm>
          <a:prstGeom prst="rect">
            <a:avLst/>
          </a:prstGeom>
          <a:solidFill>
            <a:srgbClr val="1919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E849A4C-75F8-4C5B-9436-716B7E0DDFF9}"/>
              </a:ext>
            </a:extLst>
          </p:cNvPr>
          <p:cNvSpPr/>
          <p:nvPr userDrawn="1"/>
        </p:nvSpPr>
        <p:spPr>
          <a:xfrm>
            <a:off x="0" y="0"/>
            <a:ext cx="1988288" cy="6858000"/>
          </a:xfrm>
          <a:prstGeom prst="rect">
            <a:avLst/>
          </a:prstGeom>
          <a:solidFill>
            <a:srgbClr val="2525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7631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AD73A5BB-38D4-4498-8F36-7B3EAE0B5D1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525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그래픽 9">
            <a:extLst>
              <a:ext uri="{FF2B5EF4-FFF2-40B4-BE49-F238E27FC236}">
                <a16:creationId xmlns:a16="http://schemas.microsoft.com/office/drawing/2014/main" id="{ED349263-C087-4BD0-BDC1-2A7BFCF0908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825138" y="3071407"/>
            <a:ext cx="2541723" cy="352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19897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순서도: 수행의 시작/종료 1">
            <a:extLst>
              <a:ext uri="{FF2B5EF4-FFF2-40B4-BE49-F238E27FC236}">
                <a16:creationId xmlns:a16="http://schemas.microsoft.com/office/drawing/2014/main" id="{88F74176-33DF-4C27-954F-24122A738495}"/>
              </a:ext>
            </a:extLst>
          </p:cNvPr>
          <p:cNvSpPr/>
          <p:nvPr/>
        </p:nvSpPr>
        <p:spPr>
          <a:xfrm>
            <a:off x="1398494" y="5736851"/>
            <a:ext cx="842682" cy="259977"/>
          </a:xfrm>
          <a:prstGeom prst="flowChartTerminator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E9BCCCD-6223-4892-B51C-7191846FCF75}"/>
              </a:ext>
            </a:extLst>
          </p:cNvPr>
          <p:cNvSpPr txBox="1"/>
          <p:nvPr/>
        </p:nvSpPr>
        <p:spPr>
          <a:xfrm>
            <a:off x="1447251" y="5749682"/>
            <a:ext cx="7505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b="1" dirty="0">
                <a:solidFill>
                  <a:srgbClr val="4C4C5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와이즈넛</a:t>
            </a:r>
            <a:endParaRPr lang="en-US" sz="1100" b="1" dirty="0">
              <a:solidFill>
                <a:srgbClr val="4C4C5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040DDC0-93D5-409B-AA33-0F4DF1AE70E0}"/>
              </a:ext>
            </a:extLst>
          </p:cNvPr>
          <p:cNvSpPr txBox="1"/>
          <p:nvPr/>
        </p:nvSpPr>
        <p:spPr>
          <a:xfrm>
            <a:off x="1351549" y="3761461"/>
            <a:ext cx="254887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>
                <a:solidFill>
                  <a:srgbClr val="7A7A8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코비젼 통합검색 템플릿 가이드</a:t>
            </a:r>
            <a:endParaRPr lang="en-US" sz="1100" dirty="0">
              <a:solidFill>
                <a:srgbClr val="7A7A8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943839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5F0B8C90-04BD-47E7-AFB4-E76316FD0F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97367" y="1720666"/>
            <a:ext cx="3482962" cy="124391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32208C31-D3A9-4672-893C-7DC232061486}"/>
              </a:ext>
            </a:extLst>
          </p:cNvPr>
          <p:cNvSpPr txBox="1"/>
          <p:nvPr/>
        </p:nvSpPr>
        <p:spPr>
          <a:xfrm>
            <a:off x="1264118" y="3265373"/>
            <a:ext cx="2964581" cy="14664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600"/>
              </a:lnSpc>
            </a:pPr>
            <a:r>
              <a:rPr lang="ko-KR" altLang="en-US" sz="3600" dirty="0">
                <a:solidFill>
                  <a:schemeClr val="bg1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통 합 검 색</a:t>
            </a:r>
            <a:endParaRPr lang="en-US" altLang="ko-KR" sz="3600" dirty="0">
              <a:solidFill>
                <a:schemeClr val="bg1"/>
              </a:solidFill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>
              <a:lnSpc>
                <a:spcPts val="5600"/>
              </a:lnSpc>
            </a:pPr>
            <a:r>
              <a:rPr lang="ko-KR" altLang="en-US" sz="3600" dirty="0">
                <a:solidFill>
                  <a:schemeClr val="bg1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템 플 릿</a:t>
            </a:r>
            <a:endParaRPr lang="en-US" sz="3600" dirty="0">
              <a:solidFill>
                <a:schemeClr val="bg1"/>
              </a:solidFill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292E24-AA1E-4CEA-8969-C954889A0C61}"/>
              </a:ext>
            </a:extLst>
          </p:cNvPr>
          <p:cNvSpPr txBox="1"/>
          <p:nvPr/>
        </p:nvSpPr>
        <p:spPr>
          <a:xfrm>
            <a:off x="9346129" y="4002006"/>
            <a:ext cx="2384053" cy="503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700"/>
              </a:lnSpc>
            </a:pPr>
            <a:r>
              <a:rPr lang="en-US" altLang="ko-KR" sz="1050" b="1" dirty="0">
                <a:solidFill>
                  <a:srgbClr val="40404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01 </a:t>
            </a:r>
            <a:r>
              <a:rPr lang="ko-KR" altLang="en-US" sz="1050" dirty="0">
                <a:solidFill>
                  <a:srgbClr val="40404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통합검색 안내</a:t>
            </a:r>
            <a:endParaRPr lang="en-US" altLang="ko-KR" sz="1050" dirty="0">
              <a:solidFill>
                <a:srgbClr val="404046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ts val="1700"/>
              </a:lnSpc>
            </a:pPr>
            <a:r>
              <a:rPr lang="en-US" altLang="ko-KR" sz="1050" b="1" dirty="0">
                <a:solidFill>
                  <a:srgbClr val="404046"/>
                </a:solidFill>
                <a:latin typeface="맑은 고딕" panose="020B0503020000020004" pitchFamily="50" charset="-127"/>
              </a:rPr>
              <a:t>02 </a:t>
            </a:r>
            <a:r>
              <a:rPr lang="ko-KR" altLang="en-US" sz="1050" dirty="0">
                <a:solidFill>
                  <a:srgbClr val="404046"/>
                </a:solidFill>
                <a:latin typeface="맑은 고딕" panose="020B0503020000020004" pitchFamily="50" charset="-127"/>
              </a:rPr>
              <a:t>템플릿 안내</a:t>
            </a:r>
            <a:r>
              <a:rPr lang="en-US" altLang="ko-KR" sz="1050" dirty="0">
                <a:solidFill>
                  <a:srgbClr val="404046"/>
                </a:solidFill>
                <a:latin typeface="맑은 고딕" panose="020B0503020000020004" pitchFamily="50" charset="-127"/>
              </a:rPr>
              <a:t>_</a:t>
            </a:r>
            <a:r>
              <a:rPr lang="ko-KR" altLang="en-US" sz="1050" dirty="0">
                <a:solidFill>
                  <a:srgbClr val="404046"/>
                </a:solidFill>
                <a:latin typeface="맑은 고딕" panose="020B0503020000020004" pitchFamily="50" charset="-127"/>
              </a:rPr>
              <a:t>와이즈넛</a:t>
            </a:r>
            <a:endParaRPr lang="en-US" altLang="ko-KR" sz="1050" dirty="0">
              <a:solidFill>
                <a:srgbClr val="404046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118209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자유형: 도형 17">
            <a:extLst>
              <a:ext uri="{FF2B5EF4-FFF2-40B4-BE49-F238E27FC236}">
                <a16:creationId xmlns:a16="http://schemas.microsoft.com/office/drawing/2014/main" id="{D4924878-31B5-451C-A7A5-17AD91399484}"/>
              </a:ext>
            </a:extLst>
          </p:cNvPr>
          <p:cNvSpPr/>
          <p:nvPr/>
        </p:nvSpPr>
        <p:spPr>
          <a:xfrm>
            <a:off x="382776" y="956926"/>
            <a:ext cx="499958" cy="261610"/>
          </a:xfrm>
          <a:custGeom>
            <a:avLst/>
            <a:gdLst>
              <a:gd name="connsiteX0" fmla="*/ 130710 w 499958"/>
              <a:gd name="connsiteY0" fmla="*/ 0 h 261610"/>
              <a:gd name="connsiteX1" fmla="*/ 131400 w 499958"/>
              <a:gd name="connsiteY1" fmla="*/ 0 h 261610"/>
              <a:gd name="connsiteX2" fmla="*/ 369249 w 499958"/>
              <a:gd name="connsiteY2" fmla="*/ 0 h 261610"/>
              <a:gd name="connsiteX3" fmla="*/ 499958 w 499958"/>
              <a:gd name="connsiteY3" fmla="*/ 130805 h 261610"/>
              <a:gd name="connsiteX4" fmla="*/ 369249 w 499958"/>
              <a:gd name="connsiteY4" fmla="*/ 261610 h 261610"/>
              <a:gd name="connsiteX5" fmla="*/ 131400 w 499958"/>
              <a:gd name="connsiteY5" fmla="*/ 261610 h 261610"/>
              <a:gd name="connsiteX6" fmla="*/ 130710 w 499958"/>
              <a:gd name="connsiteY6" fmla="*/ 261610 h 261610"/>
              <a:gd name="connsiteX7" fmla="*/ 130710 w 499958"/>
              <a:gd name="connsiteY7" fmla="*/ 261472 h 261610"/>
              <a:gd name="connsiteX8" fmla="*/ 80253 w 499958"/>
              <a:gd name="connsiteY8" fmla="*/ 251331 h 261610"/>
              <a:gd name="connsiteX9" fmla="*/ 0 w 499958"/>
              <a:gd name="connsiteY9" fmla="*/ 130805 h 261610"/>
              <a:gd name="connsiteX10" fmla="*/ 80253 w 499958"/>
              <a:gd name="connsiteY10" fmla="*/ 10280 h 261610"/>
              <a:gd name="connsiteX11" fmla="*/ 130710 w 499958"/>
              <a:gd name="connsiteY11" fmla="*/ 139 h 261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99958" h="261610">
                <a:moveTo>
                  <a:pt x="130710" y="0"/>
                </a:moveTo>
                <a:lnTo>
                  <a:pt x="131400" y="0"/>
                </a:lnTo>
                <a:lnTo>
                  <a:pt x="369249" y="0"/>
                </a:lnTo>
                <a:cubicBezTo>
                  <a:pt x="441438" y="0"/>
                  <a:pt x="499958" y="58563"/>
                  <a:pt x="499958" y="130805"/>
                </a:cubicBezTo>
                <a:cubicBezTo>
                  <a:pt x="499958" y="203047"/>
                  <a:pt x="441438" y="261610"/>
                  <a:pt x="369249" y="261610"/>
                </a:cubicBezTo>
                <a:lnTo>
                  <a:pt x="131400" y="261610"/>
                </a:lnTo>
                <a:lnTo>
                  <a:pt x="130710" y="261610"/>
                </a:lnTo>
                <a:lnTo>
                  <a:pt x="130710" y="261472"/>
                </a:lnTo>
                <a:lnTo>
                  <a:pt x="80253" y="251331"/>
                </a:lnTo>
                <a:cubicBezTo>
                  <a:pt x="33092" y="231474"/>
                  <a:pt x="0" y="184987"/>
                  <a:pt x="0" y="130805"/>
                </a:cubicBezTo>
                <a:cubicBezTo>
                  <a:pt x="0" y="76624"/>
                  <a:pt x="33092" y="30137"/>
                  <a:pt x="80253" y="10280"/>
                </a:cubicBezTo>
                <a:lnTo>
                  <a:pt x="130710" y="13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C6D5BCE-9D1D-4D29-8702-05DFC5BD9997}"/>
              </a:ext>
            </a:extLst>
          </p:cNvPr>
          <p:cNvSpPr txBox="1"/>
          <p:nvPr/>
        </p:nvSpPr>
        <p:spPr>
          <a:xfrm>
            <a:off x="417667" y="854176"/>
            <a:ext cx="430176" cy="3939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5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01</a:t>
            </a:r>
            <a:endParaRPr lang="en-US" sz="15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91A0D7C-ADB2-47F9-9483-0E06428A46AD}"/>
              </a:ext>
            </a:extLst>
          </p:cNvPr>
          <p:cNvSpPr txBox="1"/>
          <p:nvPr/>
        </p:nvSpPr>
        <p:spPr>
          <a:xfrm>
            <a:off x="296725" y="1302236"/>
            <a:ext cx="110223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통합검색</a:t>
            </a:r>
            <a:endParaRPr lang="en-US" altLang="ko-KR" sz="15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15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안내</a:t>
            </a:r>
            <a:endParaRPr lang="en-US" sz="15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8B86C05-895E-4F94-B9C4-292A487D739A}"/>
              </a:ext>
            </a:extLst>
          </p:cNvPr>
          <p:cNvSpPr txBox="1"/>
          <p:nvPr/>
        </p:nvSpPr>
        <p:spPr>
          <a:xfrm>
            <a:off x="1805995" y="1224960"/>
            <a:ext cx="19271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템플릿</a:t>
            </a:r>
            <a:endParaRPr lang="en-US" sz="14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EE4F8ECA-661F-40AB-B41A-5C65C804B5F4}"/>
              </a:ext>
            </a:extLst>
          </p:cNvPr>
          <p:cNvCxnSpPr/>
          <p:nvPr/>
        </p:nvCxnSpPr>
        <p:spPr>
          <a:xfrm>
            <a:off x="1902563" y="1865759"/>
            <a:ext cx="2497987" cy="0"/>
          </a:xfrm>
          <a:prstGeom prst="line">
            <a:avLst/>
          </a:prstGeom>
          <a:ln>
            <a:solidFill>
              <a:srgbClr val="4C4C5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0D69A762-98B4-4761-87A4-CF7043666111}"/>
              </a:ext>
            </a:extLst>
          </p:cNvPr>
          <p:cNvSpPr txBox="1"/>
          <p:nvPr/>
        </p:nvSpPr>
        <p:spPr>
          <a:xfrm>
            <a:off x="4975128" y="1224960"/>
            <a:ext cx="17858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디자인</a:t>
            </a:r>
            <a:endParaRPr lang="en-US" sz="14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52" name="직선 연결선 51">
            <a:extLst>
              <a:ext uri="{FF2B5EF4-FFF2-40B4-BE49-F238E27FC236}">
                <a16:creationId xmlns:a16="http://schemas.microsoft.com/office/drawing/2014/main" id="{5144D70C-7015-4F98-91BA-6C4FA8FCEDB5}"/>
              </a:ext>
            </a:extLst>
          </p:cNvPr>
          <p:cNvCxnSpPr/>
          <p:nvPr/>
        </p:nvCxnSpPr>
        <p:spPr>
          <a:xfrm>
            <a:off x="5071696" y="1865759"/>
            <a:ext cx="2497987" cy="0"/>
          </a:xfrm>
          <a:prstGeom prst="line">
            <a:avLst/>
          </a:prstGeom>
          <a:ln>
            <a:solidFill>
              <a:srgbClr val="4C4C5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3535F7A8-7694-4223-A3A0-B7E2D7239295}"/>
              </a:ext>
            </a:extLst>
          </p:cNvPr>
          <p:cNvSpPr txBox="1"/>
          <p:nvPr/>
        </p:nvSpPr>
        <p:spPr>
          <a:xfrm>
            <a:off x="8157176" y="1224958"/>
            <a:ext cx="34442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기능</a:t>
            </a:r>
            <a:endParaRPr lang="en-US" sz="14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EEB6EC0-66CC-471D-BB06-8B4004B5FAA4}"/>
              </a:ext>
            </a:extLst>
          </p:cNvPr>
          <p:cNvSpPr txBox="1"/>
          <p:nvPr/>
        </p:nvSpPr>
        <p:spPr>
          <a:xfrm>
            <a:off x="8220827" y="2025944"/>
            <a:ext cx="295921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* </a:t>
            </a:r>
            <a:r>
              <a:rPr lang="ko-KR" altLang="en-US" sz="11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관리 및 기능 구현 시 </a:t>
            </a:r>
            <a:r>
              <a:rPr lang="en-US" altLang="ko-KR" sz="11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PM</a:t>
            </a:r>
            <a:r>
              <a:rPr lang="ko-KR" altLang="en-US" sz="11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과 검토 필요</a:t>
            </a:r>
            <a:endParaRPr lang="en-US" sz="11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E2F695C-6BA5-4527-9CD2-3A6F903E2C3C}"/>
              </a:ext>
            </a:extLst>
          </p:cNvPr>
          <p:cNvSpPr txBox="1"/>
          <p:nvPr/>
        </p:nvSpPr>
        <p:spPr>
          <a:xfrm>
            <a:off x="8120242" y="2235558"/>
            <a:ext cx="3512957" cy="458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9450">
              <a:lnSpc>
                <a:spcPts val="1500"/>
              </a:lnSpc>
            </a:pPr>
            <a:r>
              <a:rPr lang="ko-KR" altLang="en-US" sz="1050" spc="-80" dirty="0">
                <a:solidFill>
                  <a:srgbClr val="A7A7A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기능 구현 시 </a:t>
            </a:r>
            <a:r>
              <a:rPr lang="en-US" altLang="ko-KR" sz="1050" spc="-80" dirty="0">
                <a:solidFill>
                  <a:srgbClr val="A7A7A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PM</a:t>
            </a:r>
            <a:r>
              <a:rPr lang="ko-KR" altLang="en-US" sz="1050" spc="-80" dirty="0">
                <a:solidFill>
                  <a:srgbClr val="A7A7A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과 검토 및 협의가 필요</a:t>
            </a:r>
            <a:endParaRPr lang="en-US" altLang="ko-KR" sz="1050" spc="-80" dirty="0">
              <a:solidFill>
                <a:srgbClr val="A7A7A7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99450">
              <a:lnSpc>
                <a:spcPts val="1500"/>
              </a:lnSpc>
            </a:pPr>
            <a:r>
              <a:rPr lang="en-US" altLang="ko-KR" sz="1050" spc="-80" dirty="0">
                <a:solidFill>
                  <a:srgbClr val="A7A7A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050" spc="-80" dirty="0">
                <a:solidFill>
                  <a:srgbClr val="A7A7A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연관검색어 등</a:t>
            </a:r>
            <a:r>
              <a:rPr lang="en-US" altLang="ko-KR" sz="1050" spc="-80" dirty="0">
                <a:solidFill>
                  <a:srgbClr val="A7A7A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en-US" sz="1050" spc="-80" dirty="0">
              <a:solidFill>
                <a:srgbClr val="A7A7A7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569CEC4-842F-4097-86A4-CCE668CD313E}"/>
              </a:ext>
            </a:extLst>
          </p:cNvPr>
          <p:cNvSpPr txBox="1"/>
          <p:nvPr/>
        </p:nvSpPr>
        <p:spPr>
          <a:xfrm>
            <a:off x="8224290" y="4678362"/>
            <a:ext cx="320282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연관검색어</a:t>
            </a:r>
            <a:endParaRPr lang="en-US" sz="11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EF6ED99-3357-4E8E-8129-8B33F323E1BA}"/>
              </a:ext>
            </a:extLst>
          </p:cNvPr>
          <p:cNvSpPr txBox="1"/>
          <p:nvPr/>
        </p:nvSpPr>
        <p:spPr>
          <a:xfrm>
            <a:off x="8224290" y="4887976"/>
            <a:ext cx="3456583" cy="6506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500"/>
              </a:lnSpc>
            </a:pPr>
            <a:r>
              <a:rPr lang="ko-KR" altLang="en-US" sz="1050" spc="-80" dirty="0">
                <a:solidFill>
                  <a:srgbClr val="A7A7A7"/>
                </a:solidFill>
                <a:latin typeface="맑은 고딕" panose="020B0503020000020004" pitchFamily="50" charset="-127"/>
              </a:rPr>
              <a:t>연관검색어 기능이 있는 템플릿의 경우 </a:t>
            </a:r>
            <a:endParaRPr lang="en-US" altLang="ko-KR" sz="1050" spc="-80" dirty="0">
              <a:solidFill>
                <a:srgbClr val="A7A7A7"/>
              </a:solidFill>
              <a:latin typeface="맑은 고딕" panose="020B0503020000020004" pitchFamily="50" charset="-127"/>
            </a:endParaRPr>
          </a:p>
          <a:p>
            <a:pPr>
              <a:lnSpc>
                <a:spcPts val="1500"/>
              </a:lnSpc>
            </a:pPr>
            <a:r>
              <a:rPr lang="ko-KR" altLang="en-US" sz="1050" spc="-80" dirty="0">
                <a:solidFill>
                  <a:srgbClr val="A7A7A7"/>
                </a:solidFill>
                <a:latin typeface="맑은 고딕" panose="020B0503020000020004" pitchFamily="50" charset="-127"/>
              </a:rPr>
              <a:t>모든 연관검색어를 고객사에서 사전에 등록해야 제공 가능</a:t>
            </a:r>
            <a:endParaRPr lang="en-US" altLang="ko-KR" sz="1050" spc="-80" dirty="0">
              <a:solidFill>
                <a:srgbClr val="A7A7A7"/>
              </a:solidFill>
              <a:latin typeface="맑은 고딕" panose="020B0503020000020004" pitchFamily="50" charset="-127"/>
            </a:endParaRPr>
          </a:p>
          <a:p>
            <a:pPr>
              <a:lnSpc>
                <a:spcPts val="1500"/>
              </a:lnSpc>
            </a:pPr>
            <a:r>
              <a:rPr lang="en-US" altLang="ko-KR" sz="1050" spc="-80" dirty="0">
                <a:solidFill>
                  <a:srgbClr val="A7A7A7"/>
                </a:solidFill>
                <a:latin typeface="맑은 고딕" panose="020B0503020000020004" pitchFamily="50" charset="-127"/>
              </a:rPr>
              <a:t>* PM</a:t>
            </a:r>
            <a:r>
              <a:rPr lang="ko-KR" altLang="en-US" sz="1050" spc="-80" dirty="0">
                <a:solidFill>
                  <a:srgbClr val="A7A7A7"/>
                </a:solidFill>
                <a:latin typeface="맑은 고딕" panose="020B0503020000020004" pitchFamily="50" charset="-127"/>
              </a:rPr>
              <a:t>과 사전 협의 필요</a:t>
            </a:r>
            <a:endParaRPr lang="en-US" altLang="ko-KR" sz="1050" spc="-80" dirty="0">
              <a:solidFill>
                <a:srgbClr val="A7A7A7"/>
              </a:solidFill>
              <a:latin typeface="맑은 고딕" panose="020B0503020000020004" pitchFamily="50" charset="-127"/>
            </a:endParaRPr>
          </a:p>
        </p:txBody>
      </p: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A5B7917C-2DB6-480A-AA7E-9FE84BFDFA95}"/>
              </a:ext>
            </a:extLst>
          </p:cNvPr>
          <p:cNvCxnSpPr>
            <a:cxnSpLocks/>
          </p:cNvCxnSpPr>
          <p:nvPr/>
        </p:nvCxnSpPr>
        <p:spPr>
          <a:xfrm>
            <a:off x="8253745" y="1865757"/>
            <a:ext cx="3300080" cy="0"/>
          </a:xfrm>
          <a:prstGeom prst="line">
            <a:avLst/>
          </a:prstGeom>
          <a:ln>
            <a:solidFill>
              <a:srgbClr val="4C4C5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1B599F4F-A0CA-4C5D-BA97-0D502EE36D7B}"/>
              </a:ext>
            </a:extLst>
          </p:cNvPr>
          <p:cNvSpPr txBox="1"/>
          <p:nvPr/>
        </p:nvSpPr>
        <p:spPr>
          <a:xfrm>
            <a:off x="1828062" y="4699349"/>
            <a:ext cx="162123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기준 해상도</a:t>
            </a:r>
            <a:endParaRPr lang="en-US" sz="11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63BF9D3-25C4-41BB-9D8C-13AC5ED6D2E2}"/>
              </a:ext>
            </a:extLst>
          </p:cNvPr>
          <p:cNvSpPr txBox="1"/>
          <p:nvPr/>
        </p:nvSpPr>
        <p:spPr>
          <a:xfrm>
            <a:off x="1828063" y="4908963"/>
            <a:ext cx="2723472" cy="265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500"/>
              </a:lnSpc>
            </a:pPr>
            <a:r>
              <a:rPr lang="ko-KR" altLang="en-US" sz="1050" spc="-80" dirty="0">
                <a:solidFill>
                  <a:srgbClr val="A7A7A7"/>
                </a:solidFill>
                <a:latin typeface="맑은 고딕" panose="020B0503020000020004" pitchFamily="50" charset="-127"/>
              </a:rPr>
              <a:t>최소 </a:t>
            </a:r>
            <a:r>
              <a:rPr lang="en-US" altLang="ko-KR" sz="1050" spc="-80" dirty="0">
                <a:solidFill>
                  <a:srgbClr val="A7A7A7"/>
                </a:solidFill>
                <a:latin typeface="맑은 고딕" panose="020B0503020000020004" pitchFamily="50" charset="-127"/>
              </a:rPr>
              <a:t>1280px ~ </a:t>
            </a:r>
            <a:r>
              <a:rPr lang="ko-KR" altLang="en-US" sz="1050" spc="-80" dirty="0">
                <a:solidFill>
                  <a:srgbClr val="A7A7A7"/>
                </a:solidFill>
                <a:latin typeface="맑은 고딕" panose="020B0503020000020004" pitchFamily="50" charset="-127"/>
              </a:rPr>
              <a:t>최적 </a:t>
            </a:r>
            <a:r>
              <a:rPr lang="en-US" altLang="ko-KR" sz="1050" spc="-80" dirty="0">
                <a:solidFill>
                  <a:srgbClr val="A7A7A7"/>
                </a:solidFill>
                <a:latin typeface="맑은 고딕" panose="020B0503020000020004" pitchFamily="50" charset="-127"/>
              </a:rPr>
              <a:t>1920px</a:t>
            </a:r>
            <a:endParaRPr lang="en-US" sz="1050" spc="-80" dirty="0">
              <a:solidFill>
                <a:srgbClr val="A7A7A7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DFF4FD1-75F1-46C5-B9CE-A91B9C5E0FBF}"/>
              </a:ext>
            </a:extLst>
          </p:cNvPr>
          <p:cNvSpPr txBox="1"/>
          <p:nvPr/>
        </p:nvSpPr>
        <p:spPr>
          <a:xfrm>
            <a:off x="1828063" y="3485719"/>
            <a:ext cx="18952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>
                <a:solidFill>
                  <a:schemeClr val="bg1"/>
                </a:solidFill>
                <a:latin typeface="맑은 고딕" panose="020B0503020000020004" pitchFamily="50" charset="-127"/>
              </a:rPr>
              <a:t>상세검색</a:t>
            </a:r>
            <a:endParaRPr lang="en-US" altLang="ko-KR" sz="1100" dirty="0">
              <a:solidFill>
                <a:schemeClr val="bg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3A372307-6B75-43E0-B56A-402FB3A52161}"/>
              </a:ext>
            </a:extLst>
          </p:cNvPr>
          <p:cNvSpPr txBox="1"/>
          <p:nvPr/>
        </p:nvSpPr>
        <p:spPr>
          <a:xfrm>
            <a:off x="1726463" y="3695333"/>
            <a:ext cx="2891123" cy="8430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72000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ko-KR" altLang="en-US" sz="1050" spc="-80" dirty="0">
                <a:solidFill>
                  <a:srgbClr val="A7A7A7"/>
                </a:solidFill>
                <a:latin typeface="맑은 고딕" panose="020B0503020000020004" pitchFamily="50" charset="-127"/>
              </a:rPr>
              <a:t>상세검색 </a:t>
            </a:r>
            <a:r>
              <a:rPr lang="en-US" altLang="ko-KR" sz="1050" spc="-80" dirty="0">
                <a:solidFill>
                  <a:srgbClr val="A7A7A7"/>
                </a:solidFill>
                <a:latin typeface="맑은 고딕" panose="020B0503020000020004" pitchFamily="50" charset="-127"/>
              </a:rPr>
              <a:t>:  </a:t>
            </a:r>
            <a:r>
              <a:rPr lang="ko-KR" altLang="en-US" sz="1050" spc="-80" dirty="0">
                <a:solidFill>
                  <a:srgbClr val="A7A7A7"/>
                </a:solidFill>
                <a:latin typeface="맑은 고딕" panose="020B0503020000020004" pitchFamily="50" charset="-127"/>
              </a:rPr>
              <a:t>검색기간</a:t>
            </a:r>
            <a:r>
              <a:rPr lang="en-US" altLang="ko-KR" sz="1050" spc="-80" dirty="0">
                <a:solidFill>
                  <a:srgbClr val="A7A7A7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050" spc="-80" dirty="0">
                <a:solidFill>
                  <a:srgbClr val="A7A7A7"/>
                </a:solidFill>
                <a:latin typeface="맑은 고딕" panose="020B0503020000020004" pitchFamily="50" charset="-127"/>
              </a:rPr>
              <a:t>검색 범위를 지정하여 </a:t>
            </a:r>
            <a:endParaRPr lang="en-US" altLang="ko-KR" sz="1050" spc="-80" dirty="0">
              <a:solidFill>
                <a:srgbClr val="A7A7A7"/>
              </a:solidFill>
              <a:latin typeface="맑은 고딕" panose="020B0503020000020004" pitchFamily="50" charset="-127"/>
            </a:endParaRPr>
          </a:p>
          <a:p>
            <a:pPr marL="99450">
              <a:lnSpc>
                <a:spcPts val="1500"/>
              </a:lnSpc>
            </a:pPr>
            <a:r>
              <a:rPr lang="en-US" altLang="ko-KR" sz="1050" spc="-80" dirty="0">
                <a:solidFill>
                  <a:srgbClr val="A7A7A7"/>
                </a:solidFill>
                <a:latin typeface="맑은 고딕" panose="020B0503020000020004" pitchFamily="50" charset="-127"/>
              </a:rPr>
              <a:t>                  </a:t>
            </a:r>
            <a:r>
              <a:rPr lang="en-US" altLang="ko-KR" sz="400" spc="-80" dirty="0">
                <a:solidFill>
                  <a:srgbClr val="A7A7A7"/>
                </a:solidFill>
                <a:latin typeface="맑은 고딕" panose="020B0503020000020004" pitchFamily="50" charset="-127"/>
              </a:rPr>
              <a:t>    </a:t>
            </a:r>
            <a:r>
              <a:rPr lang="ko-KR" altLang="en-US" sz="1050" spc="-80" dirty="0">
                <a:solidFill>
                  <a:srgbClr val="A7A7A7"/>
                </a:solidFill>
                <a:latin typeface="맑은 고딕" panose="020B0503020000020004" pitchFamily="50" charset="-127"/>
              </a:rPr>
              <a:t>상세 검색이</a:t>
            </a:r>
            <a:r>
              <a:rPr lang="en-US" altLang="ko-KR" sz="1050" spc="-80" dirty="0">
                <a:solidFill>
                  <a:srgbClr val="A7A7A7"/>
                </a:solidFill>
                <a:latin typeface="맑은 고딕" panose="020B0503020000020004" pitchFamily="50" charset="-127"/>
              </a:rPr>
              <a:t> </a:t>
            </a:r>
            <a:r>
              <a:rPr lang="ko-KR" altLang="en-US" sz="1050" spc="-80" dirty="0">
                <a:solidFill>
                  <a:srgbClr val="A7A7A7"/>
                </a:solidFill>
                <a:latin typeface="맑은 고딕" panose="020B0503020000020004" pitchFamily="50" charset="-127"/>
              </a:rPr>
              <a:t>가능</a:t>
            </a:r>
            <a:endParaRPr lang="en-US" altLang="ko-KR" sz="1050" spc="-80" dirty="0">
              <a:solidFill>
                <a:srgbClr val="A7A7A7"/>
              </a:solidFill>
              <a:latin typeface="맑은 고딕" panose="020B0503020000020004" pitchFamily="50" charset="-127"/>
            </a:endParaRPr>
          </a:p>
          <a:p>
            <a:pPr marL="171450" indent="-72000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ko-KR" altLang="en-US" sz="1050" spc="-80" dirty="0">
                <a:solidFill>
                  <a:srgbClr val="A7A7A7"/>
                </a:solidFill>
                <a:latin typeface="맑은 고딕" panose="020B0503020000020004" pitchFamily="50" charset="-127"/>
              </a:rPr>
              <a:t>검색 결과 </a:t>
            </a:r>
            <a:r>
              <a:rPr lang="en-US" altLang="ko-KR" sz="1050" spc="-80" dirty="0">
                <a:solidFill>
                  <a:srgbClr val="A7A7A7"/>
                </a:solidFill>
                <a:latin typeface="맑은 고딕" panose="020B0503020000020004" pitchFamily="50" charset="-127"/>
              </a:rPr>
              <a:t>: </a:t>
            </a:r>
            <a:r>
              <a:rPr lang="en-US" altLang="ko-KR" sz="400" spc="-80" dirty="0">
                <a:solidFill>
                  <a:srgbClr val="A7A7A7"/>
                </a:solidFill>
                <a:latin typeface="맑은 고딕" panose="020B0503020000020004" pitchFamily="50" charset="-127"/>
              </a:rPr>
              <a:t>  </a:t>
            </a:r>
            <a:r>
              <a:rPr lang="ko-KR" altLang="en-US" sz="1050" spc="-80" dirty="0">
                <a:solidFill>
                  <a:srgbClr val="A7A7A7"/>
                </a:solidFill>
                <a:latin typeface="맑은 고딕" panose="020B0503020000020004" pitchFamily="50" charset="-127"/>
              </a:rPr>
              <a:t>정확도순</a:t>
            </a:r>
            <a:r>
              <a:rPr lang="en-US" altLang="ko-KR" sz="1050" spc="-80" dirty="0">
                <a:solidFill>
                  <a:srgbClr val="A7A7A7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050" spc="-80" dirty="0">
                <a:solidFill>
                  <a:srgbClr val="A7A7A7"/>
                </a:solidFill>
                <a:latin typeface="맑은 고딕" panose="020B0503020000020004" pitchFamily="50" charset="-127"/>
              </a:rPr>
              <a:t>날짜순</a:t>
            </a:r>
            <a:r>
              <a:rPr lang="en-US" altLang="ko-KR" sz="1050" spc="-80" dirty="0">
                <a:solidFill>
                  <a:srgbClr val="A7A7A7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050" spc="-80" dirty="0">
                <a:solidFill>
                  <a:srgbClr val="A7A7A7"/>
                </a:solidFill>
                <a:latin typeface="맑은 고딕" panose="020B0503020000020004" pitchFamily="50" charset="-127"/>
              </a:rPr>
              <a:t>제목순으로 </a:t>
            </a:r>
            <a:endParaRPr lang="en-US" altLang="ko-KR" sz="1050" spc="-80" dirty="0">
              <a:solidFill>
                <a:srgbClr val="A7A7A7"/>
              </a:solidFill>
              <a:latin typeface="맑은 고딕" panose="020B0503020000020004" pitchFamily="50" charset="-127"/>
            </a:endParaRPr>
          </a:p>
          <a:p>
            <a:pPr marL="99450">
              <a:lnSpc>
                <a:spcPts val="1500"/>
              </a:lnSpc>
            </a:pPr>
            <a:r>
              <a:rPr lang="en-US" altLang="ko-KR" sz="1050" spc="-80" dirty="0">
                <a:solidFill>
                  <a:srgbClr val="A7A7A7"/>
                </a:solidFill>
                <a:latin typeface="맑은 고딕" panose="020B0503020000020004" pitchFamily="50" charset="-127"/>
              </a:rPr>
              <a:t>                   </a:t>
            </a:r>
            <a:r>
              <a:rPr lang="ko-KR" altLang="en-US" sz="1050" spc="-80" dirty="0">
                <a:solidFill>
                  <a:srgbClr val="A7A7A7"/>
                </a:solidFill>
                <a:latin typeface="맑은 고딕" panose="020B0503020000020004" pitchFamily="50" charset="-127"/>
              </a:rPr>
              <a:t>검색 결과 확인</a:t>
            </a:r>
            <a:endParaRPr lang="en-US" sz="1050" spc="-80" dirty="0">
              <a:solidFill>
                <a:srgbClr val="A7A7A7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A06F1ED0-24EE-403D-9DE0-2EFC8AA91BDD}"/>
              </a:ext>
            </a:extLst>
          </p:cNvPr>
          <p:cNvSpPr txBox="1"/>
          <p:nvPr/>
        </p:nvSpPr>
        <p:spPr>
          <a:xfrm>
            <a:off x="8227176" y="2845964"/>
            <a:ext cx="320282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자동완성</a:t>
            </a:r>
            <a:endParaRPr lang="en-US" sz="11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C9FFC895-2DD4-4B33-8F58-30EE08B9F905}"/>
              </a:ext>
            </a:extLst>
          </p:cNvPr>
          <p:cNvSpPr txBox="1"/>
          <p:nvPr/>
        </p:nvSpPr>
        <p:spPr>
          <a:xfrm>
            <a:off x="8227176" y="3055578"/>
            <a:ext cx="3456583" cy="265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500"/>
              </a:lnSpc>
            </a:pPr>
            <a:r>
              <a:rPr lang="en-US" altLang="ko-KR" sz="1050" spc="-80" dirty="0">
                <a:solidFill>
                  <a:srgbClr val="A7A7A7"/>
                </a:solidFill>
                <a:latin typeface="맑은 고딕" panose="020B0503020000020004" pitchFamily="50" charset="-127"/>
              </a:rPr>
              <a:t>Text</a:t>
            </a:r>
            <a:r>
              <a:rPr lang="ko-KR" altLang="en-US" sz="1050" spc="-80" dirty="0">
                <a:solidFill>
                  <a:srgbClr val="A7A7A7"/>
                </a:solidFill>
                <a:latin typeface="맑은 고딕" panose="020B0503020000020004" pitchFamily="50" charset="-127"/>
              </a:rPr>
              <a:t>를 이용한 자동완성</a:t>
            </a:r>
            <a:endParaRPr lang="en-US" altLang="ko-KR" sz="1050" spc="-80" dirty="0">
              <a:solidFill>
                <a:srgbClr val="A7A7A7"/>
              </a:solidFill>
              <a:latin typeface="맑은 고딕" panose="020B0503020000020004" pitchFamily="50" charset="-127"/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8769796F-6CD5-4DF1-B64B-85DEA811DE04}"/>
              </a:ext>
            </a:extLst>
          </p:cNvPr>
          <p:cNvSpPr txBox="1"/>
          <p:nvPr/>
        </p:nvSpPr>
        <p:spPr>
          <a:xfrm>
            <a:off x="8217957" y="3473623"/>
            <a:ext cx="320282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더보기 </a:t>
            </a:r>
            <a:r>
              <a:rPr lang="en-US" altLang="ko-KR" sz="11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 </a:t>
            </a:r>
            <a:r>
              <a:rPr lang="ko-KR" altLang="en-US" sz="11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페이징</a:t>
            </a:r>
            <a:endParaRPr lang="en-US" sz="11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E5DE9B9E-ADE0-425E-A2D1-F13AF2285C9A}"/>
              </a:ext>
            </a:extLst>
          </p:cNvPr>
          <p:cNvSpPr txBox="1"/>
          <p:nvPr/>
        </p:nvSpPr>
        <p:spPr>
          <a:xfrm>
            <a:off x="8144069" y="3683237"/>
            <a:ext cx="3512957" cy="864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72000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ko-KR" altLang="en-US" sz="1050" spc="-80" dirty="0">
                <a:solidFill>
                  <a:srgbClr val="A7A7A7"/>
                </a:solidFill>
                <a:latin typeface="맑은 고딕" panose="020B0503020000020004" pitchFamily="50" charset="-127"/>
              </a:rPr>
              <a:t>더보기 </a:t>
            </a:r>
            <a:r>
              <a:rPr lang="en-US" altLang="ko-KR" sz="1050" spc="-80" dirty="0">
                <a:solidFill>
                  <a:srgbClr val="A7A7A7"/>
                </a:solidFill>
                <a:latin typeface="맑은 고딕" panose="020B0503020000020004" pitchFamily="50" charset="-127"/>
              </a:rPr>
              <a:t>:  </a:t>
            </a:r>
            <a:r>
              <a:rPr lang="ko-KR" altLang="en-US" sz="1050" spc="-80" dirty="0">
                <a:solidFill>
                  <a:srgbClr val="A7A7A7"/>
                </a:solidFill>
                <a:latin typeface="맑은 고딕" panose="020B0503020000020004" pitchFamily="50" charset="-127"/>
              </a:rPr>
              <a:t>더보기 선택 시 페이지 이동</a:t>
            </a:r>
            <a:endParaRPr lang="en-US" altLang="ko-KR" sz="1050" spc="-80" dirty="0">
              <a:solidFill>
                <a:srgbClr val="A7A7A7"/>
              </a:solidFill>
              <a:latin typeface="맑은 고딕" panose="020B0503020000020004" pitchFamily="50" charset="-127"/>
            </a:endParaRPr>
          </a:p>
          <a:p>
            <a:pPr marL="171450" indent="-72000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ko-KR" altLang="en-US" sz="1050" spc="-80" dirty="0">
                <a:solidFill>
                  <a:srgbClr val="A7A7A7"/>
                </a:solidFill>
                <a:latin typeface="맑은 고딕" panose="020B0503020000020004" pitchFamily="50" charset="-127"/>
              </a:rPr>
              <a:t>페이징 </a:t>
            </a:r>
            <a:r>
              <a:rPr lang="en-US" altLang="ko-KR" sz="1050" spc="-80" dirty="0">
                <a:solidFill>
                  <a:srgbClr val="A7A7A7"/>
                </a:solidFill>
                <a:latin typeface="맑은 고딕" panose="020B0503020000020004" pitchFamily="50" charset="-127"/>
              </a:rPr>
              <a:t>:  </a:t>
            </a:r>
            <a:r>
              <a:rPr lang="ko-KR" altLang="en-US" sz="1050" spc="-80" dirty="0">
                <a:solidFill>
                  <a:srgbClr val="A7A7A7"/>
                </a:solidFill>
                <a:latin typeface="맑은 고딕" panose="020B0503020000020004" pitchFamily="50" charset="-127"/>
              </a:rPr>
              <a:t>페이징은 더보기를 눌러 이동한 화면에서의 </a:t>
            </a:r>
            <a:endParaRPr lang="en-US" altLang="ko-KR" sz="1050" spc="-80" dirty="0">
              <a:solidFill>
                <a:srgbClr val="A7A7A7"/>
              </a:solidFill>
              <a:latin typeface="맑은 고딕" panose="020B0503020000020004" pitchFamily="50" charset="-127"/>
            </a:endParaRPr>
          </a:p>
          <a:p>
            <a:pPr marL="99450">
              <a:lnSpc>
                <a:spcPts val="1500"/>
              </a:lnSpc>
            </a:pPr>
            <a:r>
              <a:rPr lang="en-US" altLang="ko-KR" sz="1050" spc="-80" dirty="0">
                <a:solidFill>
                  <a:srgbClr val="A7A7A7"/>
                </a:solidFill>
                <a:latin typeface="맑은 고딕" panose="020B0503020000020004" pitchFamily="50" charset="-127"/>
              </a:rPr>
              <a:t>               </a:t>
            </a:r>
            <a:r>
              <a:rPr lang="en-US" altLang="ko-KR" sz="400" spc="-80" dirty="0">
                <a:solidFill>
                  <a:srgbClr val="A7A7A7"/>
                </a:solidFill>
                <a:latin typeface="맑은 고딕" panose="020B0503020000020004" pitchFamily="50" charset="-127"/>
              </a:rPr>
              <a:t>  </a:t>
            </a:r>
            <a:r>
              <a:rPr lang="ko-KR" altLang="en-US" sz="1050" spc="-80" dirty="0">
                <a:solidFill>
                  <a:srgbClr val="A7A7A7"/>
                </a:solidFill>
                <a:latin typeface="맑은 고딕" panose="020B0503020000020004" pitchFamily="50" charset="-127"/>
              </a:rPr>
              <a:t>페이징 기능 </a:t>
            </a:r>
            <a:r>
              <a:rPr lang="en-US" altLang="ko-KR" sz="1050" spc="-80" dirty="0">
                <a:solidFill>
                  <a:srgbClr val="A7A7A7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1050" spc="-80" dirty="0">
                <a:solidFill>
                  <a:srgbClr val="A7A7A7"/>
                </a:solidFill>
                <a:latin typeface="맑은 고딕" panose="020B0503020000020004" pitchFamily="50" charset="-127"/>
              </a:rPr>
              <a:t>메인 통합검색화면에 페이징 없음 </a:t>
            </a:r>
            <a:r>
              <a:rPr lang="en-US" altLang="ko-KR" sz="1050" spc="-80" dirty="0">
                <a:solidFill>
                  <a:srgbClr val="A7A7A7"/>
                </a:solidFill>
                <a:latin typeface="맑은 고딕" panose="020B0503020000020004" pitchFamily="50" charset="-127"/>
              </a:rPr>
              <a:t>/ </a:t>
            </a:r>
          </a:p>
          <a:p>
            <a:pPr marL="99450">
              <a:lnSpc>
                <a:spcPts val="1500"/>
              </a:lnSpc>
            </a:pPr>
            <a:r>
              <a:rPr lang="en-US" altLang="ko-KR" sz="1050" spc="-80" dirty="0">
                <a:solidFill>
                  <a:srgbClr val="A7A7A7"/>
                </a:solidFill>
                <a:latin typeface="맑은 고딕" panose="020B0503020000020004" pitchFamily="50" charset="-127"/>
              </a:rPr>
              <a:t>               </a:t>
            </a:r>
            <a:r>
              <a:rPr lang="en-US" altLang="ko-KR" sz="400" spc="-80" dirty="0">
                <a:solidFill>
                  <a:srgbClr val="A7A7A7"/>
                </a:solidFill>
                <a:latin typeface="맑은 고딕" panose="020B0503020000020004" pitchFamily="50" charset="-127"/>
              </a:rPr>
              <a:t> </a:t>
            </a:r>
            <a:r>
              <a:rPr lang="ko-KR" altLang="en-US" sz="1050" spc="-80" dirty="0">
                <a:solidFill>
                  <a:srgbClr val="A7A7A7"/>
                </a:solidFill>
                <a:latin typeface="맑은 고딕" panose="020B0503020000020004" pitchFamily="50" charset="-127"/>
              </a:rPr>
              <a:t>서브인 단위화면에 페이징 구현</a:t>
            </a:r>
            <a:r>
              <a:rPr lang="en-US" altLang="ko-KR" sz="1050" spc="-80" dirty="0">
                <a:solidFill>
                  <a:srgbClr val="A7A7A7"/>
                </a:solidFill>
                <a:latin typeface="맑은 고딕" panose="020B0503020000020004" pitchFamily="50" charset="-127"/>
              </a:rPr>
              <a:t>)</a:t>
            </a:r>
            <a:endParaRPr lang="en-US" sz="1050" spc="-80" dirty="0">
              <a:solidFill>
                <a:srgbClr val="A7A7A7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1149CC3-D11A-4CDE-909F-4FA50B250EEF}"/>
              </a:ext>
            </a:extLst>
          </p:cNvPr>
          <p:cNvSpPr txBox="1"/>
          <p:nvPr/>
        </p:nvSpPr>
        <p:spPr>
          <a:xfrm>
            <a:off x="1828063" y="2019677"/>
            <a:ext cx="19271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통합검색</a:t>
            </a:r>
            <a:endParaRPr lang="en-US" sz="11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31CB545-5616-4265-A0AD-27682AE594E3}"/>
              </a:ext>
            </a:extLst>
          </p:cNvPr>
          <p:cNvSpPr txBox="1"/>
          <p:nvPr/>
        </p:nvSpPr>
        <p:spPr>
          <a:xfrm>
            <a:off x="1828063" y="2229291"/>
            <a:ext cx="2723472" cy="458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500"/>
              </a:lnSpc>
            </a:pPr>
            <a:r>
              <a:rPr lang="ko-KR" altLang="en-US" sz="1050" spc="-80" dirty="0">
                <a:solidFill>
                  <a:srgbClr val="A7A7A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입력된 키워드에 대해 관련된 모든 자료를</a:t>
            </a:r>
            <a:endParaRPr lang="en-US" altLang="ko-KR" sz="1050" spc="-80" dirty="0">
              <a:solidFill>
                <a:srgbClr val="A7A7A7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ts val="1500"/>
              </a:lnSpc>
            </a:pPr>
            <a:r>
              <a:rPr lang="ko-KR" altLang="en-US" sz="1050" spc="-80" dirty="0">
                <a:solidFill>
                  <a:srgbClr val="A7A7A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섹션별로 분류하여 나열</a:t>
            </a:r>
            <a:endParaRPr lang="en-US" altLang="ko-KR" sz="1050" spc="-80" dirty="0">
              <a:solidFill>
                <a:srgbClr val="A7A7A7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4C0301D5-044F-4BC1-A2E5-4ADFB8A6CF9A}"/>
              </a:ext>
            </a:extLst>
          </p:cNvPr>
          <p:cNvSpPr txBox="1"/>
          <p:nvPr/>
        </p:nvSpPr>
        <p:spPr>
          <a:xfrm>
            <a:off x="1751713" y="2674062"/>
            <a:ext cx="2891123" cy="6506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72000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ko-KR" altLang="en-US" sz="1050" spc="-80" dirty="0">
                <a:solidFill>
                  <a:srgbClr val="A7A7A7"/>
                </a:solidFill>
                <a:latin typeface="맑은 고딕" panose="020B0503020000020004" pitchFamily="50" charset="-127"/>
              </a:rPr>
              <a:t>메인 </a:t>
            </a:r>
            <a:r>
              <a:rPr lang="en-US" altLang="ko-KR" sz="1050" spc="-80" dirty="0">
                <a:solidFill>
                  <a:srgbClr val="A7A7A7"/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1050" spc="-80" dirty="0">
                <a:solidFill>
                  <a:srgbClr val="A7A7A7"/>
                </a:solidFill>
                <a:latin typeface="맑은 고딕" panose="020B0503020000020004" pitchFamily="50" charset="-127"/>
              </a:rPr>
              <a:t>통합검색 화면</a:t>
            </a:r>
            <a:endParaRPr lang="en-US" altLang="ko-KR" sz="1050" spc="-80" dirty="0">
              <a:solidFill>
                <a:srgbClr val="A7A7A7"/>
              </a:solidFill>
              <a:latin typeface="맑은 고딕" panose="020B0503020000020004" pitchFamily="50" charset="-127"/>
            </a:endParaRPr>
          </a:p>
          <a:p>
            <a:pPr marL="99450">
              <a:lnSpc>
                <a:spcPts val="1500"/>
              </a:lnSpc>
            </a:pPr>
            <a:r>
              <a:rPr lang="en-US" altLang="ko-KR" sz="1050" spc="-80" dirty="0">
                <a:solidFill>
                  <a:srgbClr val="A7A7A7"/>
                </a:solidFill>
                <a:latin typeface="맑은 고딕" panose="020B0503020000020004" pitchFamily="50" charset="-127"/>
              </a:rPr>
              <a:t>           </a:t>
            </a:r>
            <a:r>
              <a:rPr lang="ko-KR" altLang="en-US" sz="1050" spc="-80" dirty="0">
                <a:solidFill>
                  <a:srgbClr val="A7A7A7"/>
                </a:solidFill>
                <a:latin typeface="맑은 고딕" panose="020B0503020000020004" pitchFamily="50" charset="-127"/>
              </a:rPr>
              <a:t>결과가 최신순 정렬로 메인화면에 표현</a:t>
            </a:r>
            <a:endParaRPr lang="en-US" altLang="ko-KR" sz="1050" spc="-80" dirty="0">
              <a:solidFill>
                <a:srgbClr val="A7A7A7"/>
              </a:solidFill>
              <a:latin typeface="맑은 고딕" panose="020B0503020000020004" pitchFamily="50" charset="-127"/>
            </a:endParaRPr>
          </a:p>
          <a:p>
            <a:pPr marL="171450" indent="-72000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ko-KR" altLang="en-US" sz="1050" spc="-80" dirty="0">
                <a:solidFill>
                  <a:srgbClr val="A7A7A7"/>
                </a:solidFill>
                <a:latin typeface="맑은 고딕" panose="020B0503020000020004" pitchFamily="50" charset="-127"/>
              </a:rPr>
              <a:t>서브 </a:t>
            </a:r>
            <a:r>
              <a:rPr lang="en-US" altLang="ko-KR" sz="1050" spc="-80" dirty="0">
                <a:solidFill>
                  <a:srgbClr val="A7A7A7"/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1050" spc="-80" dirty="0">
                <a:solidFill>
                  <a:srgbClr val="A7A7A7"/>
                </a:solidFill>
                <a:latin typeface="맑은 고딕" panose="020B0503020000020004" pitchFamily="50" charset="-127"/>
              </a:rPr>
              <a:t>단위 화면 </a:t>
            </a:r>
            <a:endParaRPr lang="en-US" altLang="ko-KR" sz="1050" spc="-80" dirty="0">
              <a:solidFill>
                <a:srgbClr val="A7A7A7"/>
              </a:solidFill>
              <a:latin typeface="맑은 고딕" panose="020B0503020000020004" pitchFamily="50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3B001CE-D75B-415A-8B03-333B90B43479}"/>
              </a:ext>
            </a:extLst>
          </p:cNvPr>
          <p:cNvSpPr txBox="1"/>
          <p:nvPr/>
        </p:nvSpPr>
        <p:spPr>
          <a:xfrm>
            <a:off x="5007028" y="4506988"/>
            <a:ext cx="110223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컬러</a:t>
            </a:r>
            <a:endParaRPr lang="en-US" sz="11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30BC243-0273-4984-BC7D-B17987D8330F}"/>
              </a:ext>
            </a:extLst>
          </p:cNvPr>
          <p:cNvSpPr txBox="1"/>
          <p:nvPr/>
        </p:nvSpPr>
        <p:spPr>
          <a:xfrm>
            <a:off x="5007028" y="4716602"/>
            <a:ext cx="2723472" cy="458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500"/>
              </a:lnSpc>
            </a:pPr>
            <a:r>
              <a:rPr lang="ko-KR" altLang="en-US" sz="1050" spc="-80" dirty="0">
                <a:solidFill>
                  <a:srgbClr val="A7A7A7"/>
                </a:solidFill>
                <a:latin typeface="맑은 고딕" panose="020B0503020000020004" pitchFamily="50" charset="-127"/>
              </a:rPr>
              <a:t>고객사 컬러시스템을 반영하여</a:t>
            </a:r>
          </a:p>
          <a:p>
            <a:pPr>
              <a:lnSpc>
                <a:spcPts val="1500"/>
              </a:lnSpc>
            </a:pPr>
            <a:r>
              <a:rPr lang="ko-KR" altLang="en-US" sz="1050" spc="-80" dirty="0">
                <a:solidFill>
                  <a:srgbClr val="A7A7A7"/>
                </a:solidFill>
                <a:latin typeface="맑은 고딕" panose="020B0503020000020004" pitchFamily="50" charset="-127"/>
              </a:rPr>
              <a:t>브랜드 아이덴티티 표현</a:t>
            </a:r>
            <a:endParaRPr lang="en-US" sz="1050" spc="-80" dirty="0">
              <a:solidFill>
                <a:srgbClr val="A7A7A7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72AD361-3E7E-4546-8B2F-2AB22777E11A}"/>
              </a:ext>
            </a:extLst>
          </p:cNvPr>
          <p:cNvSpPr txBox="1"/>
          <p:nvPr/>
        </p:nvSpPr>
        <p:spPr>
          <a:xfrm>
            <a:off x="5007028" y="3455693"/>
            <a:ext cx="110223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CI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6907433-21A7-4A9C-98D2-E381A87FE88F}"/>
              </a:ext>
            </a:extLst>
          </p:cNvPr>
          <p:cNvSpPr txBox="1"/>
          <p:nvPr/>
        </p:nvSpPr>
        <p:spPr>
          <a:xfrm>
            <a:off x="5007028" y="3665307"/>
            <a:ext cx="2723472" cy="265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500"/>
              </a:lnSpc>
            </a:pPr>
            <a:r>
              <a:rPr lang="ko-KR" altLang="en-US" sz="1050" spc="-80" dirty="0">
                <a:solidFill>
                  <a:srgbClr val="A7A7A7"/>
                </a:solidFill>
                <a:latin typeface="맑은 고딕" panose="020B0503020000020004" pitchFamily="50" charset="-127"/>
              </a:rPr>
              <a:t>고객사 </a:t>
            </a:r>
            <a:r>
              <a:rPr lang="en-US" altLang="ko-KR" sz="1050" spc="-80" dirty="0">
                <a:solidFill>
                  <a:srgbClr val="A7A7A7"/>
                </a:solidFill>
                <a:latin typeface="맑은 고딕" panose="020B0503020000020004" pitchFamily="50" charset="-127"/>
              </a:rPr>
              <a:t>CI</a:t>
            </a:r>
            <a:r>
              <a:rPr lang="ko-KR" altLang="en-US" sz="1050" spc="-80" dirty="0">
                <a:solidFill>
                  <a:srgbClr val="A7A7A7"/>
                </a:solidFill>
                <a:latin typeface="맑은 고딕" panose="020B0503020000020004" pitchFamily="50" charset="-127"/>
              </a:rPr>
              <a:t>를 반영</a:t>
            </a:r>
            <a:endParaRPr lang="en-US" sz="1050" spc="-80" dirty="0">
              <a:solidFill>
                <a:srgbClr val="A7A7A7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B0497BE-3008-4F47-957D-86D98E3B087D}"/>
              </a:ext>
            </a:extLst>
          </p:cNvPr>
          <p:cNvSpPr txBox="1"/>
          <p:nvPr/>
        </p:nvSpPr>
        <p:spPr>
          <a:xfrm>
            <a:off x="5007027" y="2019677"/>
            <a:ext cx="256265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디자인 적용 가능 범위</a:t>
            </a:r>
            <a:endParaRPr lang="en-US" sz="11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2F14A77-6EA2-4B4D-8AD1-BBA8D2948AAD}"/>
              </a:ext>
            </a:extLst>
          </p:cNvPr>
          <p:cNvSpPr txBox="1"/>
          <p:nvPr/>
        </p:nvSpPr>
        <p:spPr>
          <a:xfrm>
            <a:off x="5007028" y="2229291"/>
            <a:ext cx="2562654" cy="6506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500"/>
              </a:lnSpc>
            </a:pPr>
            <a:r>
              <a:rPr lang="en-US" sz="1050" spc="-80" dirty="0">
                <a:solidFill>
                  <a:srgbClr val="A7A7A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CI ,</a:t>
            </a:r>
            <a:r>
              <a:rPr lang="ko-KR" altLang="en-US" sz="1050" spc="-80" dirty="0">
                <a:solidFill>
                  <a:srgbClr val="A7A7A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컬러만 고객사에 맞춰 수정 가능</a:t>
            </a:r>
            <a:endParaRPr lang="en-US" altLang="ko-KR" sz="1050" spc="-80" dirty="0">
              <a:solidFill>
                <a:srgbClr val="A7A7A7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ts val="1500"/>
              </a:lnSpc>
            </a:pPr>
            <a:r>
              <a:rPr lang="ko-KR" altLang="en-US" sz="1050" spc="-80" dirty="0">
                <a:solidFill>
                  <a:srgbClr val="A7A7A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템플릿 </a:t>
            </a:r>
            <a:r>
              <a:rPr lang="en-US" altLang="ko-KR" sz="1050" spc="-80" dirty="0">
                <a:solidFill>
                  <a:srgbClr val="A7A7A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r>
              <a:rPr lang="ko-KR" altLang="en-US" sz="1050" spc="-80" dirty="0">
                <a:solidFill>
                  <a:srgbClr val="A7A7A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종 중 </a:t>
            </a:r>
            <a:r>
              <a:rPr lang="en-US" altLang="ko-KR" sz="1050" spc="-80" dirty="0">
                <a:solidFill>
                  <a:srgbClr val="A7A7A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1050" spc="-80" dirty="0">
                <a:solidFill>
                  <a:srgbClr val="A7A7A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종 선택하여 구현</a:t>
            </a:r>
            <a:r>
              <a:rPr lang="en-US" altLang="ko-KR" sz="1050" spc="-80" dirty="0">
                <a:solidFill>
                  <a:srgbClr val="A7A7A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</a:p>
          <a:p>
            <a:pPr>
              <a:lnSpc>
                <a:spcPts val="1500"/>
              </a:lnSpc>
            </a:pPr>
            <a:r>
              <a:rPr lang="en-US" altLang="ko-KR" sz="1050" spc="-80" dirty="0">
                <a:solidFill>
                  <a:srgbClr val="A7A7A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* </a:t>
            </a:r>
            <a:r>
              <a:rPr lang="ko-KR" altLang="en-US" sz="1050" spc="-80" dirty="0">
                <a:solidFill>
                  <a:srgbClr val="A7A7A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템플릿 변형 불가</a:t>
            </a:r>
            <a:endParaRPr lang="en-US" altLang="ko-KR" sz="1050" spc="-80" dirty="0">
              <a:solidFill>
                <a:srgbClr val="A7A7A7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252053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CB3D4F02-0050-4CA9-BECD-317DC58D36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2205" y="949988"/>
            <a:ext cx="9471727" cy="46224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444D41-9045-43FE-98CF-604BD6828821}"/>
              </a:ext>
            </a:extLst>
          </p:cNvPr>
          <p:cNvSpPr txBox="1"/>
          <p:nvPr/>
        </p:nvSpPr>
        <p:spPr>
          <a:xfrm>
            <a:off x="296724" y="1302236"/>
            <a:ext cx="141777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b="1" dirty="0">
                <a:solidFill>
                  <a:schemeClr val="bg1"/>
                </a:solidFill>
                <a:latin typeface="맑은 고딕" panose="020B0503020000020004" pitchFamily="50" charset="-127"/>
              </a:rPr>
              <a:t>통합검색</a:t>
            </a:r>
            <a:endParaRPr lang="en-US" altLang="ko-KR" sz="1500" b="1" dirty="0">
              <a:solidFill>
                <a:schemeClr val="bg1"/>
              </a:solidFill>
              <a:latin typeface="맑은 고딕" panose="020B0503020000020004" pitchFamily="50" charset="-127"/>
            </a:endParaRPr>
          </a:p>
          <a:p>
            <a:r>
              <a:rPr lang="ko-KR" altLang="en-US" sz="1500" b="1" dirty="0">
                <a:solidFill>
                  <a:schemeClr val="bg1"/>
                </a:solidFill>
                <a:latin typeface="맑은 고딕" panose="020B0503020000020004" pitchFamily="50" charset="-127"/>
              </a:rPr>
              <a:t>템플릿</a:t>
            </a:r>
            <a:r>
              <a:rPr lang="en-US" altLang="ko-KR" sz="1500" b="1" dirty="0">
                <a:solidFill>
                  <a:schemeClr val="bg1"/>
                </a:solidFill>
                <a:latin typeface="맑은 고딕" panose="020B0503020000020004" pitchFamily="50" charset="-127"/>
              </a:rPr>
              <a:t>_01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342D915-6619-4512-8E02-06FFF4A22B1C}"/>
              </a:ext>
            </a:extLst>
          </p:cNvPr>
          <p:cNvSpPr txBox="1"/>
          <p:nvPr/>
        </p:nvSpPr>
        <p:spPr>
          <a:xfrm>
            <a:off x="287200" y="2013448"/>
            <a:ext cx="13034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chemeClr val="bg1"/>
                </a:solidFill>
                <a:latin typeface="맑은 고딕" panose="020B0503020000020004" pitchFamily="50" charset="-127"/>
              </a:rPr>
              <a:t>메인 화면</a:t>
            </a:r>
            <a:endParaRPr lang="en-US" sz="14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9A0D6870-B7E2-419C-B0D3-3A6E484E23C4}"/>
              </a:ext>
            </a:extLst>
          </p:cNvPr>
          <p:cNvCxnSpPr/>
          <p:nvPr/>
        </p:nvCxnSpPr>
        <p:spPr>
          <a:xfrm>
            <a:off x="378563" y="2728724"/>
            <a:ext cx="1602000" cy="0"/>
          </a:xfrm>
          <a:prstGeom prst="line">
            <a:avLst/>
          </a:prstGeom>
          <a:ln>
            <a:solidFill>
              <a:srgbClr val="4C4C5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자유형: 도형 11">
            <a:extLst>
              <a:ext uri="{FF2B5EF4-FFF2-40B4-BE49-F238E27FC236}">
                <a16:creationId xmlns:a16="http://schemas.microsoft.com/office/drawing/2014/main" id="{E6CAF515-5AFA-44BE-894B-F0B9359BA055}"/>
              </a:ext>
            </a:extLst>
          </p:cNvPr>
          <p:cNvSpPr/>
          <p:nvPr/>
        </p:nvSpPr>
        <p:spPr>
          <a:xfrm>
            <a:off x="382776" y="956926"/>
            <a:ext cx="499958" cy="261610"/>
          </a:xfrm>
          <a:custGeom>
            <a:avLst/>
            <a:gdLst>
              <a:gd name="connsiteX0" fmla="*/ 130710 w 499958"/>
              <a:gd name="connsiteY0" fmla="*/ 0 h 261610"/>
              <a:gd name="connsiteX1" fmla="*/ 131400 w 499958"/>
              <a:gd name="connsiteY1" fmla="*/ 0 h 261610"/>
              <a:gd name="connsiteX2" fmla="*/ 369249 w 499958"/>
              <a:gd name="connsiteY2" fmla="*/ 0 h 261610"/>
              <a:gd name="connsiteX3" fmla="*/ 499958 w 499958"/>
              <a:gd name="connsiteY3" fmla="*/ 130805 h 261610"/>
              <a:gd name="connsiteX4" fmla="*/ 369249 w 499958"/>
              <a:gd name="connsiteY4" fmla="*/ 261610 h 261610"/>
              <a:gd name="connsiteX5" fmla="*/ 131400 w 499958"/>
              <a:gd name="connsiteY5" fmla="*/ 261610 h 261610"/>
              <a:gd name="connsiteX6" fmla="*/ 130710 w 499958"/>
              <a:gd name="connsiteY6" fmla="*/ 261610 h 261610"/>
              <a:gd name="connsiteX7" fmla="*/ 130710 w 499958"/>
              <a:gd name="connsiteY7" fmla="*/ 261472 h 261610"/>
              <a:gd name="connsiteX8" fmla="*/ 80253 w 499958"/>
              <a:gd name="connsiteY8" fmla="*/ 251331 h 261610"/>
              <a:gd name="connsiteX9" fmla="*/ 0 w 499958"/>
              <a:gd name="connsiteY9" fmla="*/ 130805 h 261610"/>
              <a:gd name="connsiteX10" fmla="*/ 80253 w 499958"/>
              <a:gd name="connsiteY10" fmla="*/ 10280 h 261610"/>
              <a:gd name="connsiteX11" fmla="*/ 130710 w 499958"/>
              <a:gd name="connsiteY11" fmla="*/ 139 h 261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99958" h="261610">
                <a:moveTo>
                  <a:pt x="130710" y="0"/>
                </a:moveTo>
                <a:lnTo>
                  <a:pt x="131400" y="0"/>
                </a:lnTo>
                <a:lnTo>
                  <a:pt x="369249" y="0"/>
                </a:lnTo>
                <a:cubicBezTo>
                  <a:pt x="441438" y="0"/>
                  <a:pt x="499958" y="58563"/>
                  <a:pt x="499958" y="130805"/>
                </a:cubicBezTo>
                <a:cubicBezTo>
                  <a:pt x="499958" y="203047"/>
                  <a:pt x="441438" y="261610"/>
                  <a:pt x="369249" y="261610"/>
                </a:cubicBezTo>
                <a:lnTo>
                  <a:pt x="131400" y="261610"/>
                </a:lnTo>
                <a:lnTo>
                  <a:pt x="130710" y="261610"/>
                </a:lnTo>
                <a:lnTo>
                  <a:pt x="130710" y="261472"/>
                </a:lnTo>
                <a:lnTo>
                  <a:pt x="80253" y="251331"/>
                </a:lnTo>
                <a:cubicBezTo>
                  <a:pt x="33092" y="231474"/>
                  <a:pt x="0" y="184987"/>
                  <a:pt x="0" y="130805"/>
                </a:cubicBezTo>
                <a:cubicBezTo>
                  <a:pt x="0" y="76624"/>
                  <a:pt x="33092" y="30137"/>
                  <a:pt x="80253" y="10280"/>
                </a:cubicBezTo>
                <a:lnTo>
                  <a:pt x="130710" y="13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2083F2A-1F88-4B66-804D-263702566122}"/>
              </a:ext>
            </a:extLst>
          </p:cNvPr>
          <p:cNvSpPr txBox="1"/>
          <p:nvPr/>
        </p:nvSpPr>
        <p:spPr>
          <a:xfrm>
            <a:off x="417667" y="854176"/>
            <a:ext cx="430176" cy="3939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5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02</a:t>
            </a:r>
            <a:endParaRPr lang="en-US" sz="15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1A64DFC-6569-4C15-803C-FECF7B570355}"/>
              </a:ext>
            </a:extLst>
          </p:cNvPr>
          <p:cNvSpPr txBox="1"/>
          <p:nvPr/>
        </p:nvSpPr>
        <p:spPr>
          <a:xfrm>
            <a:off x="296723" y="2841829"/>
            <a:ext cx="1532078" cy="2425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300"/>
              </a:lnSpc>
            </a:pPr>
            <a:r>
              <a:rPr lang="ko-KR" altLang="en-US" sz="900" b="1" dirty="0">
                <a:solidFill>
                  <a:srgbClr val="00E8B8"/>
                </a:solidFill>
                <a:latin typeface="맑은 고딕" panose="020B0503020000020004" pitchFamily="50" charset="-127"/>
              </a:rPr>
              <a:t>템플릿 선정 시 검토사항</a:t>
            </a:r>
            <a:endParaRPr lang="en-US" altLang="ko-KR" sz="900" spc="-80" dirty="0">
              <a:solidFill>
                <a:srgbClr val="00E8B8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80BFB6C-25BD-4C8B-9239-C7B6B6B7914C}"/>
              </a:ext>
            </a:extLst>
          </p:cNvPr>
          <p:cNvSpPr txBox="1"/>
          <p:nvPr/>
        </p:nvSpPr>
        <p:spPr>
          <a:xfrm>
            <a:off x="296723" y="3209363"/>
            <a:ext cx="1377840" cy="1242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300"/>
              </a:lnSpc>
            </a:pPr>
            <a:r>
              <a:rPr lang="en-US" altLang="ko-KR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-  </a:t>
            </a:r>
            <a:r>
              <a:rPr lang="ko-KR" altLang="en-US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통합검색은 </a:t>
            </a:r>
            <a:r>
              <a:rPr lang="en-US" altLang="ko-KR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C</a:t>
            </a:r>
            <a:r>
              <a:rPr lang="ko-KR" altLang="en-US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I</a:t>
            </a:r>
            <a:r>
              <a:rPr lang="ko-KR" altLang="en-US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 와 </a:t>
            </a:r>
            <a:endParaRPr lang="en-US" altLang="ko-KR" sz="900" b="1" spc="-80" dirty="0">
              <a:solidFill>
                <a:srgbClr val="A7A7A8"/>
              </a:solidFill>
              <a:latin typeface="맑은 고딕" panose="020B0503020000020004" pitchFamily="50" charset="-127"/>
            </a:endParaRPr>
          </a:p>
          <a:p>
            <a:pPr>
              <a:lnSpc>
                <a:spcPts val="1300"/>
              </a:lnSpc>
            </a:pPr>
            <a:r>
              <a:rPr lang="ko-KR" altLang="en-US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   컬러만 고객사에 맞춰    </a:t>
            </a:r>
            <a:endParaRPr lang="en-US" altLang="ko-KR" sz="900" b="1" spc="-80" dirty="0">
              <a:solidFill>
                <a:srgbClr val="A7A7A8"/>
              </a:solidFill>
              <a:latin typeface="맑은 고딕" panose="020B0503020000020004" pitchFamily="50" charset="-127"/>
            </a:endParaRPr>
          </a:p>
          <a:p>
            <a:pPr>
              <a:lnSpc>
                <a:spcPts val="1300"/>
              </a:lnSpc>
            </a:pPr>
            <a:r>
              <a:rPr lang="en-US" altLang="ko-KR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   </a:t>
            </a:r>
            <a:r>
              <a:rPr lang="ko-KR" altLang="en-US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수정 가능 합니다</a:t>
            </a:r>
            <a:r>
              <a:rPr lang="en-US" altLang="ko-KR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.</a:t>
            </a:r>
          </a:p>
          <a:p>
            <a:pPr>
              <a:lnSpc>
                <a:spcPts val="1300"/>
              </a:lnSpc>
            </a:pPr>
            <a:endParaRPr lang="en-US" altLang="ko-KR" sz="900" b="1" spc="-80" dirty="0">
              <a:solidFill>
                <a:srgbClr val="A7A7A8"/>
              </a:solidFill>
              <a:latin typeface="맑은 고딕" panose="020B0503020000020004" pitchFamily="50" charset="-127"/>
            </a:endParaRPr>
          </a:p>
          <a:p>
            <a:pPr>
              <a:lnSpc>
                <a:spcPts val="1300"/>
              </a:lnSpc>
            </a:pPr>
            <a:endParaRPr lang="en-US" altLang="ko-KR" sz="900" b="1" spc="-80" dirty="0">
              <a:solidFill>
                <a:srgbClr val="A7A7A8"/>
              </a:solidFill>
              <a:latin typeface="맑은 고딕" panose="020B0503020000020004" pitchFamily="50" charset="-127"/>
            </a:endParaRPr>
          </a:p>
          <a:p>
            <a:pPr>
              <a:lnSpc>
                <a:spcPts val="1300"/>
              </a:lnSpc>
            </a:pPr>
            <a:r>
              <a:rPr lang="en-US" altLang="ko-KR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-  </a:t>
            </a:r>
            <a:r>
              <a:rPr lang="ko-KR" altLang="en-US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관리 및 기능 구현 시 </a:t>
            </a:r>
            <a:endParaRPr lang="en-US" altLang="ko-KR" sz="900" b="1" spc="-80" dirty="0">
              <a:solidFill>
                <a:srgbClr val="A7A7A8"/>
              </a:solidFill>
              <a:latin typeface="맑은 고딕" panose="020B0503020000020004" pitchFamily="50" charset="-127"/>
            </a:endParaRPr>
          </a:p>
          <a:p>
            <a:pPr>
              <a:lnSpc>
                <a:spcPts val="1300"/>
              </a:lnSpc>
            </a:pPr>
            <a:r>
              <a:rPr lang="en-US" altLang="ko-KR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   </a:t>
            </a:r>
            <a:r>
              <a:rPr lang="en-US" altLang="ko-KR" sz="4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  </a:t>
            </a:r>
            <a:r>
              <a:rPr lang="en-US" altLang="ko-KR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PM</a:t>
            </a:r>
            <a:r>
              <a:rPr lang="ko-KR" altLang="en-US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과 검토 필요합니다</a:t>
            </a:r>
            <a:r>
              <a:rPr lang="en-US" altLang="ko-KR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.</a:t>
            </a:r>
            <a:endParaRPr lang="en-US" altLang="ko-KR" sz="900" spc="-80" dirty="0">
              <a:solidFill>
                <a:srgbClr val="7A7A84"/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767498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D0661EA7-8898-419E-B7AC-8BBDEE59DE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2205" y="949988"/>
            <a:ext cx="9471600" cy="4622338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6A685620-929D-4EB3-807E-7C95D4EA4A56}"/>
              </a:ext>
            </a:extLst>
          </p:cNvPr>
          <p:cNvSpPr txBox="1"/>
          <p:nvPr/>
        </p:nvSpPr>
        <p:spPr>
          <a:xfrm>
            <a:off x="296724" y="1302236"/>
            <a:ext cx="141777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b="1" dirty="0">
                <a:solidFill>
                  <a:schemeClr val="bg1"/>
                </a:solidFill>
                <a:latin typeface="맑은 고딕" panose="020B0503020000020004" pitchFamily="50" charset="-127"/>
              </a:rPr>
              <a:t>통합검색</a:t>
            </a:r>
            <a:endParaRPr lang="en-US" altLang="ko-KR" sz="1500" b="1" dirty="0">
              <a:solidFill>
                <a:schemeClr val="bg1"/>
              </a:solidFill>
              <a:latin typeface="맑은 고딕" panose="020B0503020000020004" pitchFamily="50" charset="-127"/>
            </a:endParaRPr>
          </a:p>
          <a:p>
            <a:r>
              <a:rPr lang="ko-KR" altLang="en-US" sz="1500" b="1" dirty="0">
                <a:solidFill>
                  <a:schemeClr val="bg1"/>
                </a:solidFill>
                <a:latin typeface="맑은 고딕" panose="020B0503020000020004" pitchFamily="50" charset="-127"/>
              </a:rPr>
              <a:t>템플릿</a:t>
            </a:r>
            <a:r>
              <a:rPr lang="en-US" altLang="ko-KR" sz="1500" b="1" dirty="0">
                <a:solidFill>
                  <a:schemeClr val="bg1"/>
                </a:solidFill>
                <a:latin typeface="맑은 고딕" panose="020B0503020000020004" pitchFamily="50" charset="-127"/>
              </a:rPr>
              <a:t>_01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5DFDA85-8503-435E-8E01-21B0217A92A2}"/>
              </a:ext>
            </a:extLst>
          </p:cNvPr>
          <p:cNvSpPr txBox="1"/>
          <p:nvPr/>
        </p:nvSpPr>
        <p:spPr>
          <a:xfrm>
            <a:off x="287200" y="2013448"/>
            <a:ext cx="13034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chemeClr val="bg1"/>
                </a:solidFill>
                <a:latin typeface="맑은 고딕" panose="020B0503020000020004" pitchFamily="50" charset="-127"/>
              </a:rPr>
              <a:t>서브 화면</a:t>
            </a:r>
            <a:endParaRPr lang="en-US" sz="14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00ABBCAC-79F8-438B-BCEE-35D31C41788F}"/>
              </a:ext>
            </a:extLst>
          </p:cNvPr>
          <p:cNvCxnSpPr/>
          <p:nvPr/>
        </p:nvCxnSpPr>
        <p:spPr>
          <a:xfrm>
            <a:off x="378563" y="2728724"/>
            <a:ext cx="1602000" cy="0"/>
          </a:xfrm>
          <a:prstGeom prst="line">
            <a:avLst/>
          </a:prstGeom>
          <a:ln>
            <a:solidFill>
              <a:srgbClr val="4C4C5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자유형: 도형 27">
            <a:extLst>
              <a:ext uri="{FF2B5EF4-FFF2-40B4-BE49-F238E27FC236}">
                <a16:creationId xmlns:a16="http://schemas.microsoft.com/office/drawing/2014/main" id="{FF7F9697-13D9-4ED0-9F92-5A135722367F}"/>
              </a:ext>
            </a:extLst>
          </p:cNvPr>
          <p:cNvSpPr/>
          <p:nvPr/>
        </p:nvSpPr>
        <p:spPr>
          <a:xfrm>
            <a:off x="382776" y="956926"/>
            <a:ext cx="499958" cy="261610"/>
          </a:xfrm>
          <a:custGeom>
            <a:avLst/>
            <a:gdLst>
              <a:gd name="connsiteX0" fmla="*/ 130710 w 499958"/>
              <a:gd name="connsiteY0" fmla="*/ 0 h 261610"/>
              <a:gd name="connsiteX1" fmla="*/ 131400 w 499958"/>
              <a:gd name="connsiteY1" fmla="*/ 0 h 261610"/>
              <a:gd name="connsiteX2" fmla="*/ 369249 w 499958"/>
              <a:gd name="connsiteY2" fmla="*/ 0 h 261610"/>
              <a:gd name="connsiteX3" fmla="*/ 499958 w 499958"/>
              <a:gd name="connsiteY3" fmla="*/ 130805 h 261610"/>
              <a:gd name="connsiteX4" fmla="*/ 369249 w 499958"/>
              <a:gd name="connsiteY4" fmla="*/ 261610 h 261610"/>
              <a:gd name="connsiteX5" fmla="*/ 131400 w 499958"/>
              <a:gd name="connsiteY5" fmla="*/ 261610 h 261610"/>
              <a:gd name="connsiteX6" fmla="*/ 130710 w 499958"/>
              <a:gd name="connsiteY6" fmla="*/ 261610 h 261610"/>
              <a:gd name="connsiteX7" fmla="*/ 130710 w 499958"/>
              <a:gd name="connsiteY7" fmla="*/ 261472 h 261610"/>
              <a:gd name="connsiteX8" fmla="*/ 80253 w 499958"/>
              <a:gd name="connsiteY8" fmla="*/ 251331 h 261610"/>
              <a:gd name="connsiteX9" fmla="*/ 0 w 499958"/>
              <a:gd name="connsiteY9" fmla="*/ 130805 h 261610"/>
              <a:gd name="connsiteX10" fmla="*/ 80253 w 499958"/>
              <a:gd name="connsiteY10" fmla="*/ 10280 h 261610"/>
              <a:gd name="connsiteX11" fmla="*/ 130710 w 499958"/>
              <a:gd name="connsiteY11" fmla="*/ 139 h 261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99958" h="261610">
                <a:moveTo>
                  <a:pt x="130710" y="0"/>
                </a:moveTo>
                <a:lnTo>
                  <a:pt x="131400" y="0"/>
                </a:lnTo>
                <a:lnTo>
                  <a:pt x="369249" y="0"/>
                </a:lnTo>
                <a:cubicBezTo>
                  <a:pt x="441438" y="0"/>
                  <a:pt x="499958" y="58563"/>
                  <a:pt x="499958" y="130805"/>
                </a:cubicBezTo>
                <a:cubicBezTo>
                  <a:pt x="499958" y="203047"/>
                  <a:pt x="441438" y="261610"/>
                  <a:pt x="369249" y="261610"/>
                </a:cubicBezTo>
                <a:lnTo>
                  <a:pt x="131400" y="261610"/>
                </a:lnTo>
                <a:lnTo>
                  <a:pt x="130710" y="261610"/>
                </a:lnTo>
                <a:lnTo>
                  <a:pt x="130710" y="261472"/>
                </a:lnTo>
                <a:lnTo>
                  <a:pt x="80253" y="251331"/>
                </a:lnTo>
                <a:cubicBezTo>
                  <a:pt x="33092" y="231474"/>
                  <a:pt x="0" y="184987"/>
                  <a:pt x="0" y="130805"/>
                </a:cubicBezTo>
                <a:cubicBezTo>
                  <a:pt x="0" y="76624"/>
                  <a:pt x="33092" y="30137"/>
                  <a:pt x="80253" y="10280"/>
                </a:cubicBezTo>
                <a:lnTo>
                  <a:pt x="130710" y="13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80A64BC-B9D4-429A-AD28-D98E4B15A62B}"/>
              </a:ext>
            </a:extLst>
          </p:cNvPr>
          <p:cNvSpPr txBox="1"/>
          <p:nvPr/>
        </p:nvSpPr>
        <p:spPr>
          <a:xfrm>
            <a:off x="417667" y="854176"/>
            <a:ext cx="430176" cy="3939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5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02</a:t>
            </a:r>
            <a:endParaRPr lang="en-US" sz="15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4B608C3-624D-4C92-996B-34066E1C9AFA}"/>
              </a:ext>
            </a:extLst>
          </p:cNvPr>
          <p:cNvSpPr txBox="1"/>
          <p:nvPr/>
        </p:nvSpPr>
        <p:spPr>
          <a:xfrm>
            <a:off x="296723" y="2841829"/>
            <a:ext cx="1532078" cy="2425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300"/>
              </a:lnSpc>
            </a:pPr>
            <a:r>
              <a:rPr lang="ko-KR" altLang="en-US" sz="900" b="1" dirty="0">
                <a:solidFill>
                  <a:srgbClr val="00E8B8"/>
                </a:solidFill>
                <a:latin typeface="맑은 고딕" panose="020B0503020000020004" pitchFamily="50" charset="-127"/>
              </a:rPr>
              <a:t>템플릿 선정 시 검토사항</a:t>
            </a:r>
            <a:endParaRPr lang="en-US" altLang="ko-KR" sz="900" spc="-80" dirty="0">
              <a:solidFill>
                <a:srgbClr val="00E8B8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178FA70-AB4B-4277-9159-14A3413BDEE3}"/>
              </a:ext>
            </a:extLst>
          </p:cNvPr>
          <p:cNvSpPr txBox="1"/>
          <p:nvPr/>
        </p:nvSpPr>
        <p:spPr>
          <a:xfrm>
            <a:off x="296723" y="3209363"/>
            <a:ext cx="1377840" cy="1242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300"/>
              </a:lnSpc>
            </a:pPr>
            <a:r>
              <a:rPr lang="en-US" altLang="ko-KR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-  </a:t>
            </a:r>
            <a:r>
              <a:rPr lang="ko-KR" altLang="en-US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통합검색은 </a:t>
            </a:r>
            <a:r>
              <a:rPr lang="en-US" altLang="ko-KR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C</a:t>
            </a:r>
            <a:r>
              <a:rPr lang="ko-KR" altLang="en-US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I</a:t>
            </a:r>
            <a:r>
              <a:rPr lang="ko-KR" altLang="en-US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 와 </a:t>
            </a:r>
            <a:endParaRPr lang="en-US" altLang="ko-KR" sz="900" b="1" spc="-80" dirty="0">
              <a:solidFill>
                <a:srgbClr val="A7A7A8"/>
              </a:solidFill>
              <a:latin typeface="맑은 고딕" panose="020B0503020000020004" pitchFamily="50" charset="-127"/>
            </a:endParaRPr>
          </a:p>
          <a:p>
            <a:pPr>
              <a:lnSpc>
                <a:spcPts val="1300"/>
              </a:lnSpc>
            </a:pPr>
            <a:r>
              <a:rPr lang="ko-KR" altLang="en-US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   컬러만 고객사에 맞춰    </a:t>
            </a:r>
            <a:endParaRPr lang="en-US" altLang="ko-KR" sz="900" b="1" spc="-80" dirty="0">
              <a:solidFill>
                <a:srgbClr val="A7A7A8"/>
              </a:solidFill>
              <a:latin typeface="맑은 고딕" panose="020B0503020000020004" pitchFamily="50" charset="-127"/>
            </a:endParaRPr>
          </a:p>
          <a:p>
            <a:pPr>
              <a:lnSpc>
                <a:spcPts val="1300"/>
              </a:lnSpc>
            </a:pPr>
            <a:r>
              <a:rPr lang="en-US" altLang="ko-KR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   </a:t>
            </a:r>
            <a:r>
              <a:rPr lang="ko-KR" altLang="en-US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수정 가능 합니다</a:t>
            </a:r>
            <a:r>
              <a:rPr lang="en-US" altLang="ko-KR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.</a:t>
            </a:r>
          </a:p>
          <a:p>
            <a:pPr>
              <a:lnSpc>
                <a:spcPts val="1300"/>
              </a:lnSpc>
            </a:pPr>
            <a:endParaRPr lang="en-US" altLang="ko-KR" sz="900" b="1" spc="-80" dirty="0">
              <a:solidFill>
                <a:srgbClr val="A7A7A8"/>
              </a:solidFill>
              <a:latin typeface="맑은 고딕" panose="020B0503020000020004" pitchFamily="50" charset="-127"/>
            </a:endParaRPr>
          </a:p>
          <a:p>
            <a:pPr>
              <a:lnSpc>
                <a:spcPts val="1300"/>
              </a:lnSpc>
            </a:pPr>
            <a:endParaRPr lang="en-US" altLang="ko-KR" sz="900" b="1" spc="-80" dirty="0">
              <a:solidFill>
                <a:srgbClr val="A7A7A8"/>
              </a:solidFill>
              <a:latin typeface="맑은 고딕" panose="020B0503020000020004" pitchFamily="50" charset="-127"/>
            </a:endParaRPr>
          </a:p>
          <a:p>
            <a:pPr>
              <a:lnSpc>
                <a:spcPts val="1300"/>
              </a:lnSpc>
            </a:pPr>
            <a:r>
              <a:rPr lang="en-US" altLang="ko-KR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-  </a:t>
            </a:r>
            <a:r>
              <a:rPr lang="ko-KR" altLang="en-US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관리 및 기능 구현 시 </a:t>
            </a:r>
            <a:endParaRPr lang="en-US" altLang="ko-KR" sz="900" b="1" spc="-80" dirty="0">
              <a:solidFill>
                <a:srgbClr val="A7A7A8"/>
              </a:solidFill>
              <a:latin typeface="맑은 고딕" panose="020B0503020000020004" pitchFamily="50" charset="-127"/>
            </a:endParaRPr>
          </a:p>
          <a:p>
            <a:pPr>
              <a:lnSpc>
                <a:spcPts val="1300"/>
              </a:lnSpc>
            </a:pPr>
            <a:r>
              <a:rPr lang="en-US" altLang="ko-KR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   </a:t>
            </a:r>
            <a:r>
              <a:rPr lang="en-US" altLang="ko-KR" sz="4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  </a:t>
            </a:r>
            <a:r>
              <a:rPr lang="en-US" altLang="ko-KR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PM</a:t>
            </a:r>
            <a:r>
              <a:rPr lang="ko-KR" altLang="en-US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과 검토 필요합니다</a:t>
            </a:r>
            <a:r>
              <a:rPr lang="en-US" altLang="ko-KR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.</a:t>
            </a:r>
            <a:endParaRPr lang="en-US" altLang="ko-KR" sz="900" spc="-80" dirty="0">
              <a:solidFill>
                <a:srgbClr val="7A7A84"/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599799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3D70BBA9-AE68-4F4A-B34E-427604A487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2205" y="949988"/>
            <a:ext cx="9471600" cy="4622338"/>
          </a:xfrm>
          <a:prstGeom prst="rect">
            <a:avLst/>
          </a:prstGeom>
        </p:spPr>
      </p:pic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9A0D6870-B7E2-419C-B0D3-3A6E484E23C4}"/>
              </a:ext>
            </a:extLst>
          </p:cNvPr>
          <p:cNvCxnSpPr/>
          <p:nvPr/>
        </p:nvCxnSpPr>
        <p:spPr>
          <a:xfrm>
            <a:off x="378563" y="2728724"/>
            <a:ext cx="1602000" cy="0"/>
          </a:xfrm>
          <a:prstGeom prst="line">
            <a:avLst/>
          </a:prstGeom>
          <a:ln>
            <a:solidFill>
              <a:srgbClr val="4C4C5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404089F4-2BA0-40E9-AC87-483178CDB859}"/>
              </a:ext>
            </a:extLst>
          </p:cNvPr>
          <p:cNvSpPr txBox="1"/>
          <p:nvPr/>
        </p:nvSpPr>
        <p:spPr>
          <a:xfrm>
            <a:off x="296724" y="1302236"/>
            <a:ext cx="141777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b="1" dirty="0">
                <a:solidFill>
                  <a:schemeClr val="bg1"/>
                </a:solidFill>
                <a:latin typeface="맑은 고딕" panose="020B0503020000020004" pitchFamily="50" charset="-127"/>
              </a:rPr>
              <a:t>통합검색</a:t>
            </a:r>
            <a:endParaRPr lang="en-US" altLang="ko-KR" sz="1500" b="1" dirty="0">
              <a:solidFill>
                <a:schemeClr val="bg1"/>
              </a:solidFill>
              <a:latin typeface="맑은 고딕" panose="020B0503020000020004" pitchFamily="50" charset="-127"/>
            </a:endParaRPr>
          </a:p>
          <a:p>
            <a:r>
              <a:rPr lang="ko-KR" altLang="en-US" sz="1500" b="1" dirty="0">
                <a:solidFill>
                  <a:schemeClr val="bg1"/>
                </a:solidFill>
                <a:latin typeface="맑은 고딕" panose="020B0503020000020004" pitchFamily="50" charset="-127"/>
              </a:rPr>
              <a:t>템플릿</a:t>
            </a:r>
            <a:r>
              <a:rPr lang="en-US" altLang="ko-KR" sz="1500" b="1" dirty="0">
                <a:solidFill>
                  <a:schemeClr val="bg1"/>
                </a:solidFill>
                <a:latin typeface="맑은 고딕" panose="020B0503020000020004" pitchFamily="50" charset="-127"/>
              </a:rPr>
              <a:t>_02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E57CA59-35C4-4B45-8677-7A864256558D}"/>
              </a:ext>
            </a:extLst>
          </p:cNvPr>
          <p:cNvSpPr txBox="1"/>
          <p:nvPr/>
        </p:nvSpPr>
        <p:spPr>
          <a:xfrm>
            <a:off x="287200" y="2013448"/>
            <a:ext cx="13034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chemeClr val="bg1"/>
                </a:solidFill>
                <a:latin typeface="맑은 고딕" panose="020B0503020000020004" pitchFamily="50" charset="-127"/>
              </a:rPr>
              <a:t>메인 화면</a:t>
            </a:r>
            <a:endParaRPr lang="en-US" sz="14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" name="자유형: 도형 25">
            <a:extLst>
              <a:ext uri="{FF2B5EF4-FFF2-40B4-BE49-F238E27FC236}">
                <a16:creationId xmlns:a16="http://schemas.microsoft.com/office/drawing/2014/main" id="{DB47586E-25D2-4683-AF3E-2A1D2AB53BAD}"/>
              </a:ext>
            </a:extLst>
          </p:cNvPr>
          <p:cNvSpPr/>
          <p:nvPr/>
        </p:nvSpPr>
        <p:spPr>
          <a:xfrm>
            <a:off x="382776" y="956926"/>
            <a:ext cx="499958" cy="261610"/>
          </a:xfrm>
          <a:custGeom>
            <a:avLst/>
            <a:gdLst>
              <a:gd name="connsiteX0" fmla="*/ 130710 w 499958"/>
              <a:gd name="connsiteY0" fmla="*/ 0 h 261610"/>
              <a:gd name="connsiteX1" fmla="*/ 131400 w 499958"/>
              <a:gd name="connsiteY1" fmla="*/ 0 h 261610"/>
              <a:gd name="connsiteX2" fmla="*/ 369249 w 499958"/>
              <a:gd name="connsiteY2" fmla="*/ 0 h 261610"/>
              <a:gd name="connsiteX3" fmla="*/ 499958 w 499958"/>
              <a:gd name="connsiteY3" fmla="*/ 130805 h 261610"/>
              <a:gd name="connsiteX4" fmla="*/ 369249 w 499958"/>
              <a:gd name="connsiteY4" fmla="*/ 261610 h 261610"/>
              <a:gd name="connsiteX5" fmla="*/ 131400 w 499958"/>
              <a:gd name="connsiteY5" fmla="*/ 261610 h 261610"/>
              <a:gd name="connsiteX6" fmla="*/ 130710 w 499958"/>
              <a:gd name="connsiteY6" fmla="*/ 261610 h 261610"/>
              <a:gd name="connsiteX7" fmla="*/ 130710 w 499958"/>
              <a:gd name="connsiteY7" fmla="*/ 261472 h 261610"/>
              <a:gd name="connsiteX8" fmla="*/ 80253 w 499958"/>
              <a:gd name="connsiteY8" fmla="*/ 251331 h 261610"/>
              <a:gd name="connsiteX9" fmla="*/ 0 w 499958"/>
              <a:gd name="connsiteY9" fmla="*/ 130805 h 261610"/>
              <a:gd name="connsiteX10" fmla="*/ 80253 w 499958"/>
              <a:gd name="connsiteY10" fmla="*/ 10280 h 261610"/>
              <a:gd name="connsiteX11" fmla="*/ 130710 w 499958"/>
              <a:gd name="connsiteY11" fmla="*/ 139 h 261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99958" h="261610">
                <a:moveTo>
                  <a:pt x="130710" y="0"/>
                </a:moveTo>
                <a:lnTo>
                  <a:pt x="131400" y="0"/>
                </a:lnTo>
                <a:lnTo>
                  <a:pt x="369249" y="0"/>
                </a:lnTo>
                <a:cubicBezTo>
                  <a:pt x="441438" y="0"/>
                  <a:pt x="499958" y="58563"/>
                  <a:pt x="499958" y="130805"/>
                </a:cubicBezTo>
                <a:cubicBezTo>
                  <a:pt x="499958" y="203047"/>
                  <a:pt x="441438" y="261610"/>
                  <a:pt x="369249" y="261610"/>
                </a:cubicBezTo>
                <a:lnTo>
                  <a:pt x="131400" y="261610"/>
                </a:lnTo>
                <a:lnTo>
                  <a:pt x="130710" y="261610"/>
                </a:lnTo>
                <a:lnTo>
                  <a:pt x="130710" y="261472"/>
                </a:lnTo>
                <a:lnTo>
                  <a:pt x="80253" y="251331"/>
                </a:lnTo>
                <a:cubicBezTo>
                  <a:pt x="33092" y="231474"/>
                  <a:pt x="0" y="184987"/>
                  <a:pt x="0" y="130805"/>
                </a:cubicBezTo>
                <a:cubicBezTo>
                  <a:pt x="0" y="76624"/>
                  <a:pt x="33092" y="30137"/>
                  <a:pt x="80253" y="10280"/>
                </a:cubicBezTo>
                <a:lnTo>
                  <a:pt x="130710" y="13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B825296-B1E0-4A1E-B99A-6B0C77F952EF}"/>
              </a:ext>
            </a:extLst>
          </p:cNvPr>
          <p:cNvSpPr txBox="1"/>
          <p:nvPr/>
        </p:nvSpPr>
        <p:spPr>
          <a:xfrm>
            <a:off x="417667" y="854176"/>
            <a:ext cx="430176" cy="3939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5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02</a:t>
            </a:r>
            <a:endParaRPr lang="en-US" sz="15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B82E8C0-D423-4D0B-B3C1-3B913DEC680B}"/>
              </a:ext>
            </a:extLst>
          </p:cNvPr>
          <p:cNvSpPr txBox="1"/>
          <p:nvPr/>
        </p:nvSpPr>
        <p:spPr>
          <a:xfrm>
            <a:off x="296723" y="2841829"/>
            <a:ext cx="1532078" cy="2425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300"/>
              </a:lnSpc>
            </a:pPr>
            <a:r>
              <a:rPr lang="ko-KR" altLang="en-US" sz="900" b="1" dirty="0">
                <a:solidFill>
                  <a:srgbClr val="00E8B8"/>
                </a:solidFill>
                <a:latin typeface="맑은 고딕" panose="020B0503020000020004" pitchFamily="50" charset="-127"/>
              </a:rPr>
              <a:t>템플릿 선정 시 검토사항</a:t>
            </a:r>
            <a:endParaRPr lang="en-US" altLang="ko-KR" sz="900" spc="-80" dirty="0">
              <a:solidFill>
                <a:srgbClr val="00E8B8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E697231-D8D1-4249-9C7C-E3D20A7C0375}"/>
              </a:ext>
            </a:extLst>
          </p:cNvPr>
          <p:cNvSpPr txBox="1"/>
          <p:nvPr/>
        </p:nvSpPr>
        <p:spPr>
          <a:xfrm>
            <a:off x="296723" y="3209363"/>
            <a:ext cx="1377840" cy="1242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300"/>
              </a:lnSpc>
            </a:pPr>
            <a:r>
              <a:rPr lang="en-US" altLang="ko-KR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-  </a:t>
            </a:r>
            <a:r>
              <a:rPr lang="ko-KR" altLang="en-US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통합검색은 </a:t>
            </a:r>
            <a:r>
              <a:rPr lang="en-US" altLang="ko-KR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C</a:t>
            </a:r>
            <a:r>
              <a:rPr lang="ko-KR" altLang="en-US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I</a:t>
            </a:r>
            <a:r>
              <a:rPr lang="ko-KR" altLang="en-US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 와 </a:t>
            </a:r>
            <a:endParaRPr lang="en-US" altLang="ko-KR" sz="900" b="1" spc="-80" dirty="0">
              <a:solidFill>
                <a:srgbClr val="A7A7A8"/>
              </a:solidFill>
              <a:latin typeface="맑은 고딕" panose="020B0503020000020004" pitchFamily="50" charset="-127"/>
            </a:endParaRPr>
          </a:p>
          <a:p>
            <a:pPr>
              <a:lnSpc>
                <a:spcPts val="1300"/>
              </a:lnSpc>
            </a:pPr>
            <a:r>
              <a:rPr lang="ko-KR" altLang="en-US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   컬러만 고객사에 맞춰    </a:t>
            </a:r>
            <a:endParaRPr lang="en-US" altLang="ko-KR" sz="900" b="1" spc="-80" dirty="0">
              <a:solidFill>
                <a:srgbClr val="A7A7A8"/>
              </a:solidFill>
              <a:latin typeface="맑은 고딕" panose="020B0503020000020004" pitchFamily="50" charset="-127"/>
            </a:endParaRPr>
          </a:p>
          <a:p>
            <a:pPr>
              <a:lnSpc>
                <a:spcPts val="1300"/>
              </a:lnSpc>
            </a:pPr>
            <a:r>
              <a:rPr lang="en-US" altLang="ko-KR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   </a:t>
            </a:r>
            <a:r>
              <a:rPr lang="ko-KR" altLang="en-US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수정 가능 합니다</a:t>
            </a:r>
            <a:r>
              <a:rPr lang="en-US" altLang="ko-KR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.</a:t>
            </a:r>
          </a:p>
          <a:p>
            <a:pPr>
              <a:lnSpc>
                <a:spcPts val="1300"/>
              </a:lnSpc>
            </a:pPr>
            <a:endParaRPr lang="en-US" altLang="ko-KR" sz="900" b="1" spc="-80" dirty="0">
              <a:solidFill>
                <a:srgbClr val="A7A7A8"/>
              </a:solidFill>
              <a:latin typeface="맑은 고딕" panose="020B0503020000020004" pitchFamily="50" charset="-127"/>
            </a:endParaRPr>
          </a:p>
          <a:p>
            <a:pPr>
              <a:lnSpc>
                <a:spcPts val="1300"/>
              </a:lnSpc>
            </a:pPr>
            <a:endParaRPr lang="en-US" altLang="ko-KR" sz="900" b="1" spc="-80" dirty="0">
              <a:solidFill>
                <a:srgbClr val="A7A7A8"/>
              </a:solidFill>
              <a:latin typeface="맑은 고딕" panose="020B0503020000020004" pitchFamily="50" charset="-127"/>
            </a:endParaRPr>
          </a:p>
          <a:p>
            <a:pPr>
              <a:lnSpc>
                <a:spcPts val="1300"/>
              </a:lnSpc>
            </a:pPr>
            <a:r>
              <a:rPr lang="en-US" altLang="ko-KR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-  </a:t>
            </a:r>
            <a:r>
              <a:rPr lang="ko-KR" altLang="en-US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관리 및 기능 구현 시 </a:t>
            </a:r>
            <a:endParaRPr lang="en-US" altLang="ko-KR" sz="900" b="1" spc="-80" dirty="0">
              <a:solidFill>
                <a:srgbClr val="A7A7A8"/>
              </a:solidFill>
              <a:latin typeface="맑은 고딕" panose="020B0503020000020004" pitchFamily="50" charset="-127"/>
            </a:endParaRPr>
          </a:p>
          <a:p>
            <a:pPr>
              <a:lnSpc>
                <a:spcPts val="1300"/>
              </a:lnSpc>
            </a:pPr>
            <a:r>
              <a:rPr lang="en-US" altLang="ko-KR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   </a:t>
            </a:r>
            <a:r>
              <a:rPr lang="en-US" altLang="ko-KR" sz="4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  </a:t>
            </a:r>
            <a:r>
              <a:rPr lang="en-US" altLang="ko-KR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PM</a:t>
            </a:r>
            <a:r>
              <a:rPr lang="ko-KR" altLang="en-US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과 검토 필요합니다</a:t>
            </a:r>
            <a:r>
              <a:rPr lang="en-US" altLang="ko-KR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.</a:t>
            </a:r>
            <a:endParaRPr lang="en-US" altLang="ko-KR" sz="900" spc="-80" dirty="0">
              <a:solidFill>
                <a:srgbClr val="7A7A84"/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063977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FC3E1721-301D-41FD-8C81-FCBEE71F40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2205" y="949988"/>
            <a:ext cx="9471600" cy="4622338"/>
          </a:xfrm>
          <a:prstGeom prst="rect">
            <a:avLst/>
          </a:prstGeom>
        </p:spPr>
      </p:pic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9A0D6870-B7E2-419C-B0D3-3A6E484E23C4}"/>
              </a:ext>
            </a:extLst>
          </p:cNvPr>
          <p:cNvCxnSpPr/>
          <p:nvPr/>
        </p:nvCxnSpPr>
        <p:spPr>
          <a:xfrm>
            <a:off x="378563" y="2728724"/>
            <a:ext cx="1602000" cy="0"/>
          </a:xfrm>
          <a:prstGeom prst="line">
            <a:avLst/>
          </a:prstGeom>
          <a:ln>
            <a:solidFill>
              <a:srgbClr val="4C4C5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404089F4-2BA0-40E9-AC87-483178CDB859}"/>
              </a:ext>
            </a:extLst>
          </p:cNvPr>
          <p:cNvSpPr txBox="1"/>
          <p:nvPr/>
        </p:nvSpPr>
        <p:spPr>
          <a:xfrm>
            <a:off x="296724" y="1302236"/>
            <a:ext cx="141777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b="1" dirty="0">
                <a:solidFill>
                  <a:schemeClr val="bg1"/>
                </a:solidFill>
                <a:latin typeface="맑은 고딕" panose="020B0503020000020004" pitchFamily="50" charset="-127"/>
              </a:rPr>
              <a:t>통합검색</a:t>
            </a:r>
            <a:endParaRPr lang="en-US" altLang="ko-KR" sz="1500" b="1" dirty="0">
              <a:solidFill>
                <a:schemeClr val="bg1"/>
              </a:solidFill>
              <a:latin typeface="맑은 고딕" panose="020B0503020000020004" pitchFamily="50" charset="-127"/>
            </a:endParaRPr>
          </a:p>
          <a:p>
            <a:r>
              <a:rPr lang="ko-KR" altLang="en-US" sz="1500" b="1" dirty="0">
                <a:solidFill>
                  <a:schemeClr val="bg1"/>
                </a:solidFill>
                <a:latin typeface="맑은 고딕" panose="020B0503020000020004" pitchFamily="50" charset="-127"/>
              </a:rPr>
              <a:t>템플릿</a:t>
            </a:r>
            <a:r>
              <a:rPr lang="en-US" altLang="ko-KR" sz="1500" b="1" dirty="0">
                <a:solidFill>
                  <a:schemeClr val="bg1"/>
                </a:solidFill>
                <a:latin typeface="맑은 고딕" panose="020B0503020000020004" pitchFamily="50" charset="-127"/>
              </a:rPr>
              <a:t>_02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E57CA59-35C4-4B45-8677-7A864256558D}"/>
              </a:ext>
            </a:extLst>
          </p:cNvPr>
          <p:cNvSpPr txBox="1"/>
          <p:nvPr/>
        </p:nvSpPr>
        <p:spPr>
          <a:xfrm>
            <a:off x="287200" y="2013448"/>
            <a:ext cx="13034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chemeClr val="bg1"/>
                </a:solidFill>
                <a:latin typeface="맑은 고딕" panose="020B0503020000020004" pitchFamily="50" charset="-127"/>
              </a:rPr>
              <a:t>메인 화면</a:t>
            </a:r>
            <a:endParaRPr lang="en-US" sz="14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" name="자유형: 도형 25">
            <a:extLst>
              <a:ext uri="{FF2B5EF4-FFF2-40B4-BE49-F238E27FC236}">
                <a16:creationId xmlns:a16="http://schemas.microsoft.com/office/drawing/2014/main" id="{DB47586E-25D2-4683-AF3E-2A1D2AB53BAD}"/>
              </a:ext>
            </a:extLst>
          </p:cNvPr>
          <p:cNvSpPr/>
          <p:nvPr/>
        </p:nvSpPr>
        <p:spPr>
          <a:xfrm>
            <a:off x="382776" y="956926"/>
            <a:ext cx="499958" cy="261610"/>
          </a:xfrm>
          <a:custGeom>
            <a:avLst/>
            <a:gdLst>
              <a:gd name="connsiteX0" fmla="*/ 130710 w 499958"/>
              <a:gd name="connsiteY0" fmla="*/ 0 h 261610"/>
              <a:gd name="connsiteX1" fmla="*/ 131400 w 499958"/>
              <a:gd name="connsiteY1" fmla="*/ 0 h 261610"/>
              <a:gd name="connsiteX2" fmla="*/ 369249 w 499958"/>
              <a:gd name="connsiteY2" fmla="*/ 0 h 261610"/>
              <a:gd name="connsiteX3" fmla="*/ 499958 w 499958"/>
              <a:gd name="connsiteY3" fmla="*/ 130805 h 261610"/>
              <a:gd name="connsiteX4" fmla="*/ 369249 w 499958"/>
              <a:gd name="connsiteY4" fmla="*/ 261610 h 261610"/>
              <a:gd name="connsiteX5" fmla="*/ 131400 w 499958"/>
              <a:gd name="connsiteY5" fmla="*/ 261610 h 261610"/>
              <a:gd name="connsiteX6" fmla="*/ 130710 w 499958"/>
              <a:gd name="connsiteY6" fmla="*/ 261610 h 261610"/>
              <a:gd name="connsiteX7" fmla="*/ 130710 w 499958"/>
              <a:gd name="connsiteY7" fmla="*/ 261472 h 261610"/>
              <a:gd name="connsiteX8" fmla="*/ 80253 w 499958"/>
              <a:gd name="connsiteY8" fmla="*/ 251331 h 261610"/>
              <a:gd name="connsiteX9" fmla="*/ 0 w 499958"/>
              <a:gd name="connsiteY9" fmla="*/ 130805 h 261610"/>
              <a:gd name="connsiteX10" fmla="*/ 80253 w 499958"/>
              <a:gd name="connsiteY10" fmla="*/ 10280 h 261610"/>
              <a:gd name="connsiteX11" fmla="*/ 130710 w 499958"/>
              <a:gd name="connsiteY11" fmla="*/ 139 h 261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99958" h="261610">
                <a:moveTo>
                  <a:pt x="130710" y="0"/>
                </a:moveTo>
                <a:lnTo>
                  <a:pt x="131400" y="0"/>
                </a:lnTo>
                <a:lnTo>
                  <a:pt x="369249" y="0"/>
                </a:lnTo>
                <a:cubicBezTo>
                  <a:pt x="441438" y="0"/>
                  <a:pt x="499958" y="58563"/>
                  <a:pt x="499958" y="130805"/>
                </a:cubicBezTo>
                <a:cubicBezTo>
                  <a:pt x="499958" y="203047"/>
                  <a:pt x="441438" y="261610"/>
                  <a:pt x="369249" y="261610"/>
                </a:cubicBezTo>
                <a:lnTo>
                  <a:pt x="131400" y="261610"/>
                </a:lnTo>
                <a:lnTo>
                  <a:pt x="130710" y="261610"/>
                </a:lnTo>
                <a:lnTo>
                  <a:pt x="130710" y="261472"/>
                </a:lnTo>
                <a:lnTo>
                  <a:pt x="80253" y="251331"/>
                </a:lnTo>
                <a:cubicBezTo>
                  <a:pt x="33092" y="231474"/>
                  <a:pt x="0" y="184987"/>
                  <a:pt x="0" y="130805"/>
                </a:cubicBezTo>
                <a:cubicBezTo>
                  <a:pt x="0" y="76624"/>
                  <a:pt x="33092" y="30137"/>
                  <a:pt x="80253" y="10280"/>
                </a:cubicBezTo>
                <a:lnTo>
                  <a:pt x="130710" y="13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B825296-B1E0-4A1E-B99A-6B0C77F952EF}"/>
              </a:ext>
            </a:extLst>
          </p:cNvPr>
          <p:cNvSpPr txBox="1"/>
          <p:nvPr/>
        </p:nvSpPr>
        <p:spPr>
          <a:xfrm>
            <a:off x="417667" y="854176"/>
            <a:ext cx="430176" cy="3939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5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02</a:t>
            </a:r>
            <a:endParaRPr lang="en-US" sz="15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B82E8C0-D423-4D0B-B3C1-3B913DEC680B}"/>
              </a:ext>
            </a:extLst>
          </p:cNvPr>
          <p:cNvSpPr txBox="1"/>
          <p:nvPr/>
        </p:nvSpPr>
        <p:spPr>
          <a:xfrm>
            <a:off x="296723" y="2841829"/>
            <a:ext cx="1532078" cy="2425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300"/>
              </a:lnSpc>
            </a:pPr>
            <a:r>
              <a:rPr lang="ko-KR" altLang="en-US" sz="900" b="1" dirty="0">
                <a:solidFill>
                  <a:srgbClr val="00E8B8"/>
                </a:solidFill>
                <a:latin typeface="맑은 고딕" panose="020B0503020000020004" pitchFamily="50" charset="-127"/>
              </a:rPr>
              <a:t>템플릿 선정 시 검토사항</a:t>
            </a:r>
            <a:endParaRPr lang="en-US" altLang="ko-KR" sz="900" spc="-80" dirty="0">
              <a:solidFill>
                <a:srgbClr val="00E8B8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CA10859-25A3-437C-81AF-DE1046CA0CB2}"/>
              </a:ext>
            </a:extLst>
          </p:cNvPr>
          <p:cNvSpPr txBox="1"/>
          <p:nvPr/>
        </p:nvSpPr>
        <p:spPr>
          <a:xfrm>
            <a:off x="296723" y="3209363"/>
            <a:ext cx="1377840" cy="1242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300"/>
              </a:lnSpc>
            </a:pPr>
            <a:r>
              <a:rPr lang="en-US" altLang="ko-KR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-  </a:t>
            </a:r>
            <a:r>
              <a:rPr lang="ko-KR" altLang="en-US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통합검색은 </a:t>
            </a:r>
            <a:r>
              <a:rPr lang="en-US" altLang="ko-KR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C</a:t>
            </a:r>
            <a:r>
              <a:rPr lang="ko-KR" altLang="en-US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I</a:t>
            </a:r>
            <a:r>
              <a:rPr lang="ko-KR" altLang="en-US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 와 </a:t>
            </a:r>
            <a:endParaRPr lang="en-US" altLang="ko-KR" sz="900" b="1" spc="-80" dirty="0">
              <a:solidFill>
                <a:srgbClr val="A7A7A8"/>
              </a:solidFill>
              <a:latin typeface="맑은 고딕" panose="020B0503020000020004" pitchFamily="50" charset="-127"/>
            </a:endParaRPr>
          </a:p>
          <a:p>
            <a:pPr>
              <a:lnSpc>
                <a:spcPts val="1300"/>
              </a:lnSpc>
            </a:pPr>
            <a:r>
              <a:rPr lang="ko-KR" altLang="en-US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   컬러만 고객사에 맞춰    </a:t>
            </a:r>
            <a:endParaRPr lang="en-US" altLang="ko-KR" sz="900" b="1" spc="-80" dirty="0">
              <a:solidFill>
                <a:srgbClr val="A7A7A8"/>
              </a:solidFill>
              <a:latin typeface="맑은 고딕" panose="020B0503020000020004" pitchFamily="50" charset="-127"/>
            </a:endParaRPr>
          </a:p>
          <a:p>
            <a:pPr>
              <a:lnSpc>
                <a:spcPts val="1300"/>
              </a:lnSpc>
            </a:pPr>
            <a:r>
              <a:rPr lang="en-US" altLang="ko-KR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   </a:t>
            </a:r>
            <a:r>
              <a:rPr lang="ko-KR" altLang="en-US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수정 가능 합니다</a:t>
            </a:r>
            <a:r>
              <a:rPr lang="en-US" altLang="ko-KR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.</a:t>
            </a:r>
          </a:p>
          <a:p>
            <a:pPr>
              <a:lnSpc>
                <a:spcPts val="1300"/>
              </a:lnSpc>
            </a:pPr>
            <a:endParaRPr lang="en-US" altLang="ko-KR" sz="900" b="1" spc="-80" dirty="0">
              <a:solidFill>
                <a:srgbClr val="A7A7A8"/>
              </a:solidFill>
              <a:latin typeface="맑은 고딕" panose="020B0503020000020004" pitchFamily="50" charset="-127"/>
            </a:endParaRPr>
          </a:p>
          <a:p>
            <a:pPr>
              <a:lnSpc>
                <a:spcPts val="1300"/>
              </a:lnSpc>
            </a:pPr>
            <a:endParaRPr lang="en-US" altLang="ko-KR" sz="900" b="1" spc="-80" dirty="0">
              <a:solidFill>
                <a:srgbClr val="A7A7A8"/>
              </a:solidFill>
              <a:latin typeface="맑은 고딕" panose="020B0503020000020004" pitchFamily="50" charset="-127"/>
            </a:endParaRPr>
          </a:p>
          <a:p>
            <a:pPr>
              <a:lnSpc>
                <a:spcPts val="1300"/>
              </a:lnSpc>
            </a:pPr>
            <a:r>
              <a:rPr lang="en-US" altLang="ko-KR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-  </a:t>
            </a:r>
            <a:r>
              <a:rPr lang="ko-KR" altLang="en-US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관리 및 기능 구현 시 </a:t>
            </a:r>
            <a:endParaRPr lang="en-US" altLang="ko-KR" sz="900" b="1" spc="-80" dirty="0">
              <a:solidFill>
                <a:srgbClr val="A7A7A8"/>
              </a:solidFill>
              <a:latin typeface="맑은 고딕" panose="020B0503020000020004" pitchFamily="50" charset="-127"/>
            </a:endParaRPr>
          </a:p>
          <a:p>
            <a:pPr>
              <a:lnSpc>
                <a:spcPts val="1300"/>
              </a:lnSpc>
            </a:pPr>
            <a:r>
              <a:rPr lang="en-US" altLang="ko-KR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   </a:t>
            </a:r>
            <a:r>
              <a:rPr lang="en-US" altLang="ko-KR" sz="4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  </a:t>
            </a:r>
            <a:r>
              <a:rPr lang="en-US" altLang="ko-KR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PM</a:t>
            </a:r>
            <a:r>
              <a:rPr lang="ko-KR" altLang="en-US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과 검토 필요합니다</a:t>
            </a:r>
            <a:r>
              <a:rPr lang="en-US" altLang="ko-KR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.</a:t>
            </a:r>
            <a:endParaRPr lang="en-US" altLang="ko-KR" sz="900" spc="-80" dirty="0">
              <a:solidFill>
                <a:srgbClr val="7A7A84"/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331195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A6C8F751-8D9B-4F43-9583-9BF1842029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2205" y="949988"/>
            <a:ext cx="9471727" cy="4622400"/>
          </a:xfrm>
          <a:prstGeom prst="rect">
            <a:avLst/>
          </a:prstGeom>
        </p:spPr>
      </p:pic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9A0D6870-B7E2-419C-B0D3-3A6E484E23C4}"/>
              </a:ext>
            </a:extLst>
          </p:cNvPr>
          <p:cNvCxnSpPr/>
          <p:nvPr/>
        </p:nvCxnSpPr>
        <p:spPr>
          <a:xfrm>
            <a:off x="378563" y="2728724"/>
            <a:ext cx="1602000" cy="0"/>
          </a:xfrm>
          <a:prstGeom prst="line">
            <a:avLst/>
          </a:prstGeom>
          <a:ln>
            <a:solidFill>
              <a:srgbClr val="4C4C5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D2A7477A-A809-4282-BA84-BA39A6099228}"/>
              </a:ext>
            </a:extLst>
          </p:cNvPr>
          <p:cNvSpPr txBox="1"/>
          <p:nvPr/>
        </p:nvSpPr>
        <p:spPr>
          <a:xfrm>
            <a:off x="296723" y="2841829"/>
            <a:ext cx="1532078" cy="2425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300"/>
              </a:lnSpc>
            </a:pPr>
            <a:r>
              <a:rPr lang="ko-KR" altLang="en-US" sz="900" b="1" dirty="0">
                <a:solidFill>
                  <a:srgbClr val="00E8B8"/>
                </a:solidFill>
                <a:latin typeface="맑은 고딕" panose="020B0503020000020004" pitchFamily="50" charset="-127"/>
              </a:rPr>
              <a:t>템플릿 선정 시 검토사항</a:t>
            </a:r>
            <a:endParaRPr lang="en-US" altLang="ko-KR" sz="900" spc="-80" dirty="0">
              <a:solidFill>
                <a:srgbClr val="00E8B8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87584E7-D33D-412E-AE98-80FC03B50F79}"/>
              </a:ext>
            </a:extLst>
          </p:cNvPr>
          <p:cNvSpPr txBox="1"/>
          <p:nvPr/>
        </p:nvSpPr>
        <p:spPr>
          <a:xfrm>
            <a:off x="296724" y="1302236"/>
            <a:ext cx="141777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b="1" dirty="0">
                <a:solidFill>
                  <a:schemeClr val="bg1"/>
                </a:solidFill>
                <a:latin typeface="맑은 고딕" panose="020B0503020000020004" pitchFamily="50" charset="-127"/>
              </a:rPr>
              <a:t>통합검색</a:t>
            </a:r>
            <a:endParaRPr lang="en-US" altLang="ko-KR" sz="1500" b="1" dirty="0">
              <a:solidFill>
                <a:schemeClr val="bg1"/>
              </a:solidFill>
              <a:latin typeface="맑은 고딕" panose="020B0503020000020004" pitchFamily="50" charset="-127"/>
            </a:endParaRPr>
          </a:p>
          <a:p>
            <a:r>
              <a:rPr lang="ko-KR" altLang="en-US" sz="1500" b="1" dirty="0">
                <a:solidFill>
                  <a:schemeClr val="bg1"/>
                </a:solidFill>
                <a:latin typeface="맑은 고딕" panose="020B0503020000020004" pitchFamily="50" charset="-127"/>
              </a:rPr>
              <a:t>템플릿</a:t>
            </a:r>
            <a:r>
              <a:rPr lang="en-US" altLang="ko-KR" sz="1500" b="1" dirty="0">
                <a:solidFill>
                  <a:schemeClr val="bg1"/>
                </a:solidFill>
                <a:latin typeface="맑은 고딕" panose="020B0503020000020004" pitchFamily="50" charset="-127"/>
              </a:rPr>
              <a:t>_02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A5C1437-7B06-4F59-A697-FD5E3A58952B}"/>
              </a:ext>
            </a:extLst>
          </p:cNvPr>
          <p:cNvSpPr txBox="1"/>
          <p:nvPr/>
        </p:nvSpPr>
        <p:spPr>
          <a:xfrm>
            <a:off x="287200" y="2013448"/>
            <a:ext cx="13034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chemeClr val="bg1"/>
                </a:solidFill>
                <a:latin typeface="맑은 고딕" panose="020B0503020000020004" pitchFamily="50" charset="-127"/>
              </a:rPr>
              <a:t>서브 화면</a:t>
            </a:r>
            <a:endParaRPr lang="en-US" altLang="ko-KR" sz="1400" dirty="0">
              <a:solidFill>
                <a:schemeClr val="bg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0" name="자유형: 도형 19">
            <a:extLst>
              <a:ext uri="{FF2B5EF4-FFF2-40B4-BE49-F238E27FC236}">
                <a16:creationId xmlns:a16="http://schemas.microsoft.com/office/drawing/2014/main" id="{A4F4BE78-C0F9-4A3C-A6BB-E08C82FFA2C2}"/>
              </a:ext>
            </a:extLst>
          </p:cNvPr>
          <p:cNvSpPr/>
          <p:nvPr/>
        </p:nvSpPr>
        <p:spPr>
          <a:xfrm>
            <a:off x="382776" y="956926"/>
            <a:ext cx="499958" cy="261610"/>
          </a:xfrm>
          <a:custGeom>
            <a:avLst/>
            <a:gdLst>
              <a:gd name="connsiteX0" fmla="*/ 130710 w 499958"/>
              <a:gd name="connsiteY0" fmla="*/ 0 h 261610"/>
              <a:gd name="connsiteX1" fmla="*/ 131400 w 499958"/>
              <a:gd name="connsiteY1" fmla="*/ 0 h 261610"/>
              <a:gd name="connsiteX2" fmla="*/ 369249 w 499958"/>
              <a:gd name="connsiteY2" fmla="*/ 0 h 261610"/>
              <a:gd name="connsiteX3" fmla="*/ 499958 w 499958"/>
              <a:gd name="connsiteY3" fmla="*/ 130805 h 261610"/>
              <a:gd name="connsiteX4" fmla="*/ 369249 w 499958"/>
              <a:gd name="connsiteY4" fmla="*/ 261610 h 261610"/>
              <a:gd name="connsiteX5" fmla="*/ 131400 w 499958"/>
              <a:gd name="connsiteY5" fmla="*/ 261610 h 261610"/>
              <a:gd name="connsiteX6" fmla="*/ 130710 w 499958"/>
              <a:gd name="connsiteY6" fmla="*/ 261610 h 261610"/>
              <a:gd name="connsiteX7" fmla="*/ 130710 w 499958"/>
              <a:gd name="connsiteY7" fmla="*/ 261472 h 261610"/>
              <a:gd name="connsiteX8" fmla="*/ 80253 w 499958"/>
              <a:gd name="connsiteY8" fmla="*/ 251331 h 261610"/>
              <a:gd name="connsiteX9" fmla="*/ 0 w 499958"/>
              <a:gd name="connsiteY9" fmla="*/ 130805 h 261610"/>
              <a:gd name="connsiteX10" fmla="*/ 80253 w 499958"/>
              <a:gd name="connsiteY10" fmla="*/ 10280 h 261610"/>
              <a:gd name="connsiteX11" fmla="*/ 130710 w 499958"/>
              <a:gd name="connsiteY11" fmla="*/ 139 h 261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99958" h="261610">
                <a:moveTo>
                  <a:pt x="130710" y="0"/>
                </a:moveTo>
                <a:lnTo>
                  <a:pt x="131400" y="0"/>
                </a:lnTo>
                <a:lnTo>
                  <a:pt x="369249" y="0"/>
                </a:lnTo>
                <a:cubicBezTo>
                  <a:pt x="441438" y="0"/>
                  <a:pt x="499958" y="58563"/>
                  <a:pt x="499958" y="130805"/>
                </a:cubicBezTo>
                <a:cubicBezTo>
                  <a:pt x="499958" y="203047"/>
                  <a:pt x="441438" y="261610"/>
                  <a:pt x="369249" y="261610"/>
                </a:cubicBezTo>
                <a:lnTo>
                  <a:pt x="131400" y="261610"/>
                </a:lnTo>
                <a:lnTo>
                  <a:pt x="130710" y="261610"/>
                </a:lnTo>
                <a:lnTo>
                  <a:pt x="130710" y="261472"/>
                </a:lnTo>
                <a:lnTo>
                  <a:pt x="80253" y="251331"/>
                </a:lnTo>
                <a:cubicBezTo>
                  <a:pt x="33092" y="231474"/>
                  <a:pt x="0" y="184987"/>
                  <a:pt x="0" y="130805"/>
                </a:cubicBezTo>
                <a:cubicBezTo>
                  <a:pt x="0" y="76624"/>
                  <a:pt x="33092" y="30137"/>
                  <a:pt x="80253" y="10280"/>
                </a:cubicBezTo>
                <a:lnTo>
                  <a:pt x="130710" y="13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0130E86-25E7-41E3-937B-8D280FE85DDE}"/>
              </a:ext>
            </a:extLst>
          </p:cNvPr>
          <p:cNvSpPr txBox="1"/>
          <p:nvPr/>
        </p:nvSpPr>
        <p:spPr>
          <a:xfrm>
            <a:off x="417667" y="854176"/>
            <a:ext cx="430176" cy="3939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5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02</a:t>
            </a:r>
            <a:endParaRPr lang="en-US" sz="15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448FCD6-7960-41A1-A779-C6E17289C1E2}"/>
              </a:ext>
            </a:extLst>
          </p:cNvPr>
          <p:cNvSpPr txBox="1"/>
          <p:nvPr/>
        </p:nvSpPr>
        <p:spPr>
          <a:xfrm>
            <a:off x="296723" y="3209363"/>
            <a:ext cx="1377840" cy="1242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300"/>
              </a:lnSpc>
            </a:pPr>
            <a:r>
              <a:rPr lang="en-US" altLang="ko-KR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-  </a:t>
            </a:r>
            <a:r>
              <a:rPr lang="ko-KR" altLang="en-US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통합검색은 </a:t>
            </a:r>
            <a:r>
              <a:rPr lang="en-US" altLang="ko-KR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C</a:t>
            </a:r>
            <a:r>
              <a:rPr lang="ko-KR" altLang="en-US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I</a:t>
            </a:r>
            <a:r>
              <a:rPr lang="ko-KR" altLang="en-US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 와 </a:t>
            </a:r>
            <a:endParaRPr lang="en-US" altLang="ko-KR" sz="900" b="1" spc="-80" dirty="0">
              <a:solidFill>
                <a:srgbClr val="A7A7A8"/>
              </a:solidFill>
              <a:latin typeface="맑은 고딕" panose="020B0503020000020004" pitchFamily="50" charset="-127"/>
            </a:endParaRPr>
          </a:p>
          <a:p>
            <a:pPr>
              <a:lnSpc>
                <a:spcPts val="1300"/>
              </a:lnSpc>
            </a:pPr>
            <a:r>
              <a:rPr lang="ko-KR" altLang="en-US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   컬러만 고객사에 맞춰    </a:t>
            </a:r>
            <a:endParaRPr lang="en-US" altLang="ko-KR" sz="900" b="1" spc="-80" dirty="0">
              <a:solidFill>
                <a:srgbClr val="A7A7A8"/>
              </a:solidFill>
              <a:latin typeface="맑은 고딕" panose="020B0503020000020004" pitchFamily="50" charset="-127"/>
            </a:endParaRPr>
          </a:p>
          <a:p>
            <a:pPr>
              <a:lnSpc>
                <a:spcPts val="1300"/>
              </a:lnSpc>
            </a:pPr>
            <a:r>
              <a:rPr lang="en-US" altLang="ko-KR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   </a:t>
            </a:r>
            <a:r>
              <a:rPr lang="ko-KR" altLang="en-US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수정 가능 합니다</a:t>
            </a:r>
            <a:r>
              <a:rPr lang="en-US" altLang="ko-KR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.</a:t>
            </a:r>
          </a:p>
          <a:p>
            <a:pPr>
              <a:lnSpc>
                <a:spcPts val="1300"/>
              </a:lnSpc>
            </a:pPr>
            <a:endParaRPr lang="en-US" altLang="ko-KR" sz="900" b="1" spc="-80" dirty="0">
              <a:solidFill>
                <a:srgbClr val="A7A7A8"/>
              </a:solidFill>
              <a:latin typeface="맑은 고딕" panose="020B0503020000020004" pitchFamily="50" charset="-127"/>
            </a:endParaRPr>
          </a:p>
          <a:p>
            <a:pPr>
              <a:lnSpc>
                <a:spcPts val="1300"/>
              </a:lnSpc>
            </a:pPr>
            <a:endParaRPr lang="en-US" altLang="ko-KR" sz="900" b="1" spc="-80" dirty="0">
              <a:solidFill>
                <a:srgbClr val="A7A7A8"/>
              </a:solidFill>
              <a:latin typeface="맑은 고딕" panose="020B0503020000020004" pitchFamily="50" charset="-127"/>
            </a:endParaRPr>
          </a:p>
          <a:p>
            <a:pPr>
              <a:lnSpc>
                <a:spcPts val="1300"/>
              </a:lnSpc>
            </a:pPr>
            <a:r>
              <a:rPr lang="en-US" altLang="ko-KR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-  </a:t>
            </a:r>
            <a:r>
              <a:rPr lang="ko-KR" altLang="en-US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관리 및 기능 구현 시 </a:t>
            </a:r>
            <a:endParaRPr lang="en-US" altLang="ko-KR" sz="900" b="1" spc="-80" dirty="0">
              <a:solidFill>
                <a:srgbClr val="A7A7A8"/>
              </a:solidFill>
              <a:latin typeface="맑은 고딕" panose="020B0503020000020004" pitchFamily="50" charset="-127"/>
            </a:endParaRPr>
          </a:p>
          <a:p>
            <a:pPr>
              <a:lnSpc>
                <a:spcPts val="1300"/>
              </a:lnSpc>
            </a:pPr>
            <a:r>
              <a:rPr lang="en-US" altLang="ko-KR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   </a:t>
            </a:r>
            <a:r>
              <a:rPr lang="en-US" altLang="ko-KR" sz="4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  </a:t>
            </a:r>
            <a:r>
              <a:rPr lang="en-US" altLang="ko-KR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PM</a:t>
            </a:r>
            <a:r>
              <a:rPr lang="ko-KR" altLang="en-US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과 검토 필요합니다</a:t>
            </a:r>
            <a:r>
              <a:rPr lang="en-US" altLang="ko-KR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.</a:t>
            </a:r>
            <a:endParaRPr lang="en-US" altLang="ko-KR" sz="900" spc="-80" dirty="0">
              <a:solidFill>
                <a:srgbClr val="7A7A84"/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510767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24208A2-12DD-4D4C-A513-40E3EC0B1B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2205" y="321132"/>
            <a:ext cx="9471600" cy="6215737"/>
          </a:xfrm>
          <a:prstGeom prst="rect">
            <a:avLst/>
          </a:prstGeom>
        </p:spPr>
      </p:pic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9A0D6870-B7E2-419C-B0D3-3A6E484E23C4}"/>
              </a:ext>
            </a:extLst>
          </p:cNvPr>
          <p:cNvCxnSpPr/>
          <p:nvPr/>
        </p:nvCxnSpPr>
        <p:spPr>
          <a:xfrm>
            <a:off x="378563" y="2728724"/>
            <a:ext cx="1602000" cy="0"/>
          </a:xfrm>
          <a:prstGeom prst="line">
            <a:avLst/>
          </a:prstGeom>
          <a:ln>
            <a:solidFill>
              <a:srgbClr val="4C4C5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F30EBF2E-908A-453A-B6A6-F4160DF7AB19}"/>
              </a:ext>
            </a:extLst>
          </p:cNvPr>
          <p:cNvSpPr txBox="1"/>
          <p:nvPr/>
        </p:nvSpPr>
        <p:spPr>
          <a:xfrm>
            <a:off x="296723" y="2841829"/>
            <a:ext cx="1532078" cy="2425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300"/>
              </a:lnSpc>
            </a:pPr>
            <a:r>
              <a:rPr lang="ko-KR" altLang="en-US" sz="900" b="1" dirty="0">
                <a:solidFill>
                  <a:srgbClr val="00E8B8"/>
                </a:solidFill>
                <a:latin typeface="맑은 고딕" panose="020B0503020000020004" pitchFamily="50" charset="-127"/>
              </a:rPr>
              <a:t>템플릿 선정 시 검토사항</a:t>
            </a:r>
            <a:endParaRPr lang="en-US" altLang="ko-KR" sz="900" spc="-80" dirty="0">
              <a:solidFill>
                <a:srgbClr val="00E8B8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AB9EBE0-DE95-4789-91C1-92EDAFB3F094}"/>
              </a:ext>
            </a:extLst>
          </p:cNvPr>
          <p:cNvSpPr txBox="1"/>
          <p:nvPr/>
        </p:nvSpPr>
        <p:spPr>
          <a:xfrm>
            <a:off x="296724" y="1302236"/>
            <a:ext cx="141777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b="1" dirty="0">
                <a:solidFill>
                  <a:schemeClr val="bg1"/>
                </a:solidFill>
                <a:latin typeface="맑은 고딕" panose="020B0503020000020004" pitchFamily="50" charset="-127"/>
              </a:rPr>
              <a:t>통합검색</a:t>
            </a:r>
            <a:endParaRPr lang="en-US" altLang="ko-KR" sz="1500" b="1" dirty="0">
              <a:solidFill>
                <a:schemeClr val="bg1"/>
              </a:solidFill>
              <a:latin typeface="맑은 고딕" panose="020B0503020000020004" pitchFamily="50" charset="-127"/>
            </a:endParaRPr>
          </a:p>
          <a:p>
            <a:r>
              <a:rPr lang="ko-KR" altLang="en-US" sz="1500" b="1" dirty="0">
                <a:solidFill>
                  <a:schemeClr val="bg1"/>
                </a:solidFill>
                <a:latin typeface="맑은 고딕" panose="020B0503020000020004" pitchFamily="50" charset="-127"/>
              </a:rPr>
              <a:t>템플릿</a:t>
            </a:r>
            <a:r>
              <a:rPr lang="en-US" altLang="ko-KR" sz="1500" b="1" dirty="0">
                <a:solidFill>
                  <a:schemeClr val="bg1"/>
                </a:solidFill>
                <a:latin typeface="맑은 고딕" panose="020B0503020000020004" pitchFamily="50" charset="-127"/>
              </a:rPr>
              <a:t>_03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9D0C2CF-584B-429B-B8DA-D34FAD1105C1}"/>
              </a:ext>
            </a:extLst>
          </p:cNvPr>
          <p:cNvSpPr txBox="1"/>
          <p:nvPr/>
        </p:nvSpPr>
        <p:spPr>
          <a:xfrm>
            <a:off x="287200" y="2013448"/>
            <a:ext cx="13034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chemeClr val="bg1"/>
                </a:solidFill>
                <a:latin typeface="맑은 고딕" panose="020B0503020000020004" pitchFamily="50" charset="-127"/>
              </a:rPr>
              <a:t>메인 화면</a:t>
            </a:r>
            <a:endParaRPr lang="en-US" sz="14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3" name="자유형: 도형 22">
            <a:extLst>
              <a:ext uri="{FF2B5EF4-FFF2-40B4-BE49-F238E27FC236}">
                <a16:creationId xmlns:a16="http://schemas.microsoft.com/office/drawing/2014/main" id="{C11903DC-8338-406A-8C5D-82D585D7B881}"/>
              </a:ext>
            </a:extLst>
          </p:cNvPr>
          <p:cNvSpPr/>
          <p:nvPr/>
        </p:nvSpPr>
        <p:spPr>
          <a:xfrm>
            <a:off x="382776" y="956926"/>
            <a:ext cx="499958" cy="261610"/>
          </a:xfrm>
          <a:custGeom>
            <a:avLst/>
            <a:gdLst>
              <a:gd name="connsiteX0" fmla="*/ 130710 w 499958"/>
              <a:gd name="connsiteY0" fmla="*/ 0 h 261610"/>
              <a:gd name="connsiteX1" fmla="*/ 131400 w 499958"/>
              <a:gd name="connsiteY1" fmla="*/ 0 h 261610"/>
              <a:gd name="connsiteX2" fmla="*/ 369249 w 499958"/>
              <a:gd name="connsiteY2" fmla="*/ 0 h 261610"/>
              <a:gd name="connsiteX3" fmla="*/ 499958 w 499958"/>
              <a:gd name="connsiteY3" fmla="*/ 130805 h 261610"/>
              <a:gd name="connsiteX4" fmla="*/ 369249 w 499958"/>
              <a:gd name="connsiteY4" fmla="*/ 261610 h 261610"/>
              <a:gd name="connsiteX5" fmla="*/ 131400 w 499958"/>
              <a:gd name="connsiteY5" fmla="*/ 261610 h 261610"/>
              <a:gd name="connsiteX6" fmla="*/ 130710 w 499958"/>
              <a:gd name="connsiteY6" fmla="*/ 261610 h 261610"/>
              <a:gd name="connsiteX7" fmla="*/ 130710 w 499958"/>
              <a:gd name="connsiteY7" fmla="*/ 261472 h 261610"/>
              <a:gd name="connsiteX8" fmla="*/ 80253 w 499958"/>
              <a:gd name="connsiteY8" fmla="*/ 251331 h 261610"/>
              <a:gd name="connsiteX9" fmla="*/ 0 w 499958"/>
              <a:gd name="connsiteY9" fmla="*/ 130805 h 261610"/>
              <a:gd name="connsiteX10" fmla="*/ 80253 w 499958"/>
              <a:gd name="connsiteY10" fmla="*/ 10280 h 261610"/>
              <a:gd name="connsiteX11" fmla="*/ 130710 w 499958"/>
              <a:gd name="connsiteY11" fmla="*/ 139 h 261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99958" h="261610">
                <a:moveTo>
                  <a:pt x="130710" y="0"/>
                </a:moveTo>
                <a:lnTo>
                  <a:pt x="131400" y="0"/>
                </a:lnTo>
                <a:lnTo>
                  <a:pt x="369249" y="0"/>
                </a:lnTo>
                <a:cubicBezTo>
                  <a:pt x="441438" y="0"/>
                  <a:pt x="499958" y="58563"/>
                  <a:pt x="499958" y="130805"/>
                </a:cubicBezTo>
                <a:cubicBezTo>
                  <a:pt x="499958" y="203047"/>
                  <a:pt x="441438" y="261610"/>
                  <a:pt x="369249" y="261610"/>
                </a:cubicBezTo>
                <a:lnTo>
                  <a:pt x="131400" y="261610"/>
                </a:lnTo>
                <a:lnTo>
                  <a:pt x="130710" y="261610"/>
                </a:lnTo>
                <a:lnTo>
                  <a:pt x="130710" y="261472"/>
                </a:lnTo>
                <a:lnTo>
                  <a:pt x="80253" y="251331"/>
                </a:lnTo>
                <a:cubicBezTo>
                  <a:pt x="33092" y="231474"/>
                  <a:pt x="0" y="184987"/>
                  <a:pt x="0" y="130805"/>
                </a:cubicBezTo>
                <a:cubicBezTo>
                  <a:pt x="0" y="76624"/>
                  <a:pt x="33092" y="30137"/>
                  <a:pt x="80253" y="10280"/>
                </a:cubicBezTo>
                <a:lnTo>
                  <a:pt x="130710" y="13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19B9E79-264E-4B70-B7FC-2BCE63C3C4B7}"/>
              </a:ext>
            </a:extLst>
          </p:cNvPr>
          <p:cNvSpPr txBox="1"/>
          <p:nvPr/>
        </p:nvSpPr>
        <p:spPr>
          <a:xfrm>
            <a:off x="417667" y="854176"/>
            <a:ext cx="430176" cy="3939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5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02</a:t>
            </a:r>
            <a:endParaRPr lang="en-US" sz="15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E9F37C0-DD3F-474D-8365-4560DDF6F25A}"/>
              </a:ext>
            </a:extLst>
          </p:cNvPr>
          <p:cNvSpPr txBox="1"/>
          <p:nvPr/>
        </p:nvSpPr>
        <p:spPr>
          <a:xfrm>
            <a:off x="296723" y="3209363"/>
            <a:ext cx="1377840" cy="1242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300"/>
              </a:lnSpc>
            </a:pPr>
            <a:r>
              <a:rPr lang="en-US" altLang="ko-KR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-  </a:t>
            </a:r>
            <a:r>
              <a:rPr lang="ko-KR" altLang="en-US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통합검색은 </a:t>
            </a:r>
            <a:r>
              <a:rPr lang="en-US" altLang="ko-KR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C</a:t>
            </a:r>
            <a:r>
              <a:rPr lang="ko-KR" altLang="en-US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I</a:t>
            </a:r>
            <a:r>
              <a:rPr lang="ko-KR" altLang="en-US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 와 </a:t>
            </a:r>
            <a:endParaRPr lang="en-US" altLang="ko-KR" sz="900" b="1" spc="-80" dirty="0">
              <a:solidFill>
                <a:srgbClr val="A7A7A8"/>
              </a:solidFill>
              <a:latin typeface="맑은 고딕" panose="020B0503020000020004" pitchFamily="50" charset="-127"/>
            </a:endParaRPr>
          </a:p>
          <a:p>
            <a:pPr>
              <a:lnSpc>
                <a:spcPts val="1300"/>
              </a:lnSpc>
            </a:pPr>
            <a:r>
              <a:rPr lang="ko-KR" altLang="en-US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   컬러만 고객사에 맞춰    </a:t>
            </a:r>
            <a:endParaRPr lang="en-US" altLang="ko-KR" sz="900" b="1" spc="-80" dirty="0">
              <a:solidFill>
                <a:srgbClr val="A7A7A8"/>
              </a:solidFill>
              <a:latin typeface="맑은 고딕" panose="020B0503020000020004" pitchFamily="50" charset="-127"/>
            </a:endParaRPr>
          </a:p>
          <a:p>
            <a:pPr>
              <a:lnSpc>
                <a:spcPts val="1300"/>
              </a:lnSpc>
            </a:pPr>
            <a:r>
              <a:rPr lang="en-US" altLang="ko-KR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   </a:t>
            </a:r>
            <a:r>
              <a:rPr lang="ko-KR" altLang="en-US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수정 가능 합니다</a:t>
            </a:r>
            <a:r>
              <a:rPr lang="en-US" altLang="ko-KR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.</a:t>
            </a:r>
          </a:p>
          <a:p>
            <a:pPr>
              <a:lnSpc>
                <a:spcPts val="1300"/>
              </a:lnSpc>
            </a:pPr>
            <a:endParaRPr lang="en-US" altLang="ko-KR" sz="900" b="1" spc="-80" dirty="0">
              <a:solidFill>
                <a:srgbClr val="A7A7A8"/>
              </a:solidFill>
              <a:latin typeface="맑은 고딕" panose="020B0503020000020004" pitchFamily="50" charset="-127"/>
            </a:endParaRPr>
          </a:p>
          <a:p>
            <a:pPr>
              <a:lnSpc>
                <a:spcPts val="1300"/>
              </a:lnSpc>
            </a:pPr>
            <a:endParaRPr lang="en-US" altLang="ko-KR" sz="900" b="1" spc="-80" dirty="0">
              <a:solidFill>
                <a:srgbClr val="A7A7A8"/>
              </a:solidFill>
              <a:latin typeface="맑은 고딕" panose="020B0503020000020004" pitchFamily="50" charset="-127"/>
            </a:endParaRPr>
          </a:p>
          <a:p>
            <a:pPr>
              <a:lnSpc>
                <a:spcPts val="1300"/>
              </a:lnSpc>
            </a:pPr>
            <a:r>
              <a:rPr lang="en-US" altLang="ko-KR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-  </a:t>
            </a:r>
            <a:r>
              <a:rPr lang="ko-KR" altLang="en-US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관리 및 기능 구현 시 </a:t>
            </a:r>
            <a:endParaRPr lang="en-US" altLang="ko-KR" sz="900" b="1" spc="-80" dirty="0">
              <a:solidFill>
                <a:srgbClr val="A7A7A8"/>
              </a:solidFill>
              <a:latin typeface="맑은 고딕" panose="020B0503020000020004" pitchFamily="50" charset="-127"/>
            </a:endParaRPr>
          </a:p>
          <a:p>
            <a:pPr>
              <a:lnSpc>
                <a:spcPts val="1300"/>
              </a:lnSpc>
            </a:pPr>
            <a:r>
              <a:rPr lang="en-US" altLang="ko-KR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   </a:t>
            </a:r>
            <a:r>
              <a:rPr lang="en-US" altLang="ko-KR" sz="4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  </a:t>
            </a:r>
            <a:r>
              <a:rPr lang="en-US" altLang="ko-KR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PM</a:t>
            </a:r>
            <a:r>
              <a:rPr lang="ko-KR" altLang="en-US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과 검토 필요합니다</a:t>
            </a:r>
            <a:r>
              <a:rPr lang="en-US" altLang="ko-KR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.</a:t>
            </a:r>
            <a:endParaRPr lang="en-US" altLang="ko-KR" sz="900" spc="-80" dirty="0">
              <a:solidFill>
                <a:srgbClr val="7A7A84"/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597848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06157A32-DA5E-42B7-A4F1-8A8C6DEF63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2205" y="949988"/>
            <a:ext cx="9471600" cy="4622338"/>
          </a:xfrm>
          <a:prstGeom prst="rect">
            <a:avLst/>
          </a:prstGeom>
        </p:spPr>
      </p:pic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9A0D6870-B7E2-419C-B0D3-3A6E484E23C4}"/>
              </a:ext>
            </a:extLst>
          </p:cNvPr>
          <p:cNvCxnSpPr/>
          <p:nvPr/>
        </p:nvCxnSpPr>
        <p:spPr>
          <a:xfrm>
            <a:off x="378563" y="2728724"/>
            <a:ext cx="1602000" cy="0"/>
          </a:xfrm>
          <a:prstGeom prst="line">
            <a:avLst/>
          </a:prstGeom>
          <a:ln>
            <a:solidFill>
              <a:srgbClr val="4C4C5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F30EBF2E-908A-453A-B6A6-F4160DF7AB19}"/>
              </a:ext>
            </a:extLst>
          </p:cNvPr>
          <p:cNvSpPr txBox="1"/>
          <p:nvPr/>
        </p:nvSpPr>
        <p:spPr>
          <a:xfrm>
            <a:off x="296723" y="2841829"/>
            <a:ext cx="1532078" cy="2425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300"/>
              </a:lnSpc>
            </a:pPr>
            <a:r>
              <a:rPr lang="ko-KR" altLang="en-US" sz="900" b="1" dirty="0">
                <a:solidFill>
                  <a:srgbClr val="00E8B8"/>
                </a:solidFill>
                <a:latin typeface="맑은 고딕" panose="020B0503020000020004" pitchFamily="50" charset="-127"/>
              </a:rPr>
              <a:t>템플릿 선정 시 검토사항</a:t>
            </a:r>
            <a:endParaRPr lang="en-US" altLang="ko-KR" sz="900" spc="-80" dirty="0">
              <a:solidFill>
                <a:srgbClr val="00E8B8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AB9EBE0-DE95-4789-91C1-92EDAFB3F094}"/>
              </a:ext>
            </a:extLst>
          </p:cNvPr>
          <p:cNvSpPr txBox="1"/>
          <p:nvPr/>
        </p:nvSpPr>
        <p:spPr>
          <a:xfrm>
            <a:off x="296724" y="1302236"/>
            <a:ext cx="141777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b="1" dirty="0">
                <a:solidFill>
                  <a:schemeClr val="bg1"/>
                </a:solidFill>
                <a:latin typeface="맑은 고딕" panose="020B0503020000020004" pitchFamily="50" charset="-127"/>
              </a:rPr>
              <a:t>통합검색</a:t>
            </a:r>
            <a:endParaRPr lang="en-US" altLang="ko-KR" sz="1500" b="1" dirty="0">
              <a:solidFill>
                <a:schemeClr val="bg1"/>
              </a:solidFill>
              <a:latin typeface="맑은 고딕" panose="020B0503020000020004" pitchFamily="50" charset="-127"/>
            </a:endParaRPr>
          </a:p>
          <a:p>
            <a:r>
              <a:rPr lang="ko-KR" altLang="en-US" sz="1500" b="1" dirty="0">
                <a:solidFill>
                  <a:schemeClr val="bg1"/>
                </a:solidFill>
                <a:latin typeface="맑은 고딕" panose="020B0503020000020004" pitchFamily="50" charset="-127"/>
              </a:rPr>
              <a:t>템플릿</a:t>
            </a:r>
            <a:r>
              <a:rPr lang="en-US" altLang="ko-KR" sz="1500" b="1" dirty="0">
                <a:solidFill>
                  <a:schemeClr val="bg1"/>
                </a:solidFill>
                <a:latin typeface="맑은 고딕" panose="020B0503020000020004" pitchFamily="50" charset="-127"/>
              </a:rPr>
              <a:t>_03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9D0C2CF-584B-429B-B8DA-D34FAD1105C1}"/>
              </a:ext>
            </a:extLst>
          </p:cNvPr>
          <p:cNvSpPr txBox="1"/>
          <p:nvPr/>
        </p:nvSpPr>
        <p:spPr>
          <a:xfrm>
            <a:off x="287200" y="2013448"/>
            <a:ext cx="13034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chemeClr val="bg1"/>
                </a:solidFill>
                <a:latin typeface="맑은 고딕" panose="020B0503020000020004" pitchFamily="50" charset="-127"/>
              </a:rPr>
              <a:t>메인 화면</a:t>
            </a:r>
            <a:endParaRPr lang="en-US" sz="14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3" name="자유형: 도형 22">
            <a:extLst>
              <a:ext uri="{FF2B5EF4-FFF2-40B4-BE49-F238E27FC236}">
                <a16:creationId xmlns:a16="http://schemas.microsoft.com/office/drawing/2014/main" id="{C11903DC-8338-406A-8C5D-82D585D7B881}"/>
              </a:ext>
            </a:extLst>
          </p:cNvPr>
          <p:cNvSpPr/>
          <p:nvPr/>
        </p:nvSpPr>
        <p:spPr>
          <a:xfrm>
            <a:off x="382776" y="956926"/>
            <a:ext cx="499958" cy="261610"/>
          </a:xfrm>
          <a:custGeom>
            <a:avLst/>
            <a:gdLst>
              <a:gd name="connsiteX0" fmla="*/ 130710 w 499958"/>
              <a:gd name="connsiteY0" fmla="*/ 0 h 261610"/>
              <a:gd name="connsiteX1" fmla="*/ 131400 w 499958"/>
              <a:gd name="connsiteY1" fmla="*/ 0 h 261610"/>
              <a:gd name="connsiteX2" fmla="*/ 369249 w 499958"/>
              <a:gd name="connsiteY2" fmla="*/ 0 h 261610"/>
              <a:gd name="connsiteX3" fmla="*/ 499958 w 499958"/>
              <a:gd name="connsiteY3" fmla="*/ 130805 h 261610"/>
              <a:gd name="connsiteX4" fmla="*/ 369249 w 499958"/>
              <a:gd name="connsiteY4" fmla="*/ 261610 h 261610"/>
              <a:gd name="connsiteX5" fmla="*/ 131400 w 499958"/>
              <a:gd name="connsiteY5" fmla="*/ 261610 h 261610"/>
              <a:gd name="connsiteX6" fmla="*/ 130710 w 499958"/>
              <a:gd name="connsiteY6" fmla="*/ 261610 h 261610"/>
              <a:gd name="connsiteX7" fmla="*/ 130710 w 499958"/>
              <a:gd name="connsiteY7" fmla="*/ 261472 h 261610"/>
              <a:gd name="connsiteX8" fmla="*/ 80253 w 499958"/>
              <a:gd name="connsiteY8" fmla="*/ 251331 h 261610"/>
              <a:gd name="connsiteX9" fmla="*/ 0 w 499958"/>
              <a:gd name="connsiteY9" fmla="*/ 130805 h 261610"/>
              <a:gd name="connsiteX10" fmla="*/ 80253 w 499958"/>
              <a:gd name="connsiteY10" fmla="*/ 10280 h 261610"/>
              <a:gd name="connsiteX11" fmla="*/ 130710 w 499958"/>
              <a:gd name="connsiteY11" fmla="*/ 139 h 261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99958" h="261610">
                <a:moveTo>
                  <a:pt x="130710" y="0"/>
                </a:moveTo>
                <a:lnTo>
                  <a:pt x="131400" y="0"/>
                </a:lnTo>
                <a:lnTo>
                  <a:pt x="369249" y="0"/>
                </a:lnTo>
                <a:cubicBezTo>
                  <a:pt x="441438" y="0"/>
                  <a:pt x="499958" y="58563"/>
                  <a:pt x="499958" y="130805"/>
                </a:cubicBezTo>
                <a:cubicBezTo>
                  <a:pt x="499958" y="203047"/>
                  <a:pt x="441438" y="261610"/>
                  <a:pt x="369249" y="261610"/>
                </a:cubicBezTo>
                <a:lnTo>
                  <a:pt x="131400" y="261610"/>
                </a:lnTo>
                <a:lnTo>
                  <a:pt x="130710" y="261610"/>
                </a:lnTo>
                <a:lnTo>
                  <a:pt x="130710" y="261472"/>
                </a:lnTo>
                <a:lnTo>
                  <a:pt x="80253" y="251331"/>
                </a:lnTo>
                <a:cubicBezTo>
                  <a:pt x="33092" y="231474"/>
                  <a:pt x="0" y="184987"/>
                  <a:pt x="0" y="130805"/>
                </a:cubicBezTo>
                <a:cubicBezTo>
                  <a:pt x="0" y="76624"/>
                  <a:pt x="33092" y="30137"/>
                  <a:pt x="80253" y="10280"/>
                </a:cubicBezTo>
                <a:lnTo>
                  <a:pt x="130710" y="13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19B9E79-264E-4B70-B7FC-2BCE63C3C4B7}"/>
              </a:ext>
            </a:extLst>
          </p:cNvPr>
          <p:cNvSpPr txBox="1"/>
          <p:nvPr/>
        </p:nvSpPr>
        <p:spPr>
          <a:xfrm>
            <a:off x="417667" y="854176"/>
            <a:ext cx="430176" cy="3939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5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02</a:t>
            </a:r>
            <a:endParaRPr lang="en-US" sz="15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B1159AE-3499-4E91-9E92-02151DBA3B80}"/>
              </a:ext>
            </a:extLst>
          </p:cNvPr>
          <p:cNvSpPr txBox="1"/>
          <p:nvPr/>
        </p:nvSpPr>
        <p:spPr>
          <a:xfrm>
            <a:off x="296723" y="3209363"/>
            <a:ext cx="1377840" cy="1242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300"/>
              </a:lnSpc>
            </a:pPr>
            <a:r>
              <a:rPr lang="en-US" altLang="ko-KR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-  </a:t>
            </a:r>
            <a:r>
              <a:rPr lang="ko-KR" altLang="en-US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통합검색은 </a:t>
            </a:r>
            <a:r>
              <a:rPr lang="en-US" altLang="ko-KR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C</a:t>
            </a:r>
            <a:r>
              <a:rPr lang="ko-KR" altLang="en-US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I</a:t>
            </a:r>
            <a:r>
              <a:rPr lang="ko-KR" altLang="en-US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 와 </a:t>
            </a:r>
            <a:endParaRPr lang="en-US" altLang="ko-KR" sz="900" b="1" spc="-80" dirty="0">
              <a:solidFill>
                <a:srgbClr val="A7A7A8"/>
              </a:solidFill>
              <a:latin typeface="맑은 고딕" panose="020B0503020000020004" pitchFamily="50" charset="-127"/>
            </a:endParaRPr>
          </a:p>
          <a:p>
            <a:pPr>
              <a:lnSpc>
                <a:spcPts val="1300"/>
              </a:lnSpc>
            </a:pPr>
            <a:r>
              <a:rPr lang="ko-KR" altLang="en-US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   컬러만 고객사에 맞춰    </a:t>
            </a:r>
            <a:endParaRPr lang="en-US" altLang="ko-KR" sz="900" b="1" spc="-80" dirty="0">
              <a:solidFill>
                <a:srgbClr val="A7A7A8"/>
              </a:solidFill>
              <a:latin typeface="맑은 고딕" panose="020B0503020000020004" pitchFamily="50" charset="-127"/>
            </a:endParaRPr>
          </a:p>
          <a:p>
            <a:pPr>
              <a:lnSpc>
                <a:spcPts val="1300"/>
              </a:lnSpc>
            </a:pPr>
            <a:r>
              <a:rPr lang="en-US" altLang="ko-KR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   </a:t>
            </a:r>
            <a:r>
              <a:rPr lang="ko-KR" altLang="en-US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수정 가능 합니다</a:t>
            </a:r>
            <a:r>
              <a:rPr lang="en-US" altLang="ko-KR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.</a:t>
            </a:r>
          </a:p>
          <a:p>
            <a:pPr>
              <a:lnSpc>
                <a:spcPts val="1300"/>
              </a:lnSpc>
            </a:pPr>
            <a:endParaRPr lang="en-US" altLang="ko-KR" sz="900" b="1" spc="-80" dirty="0">
              <a:solidFill>
                <a:srgbClr val="A7A7A8"/>
              </a:solidFill>
              <a:latin typeface="맑은 고딕" panose="020B0503020000020004" pitchFamily="50" charset="-127"/>
            </a:endParaRPr>
          </a:p>
          <a:p>
            <a:pPr>
              <a:lnSpc>
                <a:spcPts val="1300"/>
              </a:lnSpc>
            </a:pPr>
            <a:endParaRPr lang="en-US" altLang="ko-KR" sz="900" b="1" spc="-80" dirty="0">
              <a:solidFill>
                <a:srgbClr val="A7A7A8"/>
              </a:solidFill>
              <a:latin typeface="맑은 고딕" panose="020B0503020000020004" pitchFamily="50" charset="-127"/>
            </a:endParaRPr>
          </a:p>
          <a:p>
            <a:pPr>
              <a:lnSpc>
                <a:spcPts val="1300"/>
              </a:lnSpc>
            </a:pPr>
            <a:r>
              <a:rPr lang="en-US" altLang="ko-KR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-  </a:t>
            </a:r>
            <a:r>
              <a:rPr lang="ko-KR" altLang="en-US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관리 및 기능 구현 시 </a:t>
            </a:r>
            <a:endParaRPr lang="en-US" altLang="ko-KR" sz="900" b="1" spc="-80" dirty="0">
              <a:solidFill>
                <a:srgbClr val="A7A7A8"/>
              </a:solidFill>
              <a:latin typeface="맑은 고딕" panose="020B0503020000020004" pitchFamily="50" charset="-127"/>
            </a:endParaRPr>
          </a:p>
          <a:p>
            <a:pPr>
              <a:lnSpc>
                <a:spcPts val="1300"/>
              </a:lnSpc>
            </a:pPr>
            <a:r>
              <a:rPr lang="en-US" altLang="ko-KR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   </a:t>
            </a:r>
            <a:r>
              <a:rPr lang="en-US" altLang="ko-KR" sz="4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  </a:t>
            </a:r>
            <a:r>
              <a:rPr lang="en-US" altLang="ko-KR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PM</a:t>
            </a:r>
            <a:r>
              <a:rPr lang="ko-KR" altLang="en-US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과 검토 필요합니다</a:t>
            </a:r>
            <a:r>
              <a:rPr lang="en-US" altLang="ko-KR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.</a:t>
            </a:r>
            <a:endParaRPr lang="en-US" altLang="ko-KR" sz="900" spc="-80" dirty="0">
              <a:solidFill>
                <a:srgbClr val="7A7A84"/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956009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9A0D6870-B7E2-419C-B0D3-3A6E484E23C4}"/>
              </a:ext>
            </a:extLst>
          </p:cNvPr>
          <p:cNvCxnSpPr/>
          <p:nvPr/>
        </p:nvCxnSpPr>
        <p:spPr>
          <a:xfrm>
            <a:off x="378563" y="2728724"/>
            <a:ext cx="1602000" cy="0"/>
          </a:xfrm>
          <a:prstGeom prst="line">
            <a:avLst/>
          </a:prstGeom>
          <a:ln>
            <a:solidFill>
              <a:srgbClr val="4C4C5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BE0424EE-BB90-417B-8AE1-F4824D158651}"/>
              </a:ext>
            </a:extLst>
          </p:cNvPr>
          <p:cNvSpPr txBox="1"/>
          <p:nvPr/>
        </p:nvSpPr>
        <p:spPr>
          <a:xfrm>
            <a:off x="296723" y="2841829"/>
            <a:ext cx="1532078" cy="2425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300"/>
              </a:lnSpc>
            </a:pPr>
            <a:r>
              <a:rPr lang="ko-KR" altLang="en-US" sz="900" b="1" dirty="0">
                <a:solidFill>
                  <a:srgbClr val="00E8B8"/>
                </a:solidFill>
                <a:latin typeface="맑은 고딕" panose="020B0503020000020004" pitchFamily="50" charset="-127"/>
              </a:rPr>
              <a:t>템플릿 선정 시 검토사항</a:t>
            </a:r>
            <a:endParaRPr lang="en-US" altLang="ko-KR" sz="900" spc="-80" dirty="0">
              <a:solidFill>
                <a:srgbClr val="00E8B8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E218D90-A13E-4D0F-BD0A-45DC506D00A9}"/>
              </a:ext>
            </a:extLst>
          </p:cNvPr>
          <p:cNvSpPr txBox="1"/>
          <p:nvPr/>
        </p:nvSpPr>
        <p:spPr>
          <a:xfrm>
            <a:off x="296724" y="1302236"/>
            <a:ext cx="141777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b="1" dirty="0">
                <a:solidFill>
                  <a:schemeClr val="bg1"/>
                </a:solidFill>
                <a:latin typeface="맑은 고딕" panose="020B0503020000020004" pitchFamily="50" charset="-127"/>
              </a:rPr>
              <a:t>통합검색</a:t>
            </a:r>
            <a:endParaRPr lang="en-US" altLang="ko-KR" sz="1500" b="1" dirty="0">
              <a:solidFill>
                <a:schemeClr val="bg1"/>
              </a:solidFill>
              <a:latin typeface="맑은 고딕" panose="020B0503020000020004" pitchFamily="50" charset="-127"/>
            </a:endParaRPr>
          </a:p>
          <a:p>
            <a:r>
              <a:rPr lang="ko-KR" altLang="en-US" sz="1500" b="1" dirty="0">
                <a:solidFill>
                  <a:schemeClr val="bg1"/>
                </a:solidFill>
                <a:latin typeface="맑은 고딕" panose="020B0503020000020004" pitchFamily="50" charset="-127"/>
              </a:rPr>
              <a:t>템플릿</a:t>
            </a:r>
            <a:r>
              <a:rPr lang="en-US" altLang="ko-KR" sz="1500" b="1" dirty="0">
                <a:solidFill>
                  <a:schemeClr val="bg1"/>
                </a:solidFill>
                <a:latin typeface="맑은 고딕" panose="020B0503020000020004" pitchFamily="50" charset="-127"/>
              </a:rPr>
              <a:t>_03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779B420-7EA4-499E-9828-FACC9482C321}"/>
              </a:ext>
            </a:extLst>
          </p:cNvPr>
          <p:cNvSpPr txBox="1"/>
          <p:nvPr/>
        </p:nvSpPr>
        <p:spPr>
          <a:xfrm>
            <a:off x="287200" y="2013448"/>
            <a:ext cx="13034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chemeClr val="bg1"/>
                </a:solidFill>
                <a:latin typeface="맑은 고딕" panose="020B0503020000020004" pitchFamily="50" charset="-127"/>
              </a:rPr>
              <a:t>서브 화면</a:t>
            </a:r>
            <a:endParaRPr lang="en-US" altLang="ko-KR" sz="1400" dirty="0">
              <a:solidFill>
                <a:schemeClr val="bg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0" name="자유형: 도형 19">
            <a:extLst>
              <a:ext uri="{FF2B5EF4-FFF2-40B4-BE49-F238E27FC236}">
                <a16:creationId xmlns:a16="http://schemas.microsoft.com/office/drawing/2014/main" id="{3B71598E-9B3B-4FE8-B448-F2F6C7933637}"/>
              </a:ext>
            </a:extLst>
          </p:cNvPr>
          <p:cNvSpPr/>
          <p:nvPr/>
        </p:nvSpPr>
        <p:spPr>
          <a:xfrm>
            <a:off x="382776" y="956926"/>
            <a:ext cx="499958" cy="261610"/>
          </a:xfrm>
          <a:custGeom>
            <a:avLst/>
            <a:gdLst>
              <a:gd name="connsiteX0" fmla="*/ 130710 w 499958"/>
              <a:gd name="connsiteY0" fmla="*/ 0 h 261610"/>
              <a:gd name="connsiteX1" fmla="*/ 131400 w 499958"/>
              <a:gd name="connsiteY1" fmla="*/ 0 h 261610"/>
              <a:gd name="connsiteX2" fmla="*/ 369249 w 499958"/>
              <a:gd name="connsiteY2" fmla="*/ 0 h 261610"/>
              <a:gd name="connsiteX3" fmla="*/ 499958 w 499958"/>
              <a:gd name="connsiteY3" fmla="*/ 130805 h 261610"/>
              <a:gd name="connsiteX4" fmla="*/ 369249 w 499958"/>
              <a:gd name="connsiteY4" fmla="*/ 261610 h 261610"/>
              <a:gd name="connsiteX5" fmla="*/ 131400 w 499958"/>
              <a:gd name="connsiteY5" fmla="*/ 261610 h 261610"/>
              <a:gd name="connsiteX6" fmla="*/ 130710 w 499958"/>
              <a:gd name="connsiteY6" fmla="*/ 261610 h 261610"/>
              <a:gd name="connsiteX7" fmla="*/ 130710 w 499958"/>
              <a:gd name="connsiteY7" fmla="*/ 261472 h 261610"/>
              <a:gd name="connsiteX8" fmla="*/ 80253 w 499958"/>
              <a:gd name="connsiteY8" fmla="*/ 251331 h 261610"/>
              <a:gd name="connsiteX9" fmla="*/ 0 w 499958"/>
              <a:gd name="connsiteY9" fmla="*/ 130805 h 261610"/>
              <a:gd name="connsiteX10" fmla="*/ 80253 w 499958"/>
              <a:gd name="connsiteY10" fmla="*/ 10280 h 261610"/>
              <a:gd name="connsiteX11" fmla="*/ 130710 w 499958"/>
              <a:gd name="connsiteY11" fmla="*/ 139 h 261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99958" h="261610">
                <a:moveTo>
                  <a:pt x="130710" y="0"/>
                </a:moveTo>
                <a:lnTo>
                  <a:pt x="131400" y="0"/>
                </a:lnTo>
                <a:lnTo>
                  <a:pt x="369249" y="0"/>
                </a:lnTo>
                <a:cubicBezTo>
                  <a:pt x="441438" y="0"/>
                  <a:pt x="499958" y="58563"/>
                  <a:pt x="499958" y="130805"/>
                </a:cubicBezTo>
                <a:cubicBezTo>
                  <a:pt x="499958" y="203047"/>
                  <a:pt x="441438" y="261610"/>
                  <a:pt x="369249" y="261610"/>
                </a:cubicBezTo>
                <a:lnTo>
                  <a:pt x="131400" y="261610"/>
                </a:lnTo>
                <a:lnTo>
                  <a:pt x="130710" y="261610"/>
                </a:lnTo>
                <a:lnTo>
                  <a:pt x="130710" y="261472"/>
                </a:lnTo>
                <a:lnTo>
                  <a:pt x="80253" y="251331"/>
                </a:lnTo>
                <a:cubicBezTo>
                  <a:pt x="33092" y="231474"/>
                  <a:pt x="0" y="184987"/>
                  <a:pt x="0" y="130805"/>
                </a:cubicBezTo>
                <a:cubicBezTo>
                  <a:pt x="0" y="76624"/>
                  <a:pt x="33092" y="30137"/>
                  <a:pt x="80253" y="10280"/>
                </a:cubicBezTo>
                <a:lnTo>
                  <a:pt x="130710" y="13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8EC639F-026A-4F3F-AA1B-96F0A9AB2EBD}"/>
              </a:ext>
            </a:extLst>
          </p:cNvPr>
          <p:cNvSpPr txBox="1"/>
          <p:nvPr/>
        </p:nvSpPr>
        <p:spPr>
          <a:xfrm>
            <a:off x="417667" y="854176"/>
            <a:ext cx="430176" cy="3939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5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02</a:t>
            </a:r>
            <a:endParaRPr lang="en-US" sz="15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75DE37C0-526B-4AC7-9178-C541087C1EBC}"/>
              </a:ext>
            </a:extLst>
          </p:cNvPr>
          <p:cNvGrpSpPr/>
          <p:nvPr/>
        </p:nvGrpSpPr>
        <p:grpSpPr>
          <a:xfrm>
            <a:off x="2342205" y="949988"/>
            <a:ext cx="9471600" cy="4622399"/>
            <a:chOff x="2342205" y="949988"/>
            <a:chExt cx="9471600" cy="4622399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A05CC303-AEB0-47ED-9018-C579AAE503E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342205" y="949988"/>
              <a:ext cx="9471600" cy="4622338"/>
            </a:xfrm>
            <a:prstGeom prst="rect">
              <a:avLst/>
            </a:prstGeom>
          </p:spPr>
        </p:pic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41B24BC2-08EE-4DDF-B9F3-B6DD1509FCD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64205" t="32600" r="22826"/>
            <a:stretch/>
          </p:blipFill>
          <p:spPr>
            <a:xfrm>
              <a:off x="8423564" y="2456872"/>
              <a:ext cx="1228436" cy="3115515"/>
            </a:xfrm>
            <a:prstGeom prst="rect">
              <a:avLst/>
            </a:prstGeom>
          </p:spPr>
        </p:pic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668C4649-0A74-4EDF-BC67-5A93C2C82FE3}"/>
              </a:ext>
            </a:extLst>
          </p:cNvPr>
          <p:cNvSpPr txBox="1"/>
          <p:nvPr/>
        </p:nvSpPr>
        <p:spPr>
          <a:xfrm>
            <a:off x="296723" y="3209363"/>
            <a:ext cx="1377840" cy="1242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300"/>
              </a:lnSpc>
            </a:pPr>
            <a:r>
              <a:rPr lang="en-US" altLang="ko-KR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-  </a:t>
            </a:r>
            <a:r>
              <a:rPr lang="ko-KR" altLang="en-US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통합검색은 </a:t>
            </a:r>
            <a:r>
              <a:rPr lang="en-US" altLang="ko-KR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C</a:t>
            </a:r>
            <a:r>
              <a:rPr lang="ko-KR" altLang="en-US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I</a:t>
            </a:r>
            <a:r>
              <a:rPr lang="ko-KR" altLang="en-US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 와 </a:t>
            </a:r>
            <a:endParaRPr lang="en-US" altLang="ko-KR" sz="900" b="1" spc="-80" dirty="0">
              <a:solidFill>
                <a:srgbClr val="A7A7A8"/>
              </a:solidFill>
              <a:latin typeface="맑은 고딕" panose="020B0503020000020004" pitchFamily="50" charset="-127"/>
            </a:endParaRPr>
          </a:p>
          <a:p>
            <a:pPr>
              <a:lnSpc>
                <a:spcPts val="1300"/>
              </a:lnSpc>
            </a:pPr>
            <a:r>
              <a:rPr lang="ko-KR" altLang="en-US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   컬러만 고객사에 맞춰    </a:t>
            </a:r>
            <a:endParaRPr lang="en-US" altLang="ko-KR" sz="900" b="1" spc="-80" dirty="0">
              <a:solidFill>
                <a:srgbClr val="A7A7A8"/>
              </a:solidFill>
              <a:latin typeface="맑은 고딕" panose="020B0503020000020004" pitchFamily="50" charset="-127"/>
            </a:endParaRPr>
          </a:p>
          <a:p>
            <a:pPr>
              <a:lnSpc>
                <a:spcPts val="1300"/>
              </a:lnSpc>
            </a:pPr>
            <a:r>
              <a:rPr lang="en-US" altLang="ko-KR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   </a:t>
            </a:r>
            <a:r>
              <a:rPr lang="ko-KR" altLang="en-US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수정 가능 합니다</a:t>
            </a:r>
            <a:r>
              <a:rPr lang="en-US" altLang="ko-KR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.</a:t>
            </a:r>
          </a:p>
          <a:p>
            <a:pPr>
              <a:lnSpc>
                <a:spcPts val="1300"/>
              </a:lnSpc>
            </a:pPr>
            <a:endParaRPr lang="en-US" altLang="ko-KR" sz="900" b="1" spc="-80" dirty="0">
              <a:solidFill>
                <a:srgbClr val="A7A7A8"/>
              </a:solidFill>
              <a:latin typeface="맑은 고딕" panose="020B0503020000020004" pitchFamily="50" charset="-127"/>
            </a:endParaRPr>
          </a:p>
          <a:p>
            <a:pPr>
              <a:lnSpc>
                <a:spcPts val="1300"/>
              </a:lnSpc>
            </a:pPr>
            <a:endParaRPr lang="en-US" altLang="ko-KR" sz="900" b="1" spc="-80" dirty="0">
              <a:solidFill>
                <a:srgbClr val="A7A7A8"/>
              </a:solidFill>
              <a:latin typeface="맑은 고딕" panose="020B0503020000020004" pitchFamily="50" charset="-127"/>
            </a:endParaRPr>
          </a:p>
          <a:p>
            <a:pPr>
              <a:lnSpc>
                <a:spcPts val="1300"/>
              </a:lnSpc>
            </a:pPr>
            <a:r>
              <a:rPr lang="en-US" altLang="ko-KR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-  </a:t>
            </a:r>
            <a:r>
              <a:rPr lang="ko-KR" altLang="en-US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관리 및 기능 구현 시 </a:t>
            </a:r>
            <a:endParaRPr lang="en-US" altLang="ko-KR" sz="900" b="1" spc="-80" dirty="0">
              <a:solidFill>
                <a:srgbClr val="A7A7A8"/>
              </a:solidFill>
              <a:latin typeface="맑은 고딕" panose="020B0503020000020004" pitchFamily="50" charset="-127"/>
            </a:endParaRPr>
          </a:p>
          <a:p>
            <a:pPr>
              <a:lnSpc>
                <a:spcPts val="1300"/>
              </a:lnSpc>
            </a:pPr>
            <a:r>
              <a:rPr lang="en-US" altLang="ko-KR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   </a:t>
            </a:r>
            <a:r>
              <a:rPr lang="en-US" altLang="ko-KR" sz="4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  </a:t>
            </a:r>
            <a:r>
              <a:rPr lang="en-US" altLang="ko-KR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PM</a:t>
            </a:r>
            <a:r>
              <a:rPr lang="ko-KR" altLang="en-US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과 검토 필요합니다</a:t>
            </a:r>
            <a:r>
              <a:rPr lang="en-US" altLang="ko-KR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.</a:t>
            </a:r>
            <a:endParaRPr lang="en-US" altLang="ko-KR" sz="900" spc="-80" dirty="0">
              <a:solidFill>
                <a:srgbClr val="7A7A84"/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291828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871D9C1-F95E-4643-8CD3-18A59F12D8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2205" y="949988"/>
            <a:ext cx="9471727" cy="4622400"/>
          </a:xfrm>
          <a:prstGeom prst="rect">
            <a:avLst/>
          </a:prstGeom>
        </p:spPr>
      </p:pic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9A0D6870-B7E2-419C-B0D3-3A6E484E23C4}"/>
              </a:ext>
            </a:extLst>
          </p:cNvPr>
          <p:cNvCxnSpPr/>
          <p:nvPr/>
        </p:nvCxnSpPr>
        <p:spPr>
          <a:xfrm>
            <a:off x="378563" y="2728724"/>
            <a:ext cx="1602000" cy="0"/>
          </a:xfrm>
          <a:prstGeom prst="line">
            <a:avLst/>
          </a:prstGeom>
          <a:ln>
            <a:solidFill>
              <a:srgbClr val="4C4C5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33A2F339-936B-4B6F-BF0E-A8E7FB3A99A9}"/>
              </a:ext>
            </a:extLst>
          </p:cNvPr>
          <p:cNvSpPr txBox="1"/>
          <p:nvPr/>
        </p:nvSpPr>
        <p:spPr>
          <a:xfrm>
            <a:off x="296723" y="2841829"/>
            <a:ext cx="1532078" cy="2425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300"/>
              </a:lnSpc>
            </a:pPr>
            <a:r>
              <a:rPr lang="ko-KR" altLang="en-US" sz="900" b="1" dirty="0">
                <a:solidFill>
                  <a:srgbClr val="00E8B8"/>
                </a:solidFill>
                <a:latin typeface="맑은 고딕" panose="020B0503020000020004" pitchFamily="50" charset="-127"/>
              </a:rPr>
              <a:t>템플릿 선정 시 검토사항</a:t>
            </a:r>
            <a:endParaRPr lang="en-US" altLang="ko-KR" sz="900" spc="-80" dirty="0">
              <a:solidFill>
                <a:srgbClr val="00E8B8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37DDBBA-F83B-436C-894E-2844D19652D3}"/>
              </a:ext>
            </a:extLst>
          </p:cNvPr>
          <p:cNvSpPr txBox="1"/>
          <p:nvPr/>
        </p:nvSpPr>
        <p:spPr>
          <a:xfrm>
            <a:off x="296724" y="1302236"/>
            <a:ext cx="141777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b="1" dirty="0">
                <a:solidFill>
                  <a:schemeClr val="bg1"/>
                </a:solidFill>
                <a:latin typeface="맑은 고딕" panose="020B0503020000020004" pitchFamily="50" charset="-127"/>
              </a:rPr>
              <a:t>통합검색</a:t>
            </a:r>
            <a:endParaRPr lang="en-US" altLang="ko-KR" sz="1500" b="1" dirty="0">
              <a:solidFill>
                <a:schemeClr val="bg1"/>
              </a:solidFill>
              <a:latin typeface="맑은 고딕" panose="020B0503020000020004" pitchFamily="50" charset="-127"/>
            </a:endParaRPr>
          </a:p>
          <a:p>
            <a:r>
              <a:rPr lang="ko-KR" altLang="en-US" sz="1500" b="1" dirty="0">
                <a:solidFill>
                  <a:schemeClr val="bg1"/>
                </a:solidFill>
                <a:latin typeface="맑은 고딕" panose="020B0503020000020004" pitchFamily="50" charset="-127"/>
              </a:rPr>
              <a:t>템플릿</a:t>
            </a:r>
            <a:r>
              <a:rPr lang="en-US" altLang="ko-KR" sz="1500" b="1" dirty="0">
                <a:solidFill>
                  <a:schemeClr val="bg1"/>
                </a:solidFill>
                <a:latin typeface="맑은 고딕" panose="020B0503020000020004" pitchFamily="50" charset="-127"/>
              </a:rPr>
              <a:t>_04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8EB5FF7-FB31-4757-A761-DF8BB346C91B}"/>
              </a:ext>
            </a:extLst>
          </p:cNvPr>
          <p:cNvSpPr txBox="1"/>
          <p:nvPr/>
        </p:nvSpPr>
        <p:spPr>
          <a:xfrm>
            <a:off x="287200" y="2013448"/>
            <a:ext cx="13034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chemeClr val="bg1"/>
                </a:solidFill>
                <a:latin typeface="맑은 고딕" panose="020B0503020000020004" pitchFamily="50" charset="-127"/>
              </a:rPr>
              <a:t>메인 화면</a:t>
            </a:r>
            <a:endParaRPr lang="en-US" sz="14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" name="자유형: 도형 19">
            <a:extLst>
              <a:ext uri="{FF2B5EF4-FFF2-40B4-BE49-F238E27FC236}">
                <a16:creationId xmlns:a16="http://schemas.microsoft.com/office/drawing/2014/main" id="{A09335B3-08B2-4D68-8909-6CE8219B0BCA}"/>
              </a:ext>
            </a:extLst>
          </p:cNvPr>
          <p:cNvSpPr/>
          <p:nvPr/>
        </p:nvSpPr>
        <p:spPr>
          <a:xfrm>
            <a:off x="382776" y="956926"/>
            <a:ext cx="499958" cy="261610"/>
          </a:xfrm>
          <a:custGeom>
            <a:avLst/>
            <a:gdLst>
              <a:gd name="connsiteX0" fmla="*/ 130710 w 499958"/>
              <a:gd name="connsiteY0" fmla="*/ 0 h 261610"/>
              <a:gd name="connsiteX1" fmla="*/ 131400 w 499958"/>
              <a:gd name="connsiteY1" fmla="*/ 0 h 261610"/>
              <a:gd name="connsiteX2" fmla="*/ 369249 w 499958"/>
              <a:gd name="connsiteY2" fmla="*/ 0 h 261610"/>
              <a:gd name="connsiteX3" fmla="*/ 499958 w 499958"/>
              <a:gd name="connsiteY3" fmla="*/ 130805 h 261610"/>
              <a:gd name="connsiteX4" fmla="*/ 369249 w 499958"/>
              <a:gd name="connsiteY4" fmla="*/ 261610 h 261610"/>
              <a:gd name="connsiteX5" fmla="*/ 131400 w 499958"/>
              <a:gd name="connsiteY5" fmla="*/ 261610 h 261610"/>
              <a:gd name="connsiteX6" fmla="*/ 130710 w 499958"/>
              <a:gd name="connsiteY6" fmla="*/ 261610 h 261610"/>
              <a:gd name="connsiteX7" fmla="*/ 130710 w 499958"/>
              <a:gd name="connsiteY7" fmla="*/ 261472 h 261610"/>
              <a:gd name="connsiteX8" fmla="*/ 80253 w 499958"/>
              <a:gd name="connsiteY8" fmla="*/ 251331 h 261610"/>
              <a:gd name="connsiteX9" fmla="*/ 0 w 499958"/>
              <a:gd name="connsiteY9" fmla="*/ 130805 h 261610"/>
              <a:gd name="connsiteX10" fmla="*/ 80253 w 499958"/>
              <a:gd name="connsiteY10" fmla="*/ 10280 h 261610"/>
              <a:gd name="connsiteX11" fmla="*/ 130710 w 499958"/>
              <a:gd name="connsiteY11" fmla="*/ 139 h 261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99958" h="261610">
                <a:moveTo>
                  <a:pt x="130710" y="0"/>
                </a:moveTo>
                <a:lnTo>
                  <a:pt x="131400" y="0"/>
                </a:lnTo>
                <a:lnTo>
                  <a:pt x="369249" y="0"/>
                </a:lnTo>
                <a:cubicBezTo>
                  <a:pt x="441438" y="0"/>
                  <a:pt x="499958" y="58563"/>
                  <a:pt x="499958" y="130805"/>
                </a:cubicBezTo>
                <a:cubicBezTo>
                  <a:pt x="499958" y="203047"/>
                  <a:pt x="441438" y="261610"/>
                  <a:pt x="369249" y="261610"/>
                </a:cubicBezTo>
                <a:lnTo>
                  <a:pt x="131400" y="261610"/>
                </a:lnTo>
                <a:lnTo>
                  <a:pt x="130710" y="261610"/>
                </a:lnTo>
                <a:lnTo>
                  <a:pt x="130710" y="261472"/>
                </a:lnTo>
                <a:lnTo>
                  <a:pt x="80253" y="251331"/>
                </a:lnTo>
                <a:cubicBezTo>
                  <a:pt x="33092" y="231474"/>
                  <a:pt x="0" y="184987"/>
                  <a:pt x="0" y="130805"/>
                </a:cubicBezTo>
                <a:cubicBezTo>
                  <a:pt x="0" y="76624"/>
                  <a:pt x="33092" y="30137"/>
                  <a:pt x="80253" y="10280"/>
                </a:cubicBezTo>
                <a:lnTo>
                  <a:pt x="130710" y="13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278A28D-6DBC-4630-AF04-A49B99DE3CC6}"/>
              </a:ext>
            </a:extLst>
          </p:cNvPr>
          <p:cNvSpPr txBox="1"/>
          <p:nvPr/>
        </p:nvSpPr>
        <p:spPr>
          <a:xfrm>
            <a:off x="417667" y="854176"/>
            <a:ext cx="430176" cy="3939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5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02</a:t>
            </a:r>
            <a:endParaRPr lang="en-US" sz="15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2ECF8A5-9BA8-45F0-8DCB-67DA92BBFF40}"/>
              </a:ext>
            </a:extLst>
          </p:cNvPr>
          <p:cNvSpPr txBox="1"/>
          <p:nvPr/>
        </p:nvSpPr>
        <p:spPr>
          <a:xfrm>
            <a:off x="296723" y="3209363"/>
            <a:ext cx="1377840" cy="1242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300"/>
              </a:lnSpc>
            </a:pPr>
            <a:r>
              <a:rPr lang="en-US" altLang="ko-KR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-  </a:t>
            </a:r>
            <a:r>
              <a:rPr lang="ko-KR" altLang="en-US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통합검색은 </a:t>
            </a:r>
            <a:r>
              <a:rPr lang="en-US" altLang="ko-KR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C</a:t>
            </a:r>
            <a:r>
              <a:rPr lang="ko-KR" altLang="en-US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I</a:t>
            </a:r>
            <a:r>
              <a:rPr lang="ko-KR" altLang="en-US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 와 </a:t>
            </a:r>
            <a:endParaRPr lang="en-US" altLang="ko-KR" sz="900" b="1" spc="-80" dirty="0">
              <a:solidFill>
                <a:srgbClr val="A7A7A8"/>
              </a:solidFill>
              <a:latin typeface="맑은 고딕" panose="020B0503020000020004" pitchFamily="50" charset="-127"/>
            </a:endParaRPr>
          </a:p>
          <a:p>
            <a:pPr>
              <a:lnSpc>
                <a:spcPts val="1300"/>
              </a:lnSpc>
            </a:pPr>
            <a:r>
              <a:rPr lang="ko-KR" altLang="en-US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   컬러만 고객사에 맞춰    </a:t>
            </a:r>
            <a:endParaRPr lang="en-US" altLang="ko-KR" sz="900" b="1" spc="-80" dirty="0">
              <a:solidFill>
                <a:srgbClr val="A7A7A8"/>
              </a:solidFill>
              <a:latin typeface="맑은 고딕" panose="020B0503020000020004" pitchFamily="50" charset="-127"/>
            </a:endParaRPr>
          </a:p>
          <a:p>
            <a:pPr>
              <a:lnSpc>
                <a:spcPts val="1300"/>
              </a:lnSpc>
            </a:pPr>
            <a:r>
              <a:rPr lang="en-US" altLang="ko-KR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   </a:t>
            </a:r>
            <a:r>
              <a:rPr lang="ko-KR" altLang="en-US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수정 가능 합니다</a:t>
            </a:r>
            <a:r>
              <a:rPr lang="en-US" altLang="ko-KR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.</a:t>
            </a:r>
          </a:p>
          <a:p>
            <a:pPr>
              <a:lnSpc>
                <a:spcPts val="1300"/>
              </a:lnSpc>
            </a:pPr>
            <a:endParaRPr lang="en-US" altLang="ko-KR" sz="900" b="1" spc="-80" dirty="0">
              <a:solidFill>
                <a:srgbClr val="A7A7A8"/>
              </a:solidFill>
              <a:latin typeface="맑은 고딕" panose="020B0503020000020004" pitchFamily="50" charset="-127"/>
            </a:endParaRPr>
          </a:p>
          <a:p>
            <a:pPr>
              <a:lnSpc>
                <a:spcPts val="1300"/>
              </a:lnSpc>
            </a:pPr>
            <a:endParaRPr lang="en-US" altLang="ko-KR" sz="900" b="1" spc="-80" dirty="0">
              <a:solidFill>
                <a:srgbClr val="A7A7A8"/>
              </a:solidFill>
              <a:latin typeface="맑은 고딕" panose="020B0503020000020004" pitchFamily="50" charset="-127"/>
            </a:endParaRPr>
          </a:p>
          <a:p>
            <a:pPr>
              <a:lnSpc>
                <a:spcPts val="1300"/>
              </a:lnSpc>
            </a:pPr>
            <a:r>
              <a:rPr lang="en-US" altLang="ko-KR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-  </a:t>
            </a:r>
            <a:r>
              <a:rPr lang="ko-KR" altLang="en-US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관리 및 기능 구현 시 </a:t>
            </a:r>
            <a:endParaRPr lang="en-US" altLang="ko-KR" sz="900" b="1" spc="-80" dirty="0">
              <a:solidFill>
                <a:srgbClr val="A7A7A8"/>
              </a:solidFill>
              <a:latin typeface="맑은 고딕" panose="020B0503020000020004" pitchFamily="50" charset="-127"/>
            </a:endParaRPr>
          </a:p>
          <a:p>
            <a:pPr>
              <a:lnSpc>
                <a:spcPts val="1300"/>
              </a:lnSpc>
            </a:pPr>
            <a:r>
              <a:rPr lang="en-US" altLang="ko-KR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   </a:t>
            </a:r>
            <a:r>
              <a:rPr lang="en-US" altLang="ko-KR" sz="4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  </a:t>
            </a:r>
            <a:r>
              <a:rPr lang="en-US" altLang="ko-KR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PM</a:t>
            </a:r>
            <a:r>
              <a:rPr lang="ko-KR" altLang="en-US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과 검토 필요합니다</a:t>
            </a:r>
            <a:r>
              <a:rPr lang="en-US" altLang="ko-KR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.</a:t>
            </a:r>
            <a:endParaRPr lang="en-US" altLang="ko-KR" sz="900" spc="-80" dirty="0">
              <a:solidFill>
                <a:srgbClr val="7A7A84"/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800709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036EBC1F-FA52-49A8-B075-074656E6FA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2205" y="949988"/>
            <a:ext cx="9471600" cy="4952858"/>
          </a:xfrm>
          <a:prstGeom prst="rect">
            <a:avLst/>
          </a:prstGeom>
        </p:spPr>
      </p:pic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9A0D6870-B7E2-419C-B0D3-3A6E484E23C4}"/>
              </a:ext>
            </a:extLst>
          </p:cNvPr>
          <p:cNvCxnSpPr/>
          <p:nvPr/>
        </p:nvCxnSpPr>
        <p:spPr>
          <a:xfrm>
            <a:off x="378563" y="2728724"/>
            <a:ext cx="1602000" cy="0"/>
          </a:xfrm>
          <a:prstGeom prst="line">
            <a:avLst/>
          </a:prstGeom>
          <a:ln>
            <a:solidFill>
              <a:srgbClr val="4C4C5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B2BFE27A-AF30-4924-86A7-61A947118A7B}"/>
              </a:ext>
            </a:extLst>
          </p:cNvPr>
          <p:cNvSpPr txBox="1"/>
          <p:nvPr/>
        </p:nvSpPr>
        <p:spPr>
          <a:xfrm>
            <a:off x="296723" y="2841829"/>
            <a:ext cx="1532078" cy="2425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300"/>
              </a:lnSpc>
            </a:pPr>
            <a:r>
              <a:rPr lang="ko-KR" altLang="en-US" sz="900" b="1" dirty="0">
                <a:solidFill>
                  <a:srgbClr val="00E8B8"/>
                </a:solidFill>
                <a:latin typeface="맑은 고딕" panose="020B0503020000020004" pitchFamily="50" charset="-127"/>
              </a:rPr>
              <a:t>템플릿 선정 시 검토사항</a:t>
            </a:r>
            <a:endParaRPr lang="en-US" altLang="ko-KR" sz="900" spc="-80" dirty="0">
              <a:solidFill>
                <a:srgbClr val="00E8B8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D53E6D8-FF9C-44AC-9653-EE98824173A3}"/>
              </a:ext>
            </a:extLst>
          </p:cNvPr>
          <p:cNvSpPr txBox="1"/>
          <p:nvPr/>
        </p:nvSpPr>
        <p:spPr>
          <a:xfrm>
            <a:off x="296724" y="1302236"/>
            <a:ext cx="141777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b="1" dirty="0">
                <a:solidFill>
                  <a:schemeClr val="bg1"/>
                </a:solidFill>
                <a:latin typeface="맑은 고딕" panose="020B0503020000020004" pitchFamily="50" charset="-127"/>
              </a:rPr>
              <a:t>통합검색</a:t>
            </a:r>
            <a:endParaRPr lang="en-US" altLang="ko-KR" sz="1500" b="1" dirty="0">
              <a:solidFill>
                <a:schemeClr val="bg1"/>
              </a:solidFill>
              <a:latin typeface="맑은 고딕" panose="020B0503020000020004" pitchFamily="50" charset="-127"/>
            </a:endParaRPr>
          </a:p>
          <a:p>
            <a:r>
              <a:rPr lang="ko-KR" altLang="en-US" sz="1500" b="1" dirty="0">
                <a:solidFill>
                  <a:schemeClr val="bg1"/>
                </a:solidFill>
                <a:latin typeface="맑은 고딕" panose="020B0503020000020004" pitchFamily="50" charset="-127"/>
              </a:rPr>
              <a:t>템플릿</a:t>
            </a:r>
            <a:r>
              <a:rPr lang="en-US" altLang="ko-KR" sz="1500" b="1" dirty="0">
                <a:solidFill>
                  <a:schemeClr val="bg1"/>
                </a:solidFill>
                <a:latin typeface="맑은 고딕" panose="020B0503020000020004" pitchFamily="50" charset="-127"/>
              </a:rPr>
              <a:t>_04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E8ED1A8-B6F5-46D0-A559-856F9DDBA90B}"/>
              </a:ext>
            </a:extLst>
          </p:cNvPr>
          <p:cNvSpPr txBox="1"/>
          <p:nvPr/>
        </p:nvSpPr>
        <p:spPr>
          <a:xfrm>
            <a:off x="287200" y="2013448"/>
            <a:ext cx="13034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chemeClr val="bg1"/>
                </a:solidFill>
                <a:latin typeface="맑은 고딕" panose="020B0503020000020004" pitchFamily="50" charset="-127"/>
              </a:rPr>
              <a:t>서브 화면</a:t>
            </a:r>
            <a:endParaRPr lang="en-US" altLang="ko-KR" sz="1400" dirty="0">
              <a:solidFill>
                <a:schemeClr val="bg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0" name="자유형: 도형 19">
            <a:extLst>
              <a:ext uri="{FF2B5EF4-FFF2-40B4-BE49-F238E27FC236}">
                <a16:creationId xmlns:a16="http://schemas.microsoft.com/office/drawing/2014/main" id="{B39F6110-7806-45CB-B974-E8393FE5A450}"/>
              </a:ext>
            </a:extLst>
          </p:cNvPr>
          <p:cNvSpPr/>
          <p:nvPr/>
        </p:nvSpPr>
        <p:spPr>
          <a:xfrm>
            <a:off x="382776" y="956926"/>
            <a:ext cx="499958" cy="261610"/>
          </a:xfrm>
          <a:custGeom>
            <a:avLst/>
            <a:gdLst>
              <a:gd name="connsiteX0" fmla="*/ 130710 w 499958"/>
              <a:gd name="connsiteY0" fmla="*/ 0 h 261610"/>
              <a:gd name="connsiteX1" fmla="*/ 131400 w 499958"/>
              <a:gd name="connsiteY1" fmla="*/ 0 h 261610"/>
              <a:gd name="connsiteX2" fmla="*/ 369249 w 499958"/>
              <a:gd name="connsiteY2" fmla="*/ 0 h 261610"/>
              <a:gd name="connsiteX3" fmla="*/ 499958 w 499958"/>
              <a:gd name="connsiteY3" fmla="*/ 130805 h 261610"/>
              <a:gd name="connsiteX4" fmla="*/ 369249 w 499958"/>
              <a:gd name="connsiteY4" fmla="*/ 261610 h 261610"/>
              <a:gd name="connsiteX5" fmla="*/ 131400 w 499958"/>
              <a:gd name="connsiteY5" fmla="*/ 261610 h 261610"/>
              <a:gd name="connsiteX6" fmla="*/ 130710 w 499958"/>
              <a:gd name="connsiteY6" fmla="*/ 261610 h 261610"/>
              <a:gd name="connsiteX7" fmla="*/ 130710 w 499958"/>
              <a:gd name="connsiteY7" fmla="*/ 261472 h 261610"/>
              <a:gd name="connsiteX8" fmla="*/ 80253 w 499958"/>
              <a:gd name="connsiteY8" fmla="*/ 251331 h 261610"/>
              <a:gd name="connsiteX9" fmla="*/ 0 w 499958"/>
              <a:gd name="connsiteY9" fmla="*/ 130805 h 261610"/>
              <a:gd name="connsiteX10" fmla="*/ 80253 w 499958"/>
              <a:gd name="connsiteY10" fmla="*/ 10280 h 261610"/>
              <a:gd name="connsiteX11" fmla="*/ 130710 w 499958"/>
              <a:gd name="connsiteY11" fmla="*/ 139 h 261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99958" h="261610">
                <a:moveTo>
                  <a:pt x="130710" y="0"/>
                </a:moveTo>
                <a:lnTo>
                  <a:pt x="131400" y="0"/>
                </a:lnTo>
                <a:lnTo>
                  <a:pt x="369249" y="0"/>
                </a:lnTo>
                <a:cubicBezTo>
                  <a:pt x="441438" y="0"/>
                  <a:pt x="499958" y="58563"/>
                  <a:pt x="499958" y="130805"/>
                </a:cubicBezTo>
                <a:cubicBezTo>
                  <a:pt x="499958" y="203047"/>
                  <a:pt x="441438" y="261610"/>
                  <a:pt x="369249" y="261610"/>
                </a:cubicBezTo>
                <a:lnTo>
                  <a:pt x="131400" y="261610"/>
                </a:lnTo>
                <a:lnTo>
                  <a:pt x="130710" y="261610"/>
                </a:lnTo>
                <a:lnTo>
                  <a:pt x="130710" y="261472"/>
                </a:lnTo>
                <a:lnTo>
                  <a:pt x="80253" y="251331"/>
                </a:lnTo>
                <a:cubicBezTo>
                  <a:pt x="33092" y="231474"/>
                  <a:pt x="0" y="184987"/>
                  <a:pt x="0" y="130805"/>
                </a:cubicBezTo>
                <a:cubicBezTo>
                  <a:pt x="0" y="76624"/>
                  <a:pt x="33092" y="30137"/>
                  <a:pt x="80253" y="10280"/>
                </a:cubicBezTo>
                <a:lnTo>
                  <a:pt x="130710" y="13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1AD7892-5618-4024-ACE7-F93B8405B9D1}"/>
              </a:ext>
            </a:extLst>
          </p:cNvPr>
          <p:cNvSpPr txBox="1"/>
          <p:nvPr/>
        </p:nvSpPr>
        <p:spPr>
          <a:xfrm>
            <a:off x="417667" y="854176"/>
            <a:ext cx="430176" cy="3939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5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02</a:t>
            </a:r>
            <a:endParaRPr lang="en-US" sz="15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840BA31-4745-4288-84C6-69EA6C4EE915}"/>
              </a:ext>
            </a:extLst>
          </p:cNvPr>
          <p:cNvSpPr txBox="1"/>
          <p:nvPr/>
        </p:nvSpPr>
        <p:spPr>
          <a:xfrm>
            <a:off x="296723" y="3209363"/>
            <a:ext cx="1377840" cy="1242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300"/>
              </a:lnSpc>
            </a:pPr>
            <a:r>
              <a:rPr lang="en-US" altLang="ko-KR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-  </a:t>
            </a:r>
            <a:r>
              <a:rPr lang="ko-KR" altLang="en-US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통합검색은 </a:t>
            </a:r>
            <a:r>
              <a:rPr lang="en-US" altLang="ko-KR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C</a:t>
            </a:r>
            <a:r>
              <a:rPr lang="ko-KR" altLang="en-US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I</a:t>
            </a:r>
            <a:r>
              <a:rPr lang="ko-KR" altLang="en-US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 와 </a:t>
            </a:r>
            <a:endParaRPr lang="en-US" altLang="ko-KR" sz="900" b="1" spc="-80" dirty="0">
              <a:solidFill>
                <a:srgbClr val="A7A7A8"/>
              </a:solidFill>
              <a:latin typeface="맑은 고딕" panose="020B0503020000020004" pitchFamily="50" charset="-127"/>
            </a:endParaRPr>
          </a:p>
          <a:p>
            <a:pPr>
              <a:lnSpc>
                <a:spcPts val="1300"/>
              </a:lnSpc>
            </a:pPr>
            <a:r>
              <a:rPr lang="ko-KR" altLang="en-US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   컬러만 고객사에 맞춰    </a:t>
            </a:r>
            <a:endParaRPr lang="en-US" altLang="ko-KR" sz="900" b="1" spc="-80" dirty="0">
              <a:solidFill>
                <a:srgbClr val="A7A7A8"/>
              </a:solidFill>
              <a:latin typeface="맑은 고딕" panose="020B0503020000020004" pitchFamily="50" charset="-127"/>
            </a:endParaRPr>
          </a:p>
          <a:p>
            <a:pPr>
              <a:lnSpc>
                <a:spcPts val="1300"/>
              </a:lnSpc>
            </a:pPr>
            <a:r>
              <a:rPr lang="en-US" altLang="ko-KR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   </a:t>
            </a:r>
            <a:r>
              <a:rPr lang="ko-KR" altLang="en-US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수정 가능 합니다</a:t>
            </a:r>
            <a:r>
              <a:rPr lang="en-US" altLang="ko-KR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.</a:t>
            </a:r>
          </a:p>
          <a:p>
            <a:pPr>
              <a:lnSpc>
                <a:spcPts val="1300"/>
              </a:lnSpc>
            </a:pPr>
            <a:endParaRPr lang="en-US" altLang="ko-KR" sz="900" b="1" spc="-80" dirty="0">
              <a:solidFill>
                <a:srgbClr val="A7A7A8"/>
              </a:solidFill>
              <a:latin typeface="맑은 고딕" panose="020B0503020000020004" pitchFamily="50" charset="-127"/>
            </a:endParaRPr>
          </a:p>
          <a:p>
            <a:pPr>
              <a:lnSpc>
                <a:spcPts val="1300"/>
              </a:lnSpc>
            </a:pPr>
            <a:endParaRPr lang="en-US" altLang="ko-KR" sz="900" b="1" spc="-80" dirty="0">
              <a:solidFill>
                <a:srgbClr val="A7A7A8"/>
              </a:solidFill>
              <a:latin typeface="맑은 고딕" panose="020B0503020000020004" pitchFamily="50" charset="-127"/>
            </a:endParaRPr>
          </a:p>
          <a:p>
            <a:pPr>
              <a:lnSpc>
                <a:spcPts val="1300"/>
              </a:lnSpc>
            </a:pPr>
            <a:r>
              <a:rPr lang="en-US" altLang="ko-KR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-  </a:t>
            </a:r>
            <a:r>
              <a:rPr lang="ko-KR" altLang="en-US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관리 및 기능 구현 시 </a:t>
            </a:r>
            <a:endParaRPr lang="en-US" altLang="ko-KR" sz="900" b="1" spc="-80" dirty="0">
              <a:solidFill>
                <a:srgbClr val="A7A7A8"/>
              </a:solidFill>
              <a:latin typeface="맑은 고딕" panose="020B0503020000020004" pitchFamily="50" charset="-127"/>
            </a:endParaRPr>
          </a:p>
          <a:p>
            <a:pPr>
              <a:lnSpc>
                <a:spcPts val="1300"/>
              </a:lnSpc>
            </a:pPr>
            <a:r>
              <a:rPr lang="en-US" altLang="ko-KR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   </a:t>
            </a:r>
            <a:r>
              <a:rPr lang="en-US" altLang="ko-KR" sz="4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  </a:t>
            </a:r>
            <a:r>
              <a:rPr lang="en-US" altLang="ko-KR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PM</a:t>
            </a:r>
            <a:r>
              <a:rPr lang="ko-KR" altLang="en-US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과 검토 필요합니다</a:t>
            </a:r>
            <a:r>
              <a:rPr lang="en-US" altLang="ko-KR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.</a:t>
            </a:r>
            <a:endParaRPr lang="en-US" altLang="ko-KR" sz="900" spc="-80" dirty="0">
              <a:solidFill>
                <a:srgbClr val="7A7A84"/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417861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9A0D6870-B7E2-419C-B0D3-3A6E484E23C4}"/>
              </a:ext>
            </a:extLst>
          </p:cNvPr>
          <p:cNvCxnSpPr/>
          <p:nvPr/>
        </p:nvCxnSpPr>
        <p:spPr>
          <a:xfrm>
            <a:off x="378563" y="2728724"/>
            <a:ext cx="1602000" cy="0"/>
          </a:xfrm>
          <a:prstGeom prst="line">
            <a:avLst/>
          </a:prstGeom>
          <a:ln>
            <a:solidFill>
              <a:srgbClr val="4C4C5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7602BEAD-31ED-4C62-9E61-6888CAEE772A}"/>
              </a:ext>
            </a:extLst>
          </p:cNvPr>
          <p:cNvSpPr txBox="1"/>
          <p:nvPr/>
        </p:nvSpPr>
        <p:spPr>
          <a:xfrm>
            <a:off x="296723" y="2841829"/>
            <a:ext cx="1532078" cy="2425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300"/>
              </a:lnSpc>
            </a:pPr>
            <a:r>
              <a:rPr lang="ko-KR" altLang="en-US" sz="900" b="1" dirty="0">
                <a:solidFill>
                  <a:srgbClr val="00E8B8"/>
                </a:solidFill>
                <a:latin typeface="맑은 고딕" panose="020B0503020000020004" pitchFamily="50" charset="-127"/>
              </a:rPr>
              <a:t>템플릿 선정 시 검토사항</a:t>
            </a:r>
            <a:endParaRPr lang="en-US" altLang="ko-KR" sz="900" spc="-80" dirty="0">
              <a:solidFill>
                <a:srgbClr val="00E8B8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9730D70-D84A-4A3E-9769-E7CFA921DCF5}"/>
              </a:ext>
            </a:extLst>
          </p:cNvPr>
          <p:cNvSpPr txBox="1"/>
          <p:nvPr/>
        </p:nvSpPr>
        <p:spPr>
          <a:xfrm>
            <a:off x="296724" y="1302236"/>
            <a:ext cx="141777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b="1" dirty="0">
                <a:solidFill>
                  <a:schemeClr val="bg1"/>
                </a:solidFill>
                <a:latin typeface="맑은 고딕" panose="020B0503020000020004" pitchFamily="50" charset="-127"/>
              </a:rPr>
              <a:t>통합검색</a:t>
            </a:r>
            <a:endParaRPr lang="en-US" altLang="ko-KR" sz="1500" b="1" dirty="0">
              <a:solidFill>
                <a:schemeClr val="bg1"/>
              </a:solidFill>
              <a:latin typeface="맑은 고딕" panose="020B0503020000020004" pitchFamily="50" charset="-127"/>
            </a:endParaRPr>
          </a:p>
          <a:p>
            <a:r>
              <a:rPr lang="ko-KR" altLang="en-US" sz="1500" b="1" dirty="0">
                <a:solidFill>
                  <a:schemeClr val="bg1"/>
                </a:solidFill>
                <a:latin typeface="맑은 고딕" panose="020B0503020000020004" pitchFamily="50" charset="-127"/>
              </a:rPr>
              <a:t>템플릿</a:t>
            </a:r>
            <a:r>
              <a:rPr lang="en-US" altLang="ko-KR" sz="1500" b="1" dirty="0">
                <a:solidFill>
                  <a:schemeClr val="bg1"/>
                </a:solidFill>
                <a:latin typeface="맑은 고딕" panose="020B0503020000020004" pitchFamily="50" charset="-127"/>
              </a:rPr>
              <a:t>_05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50796FC-7B47-4040-8C6B-2F98A0114152}"/>
              </a:ext>
            </a:extLst>
          </p:cNvPr>
          <p:cNvSpPr txBox="1"/>
          <p:nvPr/>
        </p:nvSpPr>
        <p:spPr>
          <a:xfrm>
            <a:off x="287200" y="2013448"/>
            <a:ext cx="160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chemeClr val="bg1"/>
                </a:solidFill>
                <a:latin typeface="맑은 고딕" panose="020B0503020000020004" pitchFamily="50" charset="-127"/>
              </a:rPr>
              <a:t>메인 화면</a:t>
            </a:r>
            <a:endParaRPr lang="en-US" altLang="ko-KR" sz="1400" dirty="0">
              <a:solidFill>
                <a:schemeClr val="bg1"/>
              </a:solidFill>
              <a:latin typeface="맑은 고딕" panose="020B0503020000020004" pitchFamily="50" charset="-127"/>
            </a:endParaRPr>
          </a:p>
          <a:p>
            <a:r>
              <a:rPr lang="en-US" sz="14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4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메인</a:t>
            </a:r>
            <a:r>
              <a:rPr lang="en-US" altLang="ko-KR" sz="14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+</a:t>
            </a:r>
            <a:r>
              <a:rPr lang="ko-KR" altLang="en-US" sz="14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서브</a:t>
            </a:r>
            <a:r>
              <a:rPr lang="en-US" altLang="ko-KR" sz="14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en-US" sz="14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" name="자유형: 도형 19">
            <a:extLst>
              <a:ext uri="{FF2B5EF4-FFF2-40B4-BE49-F238E27FC236}">
                <a16:creationId xmlns:a16="http://schemas.microsoft.com/office/drawing/2014/main" id="{A7A557A9-DCB9-4D31-998D-387731A2241F}"/>
              </a:ext>
            </a:extLst>
          </p:cNvPr>
          <p:cNvSpPr/>
          <p:nvPr/>
        </p:nvSpPr>
        <p:spPr>
          <a:xfrm>
            <a:off x="382776" y="956926"/>
            <a:ext cx="499958" cy="261610"/>
          </a:xfrm>
          <a:custGeom>
            <a:avLst/>
            <a:gdLst>
              <a:gd name="connsiteX0" fmla="*/ 130710 w 499958"/>
              <a:gd name="connsiteY0" fmla="*/ 0 h 261610"/>
              <a:gd name="connsiteX1" fmla="*/ 131400 w 499958"/>
              <a:gd name="connsiteY1" fmla="*/ 0 h 261610"/>
              <a:gd name="connsiteX2" fmla="*/ 369249 w 499958"/>
              <a:gd name="connsiteY2" fmla="*/ 0 h 261610"/>
              <a:gd name="connsiteX3" fmla="*/ 499958 w 499958"/>
              <a:gd name="connsiteY3" fmla="*/ 130805 h 261610"/>
              <a:gd name="connsiteX4" fmla="*/ 369249 w 499958"/>
              <a:gd name="connsiteY4" fmla="*/ 261610 h 261610"/>
              <a:gd name="connsiteX5" fmla="*/ 131400 w 499958"/>
              <a:gd name="connsiteY5" fmla="*/ 261610 h 261610"/>
              <a:gd name="connsiteX6" fmla="*/ 130710 w 499958"/>
              <a:gd name="connsiteY6" fmla="*/ 261610 h 261610"/>
              <a:gd name="connsiteX7" fmla="*/ 130710 w 499958"/>
              <a:gd name="connsiteY7" fmla="*/ 261472 h 261610"/>
              <a:gd name="connsiteX8" fmla="*/ 80253 w 499958"/>
              <a:gd name="connsiteY8" fmla="*/ 251331 h 261610"/>
              <a:gd name="connsiteX9" fmla="*/ 0 w 499958"/>
              <a:gd name="connsiteY9" fmla="*/ 130805 h 261610"/>
              <a:gd name="connsiteX10" fmla="*/ 80253 w 499958"/>
              <a:gd name="connsiteY10" fmla="*/ 10280 h 261610"/>
              <a:gd name="connsiteX11" fmla="*/ 130710 w 499958"/>
              <a:gd name="connsiteY11" fmla="*/ 139 h 261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99958" h="261610">
                <a:moveTo>
                  <a:pt x="130710" y="0"/>
                </a:moveTo>
                <a:lnTo>
                  <a:pt x="131400" y="0"/>
                </a:lnTo>
                <a:lnTo>
                  <a:pt x="369249" y="0"/>
                </a:lnTo>
                <a:cubicBezTo>
                  <a:pt x="441438" y="0"/>
                  <a:pt x="499958" y="58563"/>
                  <a:pt x="499958" y="130805"/>
                </a:cubicBezTo>
                <a:cubicBezTo>
                  <a:pt x="499958" y="203047"/>
                  <a:pt x="441438" y="261610"/>
                  <a:pt x="369249" y="261610"/>
                </a:cubicBezTo>
                <a:lnTo>
                  <a:pt x="131400" y="261610"/>
                </a:lnTo>
                <a:lnTo>
                  <a:pt x="130710" y="261610"/>
                </a:lnTo>
                <a:lnTo>
                  <a:pt x="130710" y="261472"/>
                </a:lnTo>
                <a:lnTo>
                  <a:pt x="80253" y="251331"/>
                </a:lnTo>
                <a:cubicBezTo>
                  <a:pt x="33092" y="231474"/>
                  <a:pt x="0" y="184987"/>
                  <a:pt x="0" y="130805"/>
                </a:cubicBezTo>
                <a:cubicBezTo>
                  <a:pt x="0" y="76624"/>
                  <a:pt x="33092" y="30137"/>
                  <a:pt x="80253" y="10280"/>
                </a:cubicBezTo>
                <a:lnTo>
                  <a:pt x="130710" y="13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6F70352-19E8-4CF3-BBC4-9A4D02C5D862}"/>
              </a:ext>
            </a:extLst>
          </p:cNvPr>
          <p:cNvSpPr txBox="1"/>
          <p:nvPr/>
        </p:nvSpPr>
        <p:spPr>
          <a:xfrm>
            <a:off x="417667" y="854176"/>
            <a:ext cx="430176" cy="3939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5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02</a:t>
            </a:r>
            <a:endParaRPr lang="en-US" sz="15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71F0EFD-49A2-428C-9998-CF609499B2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7509" y="321503"/>
            <a:ext cx="5881118" cy="621499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384F3A8-4D32-45EC-9BD8-4B3D2C15ED00}"/>
              </a:ext>
            </a:extLst>
          </p:cNvPr>
          <p:cNvSpPr txBox="1"/>
          <p:nvPr/>
        </p:nvSpPr>
        <p:spPr>
          <a:xfrm>
            <a:off x="296723" y="3209363"/>
            <a:ext cx="1377840" cy="1242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300"/>
              </a:lnSpc>
            </a:pPr>
            <a:r>
              <a:rPr lang="en-US" altLang="ko-KR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-  </a:t>
            </a:r>
            <a:r>
              <a:rPr lang="ko-KR" altLang="en-US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통합검색은 </a:t>
            </a:r>
            <a:r>
              <a:rPr lang="en-US" altLang="ko-KR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C</a:t>
            </a:r>
            <a:r>
              <a:rPr lang="ko-KR" altLang="en-US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I</a:t>
            </a:r>
            <a:r>
              <a:rPr lang="ko-KR" altLang="en-US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 와 </a:t>
            </a:r>
            <a:endParaRPr lang="en-US" altLang="ko-KR" sz="900" b="1" spc="-80" dirty="0">
              <a:solidFill>
                <a:srgbClr val="A7A7A8"/>
              </a:solidFill>
              <a:latin typeface="맑은 고딕" panose="020B0503020000020004" pitchFamily="50" charset="-127"/>
            </a:endParaRPr>
          </a:p>
          <a:p>
            <a:pPr>
              <a:lnSpc>
                <a:spcPts val="1300"/>
              </a:lnSpc>
            </a:pPr>
            <a:r>
              <a:rPr lang="ko-KR" altLang="en-US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   컬러만 고객사에 맞춰    </a:t>
            </a:r>
            <a:endParaRPr lang="en-US" altLang="ko-KR" sz="900" b="1" spc="-80" dirty="0">
              <a:solidFill>
                <a:srgbClr val="A7A7A8"/>
              </a:solidFill>
              <a:latin typeface="맑은 고딕" panose="020B0503020000020004" pitchFamily="50" charset="-127"/>
            </a:endParaRPr>
          </a:p>
          <a:p>
            <a:pPr>
              <a:lnSpc>
                <a:spcPts val="1300"/>
              </a:lnSpc>
            </a:pPr>
            <a:r>
              <a:rPr lang="en-US" altLang="ko-KR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   </a:t>
            </a:r>
            <a:r>
              <a:rPr lang="ko-KR" altLang="en-US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수정 가능 합니다</a:t>
            </a:r>
            <a:r>
              <a:rPr lang="en-US" altLang="ko-KR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.</a:t>
            </a:r>
          </a:p>
          <a:p>
            <a:pPr>
              <a:lnSpc>
                <a:spcPts val="1300"/>
              </a:lnSpc>
            </a:pPr>
            <a:endParaRPr lang="en-US" altLang="ko-KR" sz="900" b="1" spc="-80" dirty="0">
              <a:solidFill>
                <a:srgbClr val="A7A7A8"/>
              </a:solidFill>
              <a:latin typeface="맑은 고딕" panose="020B0503020000020004" pitchFamily="50" charset="-127"/>
            </a:endParaRPr>
          </a:p>
          <a:p>
            <a:pPr>
              <a:lnSpc>
                <a:spcPts val="1300"/>
              </a:lnSpc>
            </a:pPr>
            <a:endParaRPr lang="en-US" altLang="ko-KR" sz="900" b="1" spc="-80" dirty="0">
              <a:solidFill>
                <a:srgbClr val="A7A7A8"/>
              </a:solidFill>
              <a:latin typeface="맑은 고딕" panose="020B0503020000020004" pitchFamily="50" charset="-127"/>
            </a:endParaRPr>
          </a:p>
          <a:p>
            <a:pPr>
              <a:lnSpc>
                <a:spcPts val="1300"/>
              </a:lnSpc>
            </a:pPr>
            <a:r>
              <a:rPr lang="en-US" altLang="ko-KR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-  </a:t>
            </a:r>
            <a:r>
              <a:rPr lang="ko-KR" altLang="en-US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관리 및 기능 구현 시 </a:t>
            </a:r>
            <a:endParaRPr lang="en-US" altLang="ko-KR" sz="900" b="1" spc="-80" dirty="0">
              <a:solidFill>
                <a:srgbClr val="A7A7A8"/>
              </a:solidFill>
              <a:latin typeface="맑은 고딕" panose="020B0503020000020004" pitchFamily="50" charset="-127"/>
            </a:endParaRPr>
          </a:p>
          <a:p>
            <a:pPr>
              <a:lnSpc>
                <a:spcPts val="1300"/>
              </a:lnSpc>
            </a:pPr>
            <a:r>
              <a:rPr lang="en-US" altLang="ko-KR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   </a:t>
            </a:r>
            <a:r>
              <a:rPr lang="en-US" altLang="ko-KR" sz="4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  </a:t>
            </a:r>
            <a:r>
              <a:rPr lang="en-US" altLang="ko-KR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PM</a:t>
            </a:r>
            <a:r>
              <a:rPr lang="ko-KR" altLang="en-US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과 검토 필요합니다</a:t>
            </a:r>
            <a:r>
              <a:rPr lang="en-US" altLang="ko-KR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.</a:t>
            </a:r>
            <a:endParaRPr lang="en-US" altLang="ko-KR" sz="900" spc="-80" dirty="0">
              <a:solidFill>
                <a:srgbClr val="7A7A84"/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808400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1CC38D5C-EA38-4F82-9663-FBE1CF1E7A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2205" y="949988"/>
            <a:ext cx="9471727" cy="4622400"/>
          </a:xfrm>
          <a:prstGeom prst="rect">
            <a:avLst/>
          </a:prstGeom>
        </p:spPr>
      </p:pic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9A0D6870-B7E2-419C-B0D3-3A6E484E23C4}"/>
              </a:ext>
            </a:extLst>
          </p:cNvPr>
          <p:cNvCxnSpPr/>
          <p:nvPr/>
        </p:nvCxnSpPr>
        <p:spPr>
          <a:xfrm>
            <a:off x="378563" y="2728724"/>
            <a:ext cx="1602000" cy="0"/>
          </a:xfrm>
          <a:prstGeom prst="line">
            <a:avLst/>
          </a:prstGeom>
          <a:ln>
            <a:solidFill>
              <a:srgbClr val="4C4C5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7602BEAD-31ED-4C62-9E61-6888CAEE772A}"/>
              </a:ext>
            </a:extLst>
          </p:cNvPr>
          <p:cNvSpPr txBox="1"/>
          <p:nvPr/>
        </p:nvSpPr>
        <p:spPr>
          <a:xfrm>
            <a:off x="296723" y="2841829"/>
            <a:ext cx="1532078" cy="2425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300"/>
              </a:lnSpc>
            </a:pPr>
            <a:r>
              <a:rPr lang="ko-KR" altLang="en-US" sz="900" b="1" dirty="0">
                <a:solidFill>
                  <a:srgbClr val="00E8B8"/>
                </a:solidFill>
                <a:latin typeface="맑은 고딕" panose="020B0503020000020004" pitchFamily="50" charset="-127"/>
              </a:rPr>
              <a:t>템플릿 선정 시 검토사항</a:t>
            </a:r>
            <a:endParaRPr lang="en-US" altLang="ko-KR" sz="900" spc="-80" dirty="0">
              <a:solidFill>
                <a:srgbClr val="00E8B8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9730D70-D84A-4A3E-9769-E7CFA921DCF5}"/>
              </a:ext>
            </a:extLst>
          </p:cNvPr>
          <p:cNvSpPr txBox="1"/>
          <p:nvPr/>
        </p:nvSpPr>
        <p:spPr>
          <a:xfrm>
            <a:off x="296724" y="1302236"/>
            <a:ext cx="141777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b="1" dirty="0">
                <a:solidFill>
                  <a:schemeClr val="bg1"/>
                </a:solidFill>
                <a:latin typeface="맑은 고딕" panose="020B0503020000020004" pitchFamily="50" charset="-127"/>
              </a:rPr>
              <a:t>통합검색</a:t>
            </a:r>
            <a:endParaRPr lang="en-US" altLang="ko-KR" sz="1500" b="1" dirty="0">
              <a:solidFill>
                <a:schemeClr val="bg1"/>
              </a:solidFill>
              <a:latin typeface="맑은 고딕" panose="020B0503020000020004" pitchFamily="50" charset="-127"/>
            </a:endParaRPr>
          </a:p>
          <a:p>
            <a:r>
              <a:rPr lang="ko-KR" altLang="en-US" sz="1500" b="1" dirty="0">
                <a:solidFill>
                  <a:schemeClr val="bg1"/>
                </a:solidFill>
                <a:latin typeface="맑은 고딕" panose="020B0503020000020004" pitchFamily="50" charset="-127"/>
              </a:rPr>
              <a:t>템플릿</a:t>
            </a:r>
            <a:r>
              <a:rPr lang="en-US" altLang="ko-KR" sz="1500" b="1" dirty="0">
                <a:solidFill>
                  <a:schemeClr val="bg1"/>
                </a:solidFill>
                <a:latin typeface="맑은 고딕" panose="020B0503020000020004" pitchFamily="50" charset="-127"/>
              </a:rPr>
              <a:t>_05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50796FC-7B47-4040-8C6B-2F98A0114152}"/>
              </a:ext>
            </a:extLst>
          </p:cNvPr>
          <p:cNvSpPr txBox="1"/>
          <p:nvPr/>
        </p:nvSpPr>
        <p:spPr>
          <a:xfrm>
            <a:off x="287200" y="2013448"/>
            <a:ext cx="15416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chemeClr val="bg1"/>
                </a:solidFill>
                <a:latin typeface="맑은 고딕" panose="020B0503020000020004" pitchFamily="50" charset="-127"/>
              </a:rPr>
              <a:t>메인 화면</a:t>
            </a:r>
            <a:endParaRPr lang="en-US" altLang="ko-KR" sz="1400" dirty="0">
              <a:solidFill>
                <a:schemeClr val="bg1"/>
              </a:solidFill>
              <a:latin typeface="맑은 고딕" panose="020B0503020000020004" pitchFamily="50" charset="-127"/>
            </a:endParaRPr>
          </a:p>
          <a:p>
            <a:r>
              <a:rPr lang="en-US" altLang="ko-KR" sz="1400" dirty="0">
                <a:solidFill>
                  <a:schemeClr val="bg1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1400" dirty="0">
                <a:solidFill>
                  <a:schemeClr val="bg1"/>
                </a:solidFill>
                <a:latin typeface="맑은 고딕" panose="020B0503020000020004" pitchFamily="50" charset="-127"/>
              </a:rPr>
              <a:t>메인</a:t>
            </a:r>
            <a:r>
              <a:rPr lang="en-US" altLang="ko-KR" sz="1400" dirty="0">
                <a:solidFill>
                  <a:schemeClr val="bg1"/>
                </a:solidFill>
                <a:latin typeface="맑은 고딕" panose="020B0503020000020004" pitchFamily="50" charset="-127"/>
              </a:rPr>
              <a:t>+</a:t>
            </a:r>
            <a:r>
              <a:rPr lang="ko-KR" altLang="en-US" sz="1400" dirty="0">
                <a:solidFill>
                  <a:schemeClr val="bg1"/>
                </a:solidFill>
                <a:latin typeface="맑은 고딕" panose="020B0503020000020004" pitchFamily="50" charset="-127"/>
              </a:rPr>
              <a:t>서브</a:t>
            </a:r>
            <a:r>
              <a:rPr lang="en-US" altLang="ko-KR" sz="1400" dirty="0">
                <a:solidFill>
                  <a:schemeClr val="bg1"/>
                </a:solidFill>
                <a:latin typeface="맑은 고딕" panose="020B0503020000020004" pitchFamily="50" charset="-127"/>
              </a:rPr>
              <a:t>)</a:t>
            </a:r>
          </a:p>
        </p:txBody>
      </p:sp>
      <p:sp>
        <p:nvSpPr>
          <p:cNvPr id="20" name="자유형: 도형 19">
            <a:extLst>
              <a:ext uri="{FF2B5EF4-FFF2-40B4-BE49-F238E27FC236}">
                <a16:creationId xmlns:a16="http://schemas.microsoft.com/office/drawing/2014/main" id="{A7A557A9-DCB9-4D31-998D-387731A2241F}"/>
              </a:ext>
            </a:extLst>
          </p:cNvPr>
          <p:cNvSpPr/>
          <p:nvPr/>
        </p:nvSpPr>
        <p:spPr>
          <a:xfrm>
            <a:off x="382776" y="956926"/>
            <a:ext cx="499958" cy="261610"/>
          </a:xfrm>
          <a:custGeom>
            <a:avLst/>
            <a:gdLst>
              <a:gd name="connsiteX0" fmla="*/ 130710 w 499958"/>
              <a:gd name="connsiteY0" fmla="*/ 0 h 261610"/>
              <a:gd name="connsiteX1" fmla="*/ 131400 w 499958"/>
              <a:gd name="connsiteY1" fmla="*/ 0 h 261610"/>
              <a:gd name="connsiteX2" fmla="*/ 369249 w 499958"/>
              <a:gd name="connsiteY2" fmla="*/ 0 h 261610"/>
              <a:gd name="connsiteX3" fmla="*/ 499958 w 499958"/>
              <a:gd name="connsiteY3" fmla="*/ 130805 h 261610"/>
              <a:gd name="connsiteX4" fmla="*/ 369249 w 499958"/>
              <a:gd name="connsiteY4" fmla="*/ 261610 h 261610"/>
              <a:gd name="connsiteX5" fmla="*/ 131400 w 499958"/>
              <a:gd name="connsiteY5" fmla="*/ 261610 h 261610"/>
              <a:gd name="connsiteX6" fmla="*/ 130710 w 499958"/>
              <a:gd name="connsiteY6" fmla="*/ 261610 h 261610"/>
              <a:gd name="connsiteX7" fmla="*/ 130710 w 499958"/>
              <a:gd name="connsiteY7" fmla="*/ 261472 h 261610"/>
              <a:gd name="connsiteX8" fmla="*/ 80253 w 499958"/>
              <a:gd name="connsiteY8" fmla="*/ 251331 h 261610"/>
              <a:gd name="connsiteX9" fmla="*/ 0 w 499958"/>
              <a:gd name="connsiteY9" fmla="*/ 130805 h 261610"/>
              <a:gd name="connsiteX10" fmla="*/ 80253 w 499958"/>
              <a:gd name="connsiteY10" fmla="*/ 10280 h 261610"/>
              <a:gd name="connsiteX11" fmla="*/ 130710 w 499958"/>
              <a:gd name="connsiteY11" fmla="*/ 139 h 261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99958" h="261610">
                <a:moveTo>
                  <a:pt x="130710" y="0"/>
                </a:moveTo>
                <a:lnTo>
                  <a:pt x="131400" y="0"/>
                </a:lnTo>
                <a:lnTo>
                  <a:pt x="369249" y="0"/>
                </a:lnTo>
                <a:cubicBezTo>
                  <a:pt x="441438" y="0"/>
                  <a:pt x="499958" y="58563"/>
                  <a:pt x="499958" y="130805"/>
                </a:cubicBezTo>
                <a:cubicBezTo>
                  <a:pt x="499958" y="203047"/>
                  <a:pt x="441438" y="261610"/>
                  <a:pt x="369249" y="261610"/>
                </a:cubicBezTo>
                <a:lnTo>
                  <a:pt x="131400" y="261610"/>
                </a:lnTo>
                <a:lnTo>
                  <a:pt x="130710" y="261610"/>
                </a:lnTo>
                <a:lnTo>
                  <a:pt x="130710" y="261472"/>
                </a:lnTo>
                <a:lnTo>
                  <a:pt x="80253" y="251331"/>
                </a:lnTo>
                <a:cubicBezTo>
                  <a:pt x="33092" y="231474"/>
                  <a:pt x="0" y="184987"/>
                  <a:pt x="0" y="130805"/>
                </a:cubicBezTo>
                <a:cubicBezTo>
                  <a:pt x="0" y="76624"/>
                  <a:pt x="33092" y="30137"/>
                  <a:pt x="80253" y="10280"/>
                </a:cubicBezTo>
                <a:lnTo>
                  <a:pt x="130710" y="13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6F70352-19E8-4CF3-BBC4-9A4D02C5D862}"/>
              </a:ext>
            </a:extLst>
          </p:cNvPr>
          <p:cNvSpPr txBox="1"/>
          <p:nvPr/>
        </p:nvSpPr>
        <p:spPr>
          <a:xfrm>
            <a:off x="417667" y="854176"/>
            <a:ext cx="430176" cy="3939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5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02</a:t>
            </a:r>
            <a:endParaRPr lang="en-US" sz="15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55A8BAD-8E31-44F0-B6F6-0CA73E43FBE5}"/>
              </a:ext>
            </a:extLst>
          </p:cNvPr>
          <p:cNvSpPr txBox="1"/>
          <p:nvPr/>
        </p:nvSpPr>
        <p:spPr>
          <a:xfrm>
            <a:off x="296723" y="3209363"/>
            <a:ext cx="1377840" cy="1242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300"/>
              </a:lnSpc>
            </a:pPr>
            <a:r>
              <a:rPr lang="en-US" altLang="ko-KR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-  </a:t>
            </a:r>
            <a:r>
              <a:rPr lang="ko-KR" altLang="en-US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통합검색은 </a:t>
            </a:r>
            <a:r>
              <a:rPr lang="en-US" altLang="ko-KR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C</a:t>
            </a:r>
            <a:r>
              <a:rPr lang="ko-KR" altLang="en-US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I</a:t>
            </a:r>
            <a:r>
              <a:rPr lang="ko-KR" altLang="en-US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 와 </a:t>
            </a:r>
            <a:endParaRPr lang="en-US" altLang="ko-KR" sz="900" b="1" spc="-80" dirty="0">
              <a:solidFill>
                <a:srgbClr val="A7A7A8"/>
              </a:solidFill>
              <a:latin typeface="맑은 고딕" panose="020B0503020000020004" pitchFamily="50" charset="-127"/>
            </a:endParaRPr>
          </a:p>
          <a:p>
            <a:pPr>
              <a:lnSpc>
                <a:spcPts val="1300"/>
              </a:lnSpc>
            </a:pPr>
            <a:r>
              <a:rPr lang="ko-KR" altLang="en-US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   컬러만 고객사에 맞춰    </a:t>
            </a:r>
            <a:endParaRPr lang="en-US" altLang="ko-KR" sz="900" b="1" spc="-80" dirty="0">
              <a:solidFill>
                <a:srgbClr val="A7A7A8"/>
              </a:solidFill>
              <a:latin typeface="맑은 고딕" panose="020B0503020000020004" pitchFamily="50" charset="-127"/>
            </a:endParaRPr>
          </a:p>
          <a:p>
            <a:pPr>
              <a:lnSpc>
                <a:spcPts val="1300"/>
              </a:lnSpc>
            </a:pPr>
            <a:r>
              <a:rPr lang="en-US" altLang="ko-KR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   </a:t>
            </a:r>
            <a:r>
              <a:rPr lang="ko-KR" altLang="en-US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수정 가능 합니다</a:t>
            </a:r>
            <a:r>
              <a:rPr lang="en-US" altLang="ko-KR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.</a:t>
            </a:r>
          </a:p>
          <a:p>
            <a:pPr>
              <a:lnSpc>
                <a:spcPts val="1300"/>
              </a:lnSpc>
            </a:pPr>
            <a:endParaRPr lang="en-US" altLang="ko-KR" sz="900" b="1" spc="-80" dirty="0">
              <a:solidFill>
                <a:srgbClr val="A7A7A8"/>
              </a:solidFill>
              <a:latin typeface="맑은 고딕" panose="020B0503020000020004" pitchFamily="50" charset="-127"/>
            </a:endParaRPr>
          </a:p>
          <a:p>
            <a:pPr>
              <a:lnSpc>
                <a:spcPts val="1300"/>
              </a:lnSpc>
            </a:pPr>
            <a:endParaRPr lang="en-US" altLang="ko-KR" sz="900" b="1" spc="-80" dirty="0">
              <a:solidFill>
                <a:srgbClr val="A7A7A8"/>
              </a:solidFill>
              <a:latin typeface="맑은 고딕" panose="020B0503020000020004" pitchFamily="50" charset="-127"/>
            </a:endParaRPr>
          </a:p>
          <a:p>
            <a:pPr>
              <a:lnSpc>
                <a:spcPts val="1300"/>
              </a:lnSpc>
            </a:pPr>
            <a:r>
              <a:rPr lang="en-US" altLang="ko-KR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-  </a:t>
            </a:r>
            <a:r>
              <a:rPr lang="ko-KR" altLang="en-US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관리 및 기능 구현 시 </a:t>
            </a:r>
            <a:endParaRPr lang="en-US" altLang="ko-KR" sz="900" b="1" spc="-80" dirty="0">
              <a:solidFill>
                <a:srgbClr val="A7A7A8"/>
              </a:solidFill>
              <a:latin typeface="맑은 고딕" panose="020B0503020000020004" pitchFamily="50" charset="-127"/>
            </a:endParaRPr>
          </a:p>
          <a:p>
            <a:pPr>
              <a:lnSpc>
                <a:spcPts val="1300"/>
              </a:lnSpc>
            </a:pPr>
            <a:r>
              <a:rPr lang="en-US" altLang="ko-KR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   </a:t>
            </a:r>
            <a:r>
              <a:rPr lang="en-US" altLang="ko-KR" sz="4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  </a:t>
            </a:r>
            <a:r>
              <a:rPr lang="en-US" altLang="ko-KR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PM</a:t>
            </a:r>
            <a:r>
              <a:rPr lang="ko-KR" altLang="en-US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과 검토 필요합니다</a:t>
            </a:r>
            <a:r>
              <a:rPr lang="en-US" altLang="ko-KR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.</a:t>
            </a:r>
            <a:endParaRPr lang="en-US" altLang="ko-KR" sz="900" spc="-80" dirty="0">
              <a:solidFill>
                <a:srgbClr val="7A7A84"/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927387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1B1EF01C-4F5E-4B4C-8026-1FBF8AD71E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2205" y="949988"/>
            <a:ext cx="9471727" cy="4622400"/>
          </a:xfrm>
          <a:prstGeom prst="rect">
            <a:avLst/>
          </a:prstGeom>
        </p:spPr>
      </p:pic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9A0D6870-B7E2-419C-B0D3-3A6E484E23C4}"/>
              </a:ext>
            </a:extLst>
          </p:cNvPr>
          <p:cNvCxnSpPr/>
          <p:nvPr/>
        </p:nvCxnSpPr>
        <p:spPr>
          <a:xfrm>
            <a:off x="378563" y="2728724"/>
            <a:ext cx="1602000" cy="0"/>
          </a:xfrm>
          <a:prstGeom prst="line">
            <a:avLst/>
          </a:prstGeom>
          <a:ln>
            <a:solidFill>
              <a:srgbClr val="4C4C5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E44B6EDC-E590-41EE-B3A0-F4683C10BF15}"/>
              </a:ext>
            </a:extLst>
          </p:cNvPr>
          <p:cNvSpPr txBox="1"/>
          <p:nvPr/>
        </p:nvSpPr>
        <p:spPr>
          <a:xfrm>
            <a:off x="296723" y="2841829"/>
            <a:ext cx="1532078" cy="2425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300"/>
              </a:lnSpc>
            </a:pPr>
            <a:r>
              <a:rPr lang="ko-KR" altLang="en-US" sz="900" b="1" dirty="0">
                <a:solidFill>
                  <a:srgbClr val="00E8B8"/>
                </a:solidFill>
                <a:latin typeface="맑은 고딕" panose="020B0503020000020004" pitchFamily="50" charset="-127"/>
              </a:rPr>
              <a:t>템플릿 선정 시 검토사항</a:t>
            </a:r>
            <a:endParaRPr lang="en-US" altLang="ko-KR" sz="900" spc="-80" dirty="0">
              <a:solidFill>
                <a:srgbClr val="00E8B8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119F39A-03E9-4915-951C-FC88BDC364A1}"/>
              </a:ext>
            </a:extLst>
          </p:cNvPr>
          <p:cNvSpPr txBox="1"/>
          <p:nvPr/>
        </p:nvSpPr>
        <p:spPr>
          <a:xfrm>
            <a:off x="296724" y="1302236"/>
            <a:ext cx="141777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b="1" dirty="0">
                <a:solidFill>
                  <a:schemeClr val="bg1"/>
                </a:solidFill>
                <a:latin typeface="맑은 고딕" panose="020B0503020000020004" pitchFamily="50" charset="-127"/>
              </a:rPr>
              <a:t>통합검색</a:t>
            </a:r>
            <a:endParaRPr lang="en-US" altLang="ko-KR" sz="1500" b="1" dirty="0">
              <a:solidFill>
                <a:schemeClr val="bg1"/>
              </a:solidFill>
              <a:latin typeface="맑은 고딕" panose="020B0503020000020004" pitchFamily="50" charset="-127"/>
            </a:endParaRPr>
          </a:p>
          <a:p>
            <a:r>
              <a:rPr lang="ko-KR" altLang="en-US" sz="1500" b="1" dirty="0">
                <a:solidFill>
                  <a:schemeClr val="bg1"/>
                </a:solidFill>
                <a:latin typeface="맑은 고딕" panose="020B0503020000020004" pitchFamily="50" charset="-127"/>
              </a:rPr>
              <a:t>템플릿</a:t>
            </a:r>
            <a:r>
              <a:rPr lang="en-US" altLang="ko-KR" sz="1500" b="1" dirty="0">
                <a:solidFill>
                  <a:schemeClr val="bg1"/>
                </a:solidFill>
                <a:latin typeface="맑은 고딕" panose="020B0503020000020004" pitchFamily="50" charset="-127"/>
              </a:rPr>
              <a:t>_05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3390544-19BD-4E68-A4DD-D76BE267D1B3}"/>
              </a:ext>
            </a:extLst>
          </p:cNvPr>
          <p:cNvSpPr txBox="1"/>
          <p:nvPr/>
        </p:nvSpPr>
        <p:spPr>
          <a:xfrm>
            <a:off x="287200" y="2013448"/>
            <a:ext cx="13034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chemeClr val="bg1"/>
                </a:solidFill>
                <a:latin typeface="맑은 고딕" panose="020B0503020000020004" pitchFamily="50" charset="-127"/>
              </a:rPr>
              <a:t>메인 화면</a:t>
            </a:r>
            <a:endParaRPr lang="en-US" altLang="ko-KR" sz="1400" dirty="0">
              <a:solidFill>
                <a:schemeClr val="bg1"/>
              </a:solidFill>
              <a:latin typeface="맑은 고딕" panose="020B0503020000020004" pitchFamily="50" charset="-127"/>
            </a:endParaRPr>
          </a:p>
          <a:p>
            <a:r>
              <a:rPr lang="en-US" altLang="ko-KR" sz="1400" dirty="0">
                <a:solidFill>
                  <a:schemeClr val="bg1"/>
                </a:solidFill>
                <a:latin typeface="맑은 고딕" panose="020B0503020000020004" pitchFamily="50" charset="-127"/>
              </a:rPr>
              <a:t>_</a:t>
            </a:r>
            <a:r>
              <a:rPr lang="ko-KR" altLang="en-US" sz="1400" dirty="0">
                <a:solidFill>
                  <a:schemeClr val="bg1"/>
                </a:solidFill>
                <a:latin typeface="맑은 고딕" panose="020B0503020000020004" pitchFamily="50" charset="-127"/>
              </a:rPr>
              <a:t>팝업</a:t>
            </a:r>
            <a:endParaRPr lang="en-US" altLang="ko-KR" sz="1400" dirty="0">
              <a:solidFill>
                <a:schemeClr val="bg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0" name="자유형: 도형 19">
            <a:extLst>
              <a:ext uri="{FF2B5EF4-FFF2-40B4-BE49-F238E27FC236}">
                <a16:creationId xmlns:a16="http://schemas.microsoft.com/office/drawing/2014/main" id="{7615BF09-BBA0-4172-A693-B34BCD9D23E0}"/>
              </a:ext>
            </a:extLst>
          </p:cNvPr>
          <p:cNvSpPr/>
          <p:nvPr/>
        </p:nvSpPr>
        <p:spPr>
          <a:xfrm>
            <a:off x="382776" y="956926"/>
            <a:ext cx="499958" cy="261610"/>
          </a:xfrm>
          <a:custGeom>
            <a:avLst/>
            <a:gdLst>
              <a:gd name="connsiteX0" fmla="*/ 130710 w 499958"/>
              <a:gd name="connsiteY0" fmla="*/ 0 h 261610"/>
              <a:gd name="connsiteX1" fmla="*/ 131400 w 499958"/>
              <a:gd name="connsiteY1" fmla="*/ 0 h 261610"/>
              <a:gd name="connsiteX2" fmla="*/ 369249 w 499958"/>
              <a:gd name="connsiteY2" fmla="*/ 0 h 261610"/>
              <a:gd name="connsiteX3" fmla="*/ 499958 w 499958"/>
              <a:gd name="connsiteY3" fmla="*/ 130805 h 261610"/>
              <a:gd name="connsiteX4" fmla="*/ 369249 w 499958"/>
              <a:gd name="connsiteY4" fmla="*/ 261610 h 261610"/>
              <a:gd name="connsiteX5" fmla="*/ 131400 w 499958"/>
              <a:gd name="connsiteY5" fmla="*/ 261610 h 261610"/>
              <a:gd name="connsiteX6" fmla="*/ 130710 w 499958"/>
              <a:gd name="connsiteY6" fmla="*/ 261610 h 261610"/>
              <a:gd name="connsiteX7" fmla="*/ 130710 w 499958"/>
              <a:gd name="connsiteY7" fmla="*/ 261472 h 261610"/>
              <a:gd name="connsiteX8" fmla="*/ 80253 w 499958"/>
              <a:gd name="connsiteY8" fmla="*/ 251331 h 261610"/>
              <a:gd name="connsiteX9" fmla="*/ 0 w 499958"/>
              <a:gd name="connsiteY9" fmla="*/ 130805 h 261610"/>
              <a:gd name="connsiteX10" fmla="*/ 80253 w 499958"/>
              <a:gd name="connsiteY10" fmla="*/ 10280 h 261610"/>
              <a:gd name="connsiteX11" fmla="*/ 130710 w 499958"/>
              <a:gd name="connsiteY11" fmla="*/ 139 h 261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99958" h="261610">
                <a:moveTo>
                  <a:pt x="130710" y="0"/>
                </a:moveTo>
                <a:lnTo>
                  <a:pt x="131400" y="0"/>
                </a:lnTo>
                <a:lnTo>
                  <a:pt x="369249" y="0"/>
                </a:lnTo>
                <a:cubicBezTo>
                  <a:pt x="441438" y="0"/>
                  <a:pt x="499958" y="58563"/>
                  <a:pt x="499958" y="130805"/>
                </a:cubicBezTo>
                <a:cubicBezTo>
                  <a:pt x="499958" y="203047"/>
                  <a:pt x="441438" y="261610"/>
                  <a:pt x="369249" y="261610"/>
                </a:cubicBezTo>
                <a:lnTo>
                  <a:pt x="131400" y="261610"/>
                </a:lnTo>
                <a:lnTo>
                  <a:pt x="130710" y="261610"/>
                </a:lnTo>
                <a:lnTo>
                  <a:pt x="130710" y="261472"/>
                </a:lnTo>
                <a:lnTo>
                  <a:pt x="80253" y="251331"/>
                </a:lnTo>
                <a:cubicBezTo>
                  <a:pt x="33092" y="231474"/>
                  <a:pt x="0" y="184987"/>
                  <a:pt x="0" y="130805"/>
                </a:cubicBezTo>
                <a:cubicBezTo>
                  <a:pt x="0" y="76624"/>
                  <a:pt x="33092" y="30137"/>
                  <a:pt x="80253" y="10280"/>
                </a:cubicBezTo>
                <a:lnTo>
                  <a:pt x="130710" y="13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3416004-5311-4433-854C-D01D8B20D0A3}"/>
              </a:ext>
            </a:extLst>
          </p:cNvPr>
          <p:cNvSpPr txBox="1"/>
          <p:nvPr/>
        </p:nvSpPr>
        <p:spPr>
          <a:xfrm>
            <a:off x="417667" y="854176"/>
            <a:ext cx="430176" cy="3939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5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02</a:t>
            </a:r>
            <a:endParaRPr lang="en-US" sz="15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935B1CC-83C6-4FD2-9B9E-45F7E751EF32}"/>
              </a:ext>
            </a:extLst>
          </p:cNvPr>
          <p:cNvSpPr txBox="1"/>
          <p:nvPr/>
        </p:nvSpPr>
        <p:spPr>
          <a:xfrm>
            <a:off x="296723" y="3209363"/>
            <a:ext cx="1377840" cy="1242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300"/>
              </a:lnSpc>
            </a:pPr>
            <a:r>
              <a:rPr lang="en-US" altLang="ko-KR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-  </a:t>
            </a:r>
            <a:r>
              <a:rPr lang="ko-KR" altLang="en-US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통합검색은 </a:t>
            </a:r>
            <a:r>
              <a:rPr lang="en-US" altLang="ko-KR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C</a:t>
            </a:r>
            <a:r>
              <a:rPr lang="ko-KR" altLang="en-US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I</a:t>
            </a:r>
            <a:r>
              <a:rPr lang="ko-KR" altLang="en-US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 와 </a:t>
            </a:r>
            <a:endParaRPr lang="en-US" altLang="ko-KR" sz="900" b="1" spc="-80" dirty="0">
              <a:solidFill>
                <a:srgbClr val="A7A7A8"/>
              </a:solidFill>
              <a:latin typeface="맑은 고딕" panose="020B0503020000020004" pitchFamily="50" charset="-127"/>
            </a:endParaRPr>
          </a:p>
          <a:p>
            <a:pPr>
              <a:lnSpc>
                <a:spcPts val="1300"/>
              </a:lnSpc>
            </a:pPr>
            <a:r>
              <a:rPr lang="ko-KR" altLang="en-US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   컬러만 고객사에 맞춰    </a:t>
            </a:r>
            <a:endParaRPr lang="en-US" altLang="ko-KR" sz="900" b="1" spc="-80" dirty="0">
              <a:solidFill>
                <a:srgbClr val="A7A7A8"/>
              </a:solidFill>
              <a:latin typeface="맑은 고딕" panose="020B0503020000020004" pitchFamily="50" charset="-127"/>
            </a:endParaRPr>
          </a:p>
          <a:p>
            <a:pPr>
              <a:lnSpc>
                <a:spcPts val="1300"/>
              </a:lnSpc>
            </a:pPr>
            <a:r>
              <a:rPr lang="en-US" altLang="ko-KR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   </a:t>
            </a:r>
            <a:r>
              <a:rPr lang="ko-KR" altLang="en-US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수정 가능 합니다</a:t>
            </a:r>
            <a:r>
              <a:rPr lang="en-US" altLang="ko-KR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.</a:t>
            </a:r>
          </a:p>
          <a:p>
            <a:pPr>
              <a:lnSpc>
                <a:spcPts val="1300"/>
              </a:lnSpc>
            </a:pPr>
            <a:endParaRPr lang="en-US" altLang="ko-KR" sz="900" b="1" spc="-80" dirty="0">
              <a:solidFill>
                <a:srgbClr val="A7A7A8"/>
              </a:solidFill>
              <a:latin typeface="맑은 고딕" panose="020B0503020000020004" pitchFamily="50" charset="-127"/>
            </a:endParaRPr>
          </a:p>
          <a:p>
            <a:pPr>
              <a:lnSpc>
                <a:spcPts val="1300"/>
              </a:lnSpc>
            </a:pPr>
            <a:endParaRPr lang="en-US" altLang="ko-KR" sz="900" b="1" spc="-80" dirty="0">
              <a:solidFill>
                <a:srgbClr val="A7A7A8"/>
              </a:solidFill>
              <a:latin typeface="맑은 고딕" panose="020B0503020000020004" pitchFamily="50" charset="-127"/>
            </a:endParaRPr>
          </a:p>
          <a:p>
            <a:pPr>
              <a:lnSpc>
                <a:spcPts val="1300"/>
              </a:lnSpc>
            </a:pPr>
            <a:r>
              <a:rPr lang="en-US" altLang="ko-KR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-  </a:t>
            </a:r>
            <a:r>
              <a:rPr lang="ko-KR" altLang="en-US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관리 및 기능 구현 시 </a:t>
            </a:r>
            <a:endParaRPr lang="en-US" altLang="ko-KR" sz="900" b="1" spc="-80" dirty="0">
              <a:solidFill>
                <a:srgbClr val="A7A7A8"/>
              </a:solidFill>
              <a:latin typeface="맑은 고딕" panose="020B0503020000020004" pitchFamily="50" charset="-127"/>
            </a:endParaRPr>
          </a:p>
          <a:p>
            <a:pPr>
              <a:lnSpc>
                <a:spcPts val="1300"/>
              </a:lnSpc>
            </a:pPr>
            <a:r>
              <a:rPr lang="en-US" altLang="ko-KR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   </a:t>
            </a:r>
            <a:r>
              <a:rPr lang="en-US" altLang="ko-KR" sz="4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  </a:t>
            </a:r>
            <a:r>
              <a:rPr lang="en-US" altLang="ko-KR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PM</a:t>
            </a:r>
            <a:r>
              <a:rPr lang="ko-KR" altLang="en-US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과 검토 필요합니다</a:t>
            </a:r>
            <a:r>
              <a:rPr lang="en-US" altLang="ko-KR" sz="900" b="1" spc="-80" dirty="0">
                <a:solidFill>
                  <a:srgbClr val="A7A7A8"/>
                </a:solidFill>
                <a:latin typeface="맑은 고딕" panose="020B0503020000020004" pitchFamily="50" charset="-127"/>
              </a:rPr>
              <a:t>.</a:t>
            </a:r>
            <a:endParaRPr lang="en-US" altLang="ko-KR" sz="900" spc="-80" dirty="0">
              <a:solidFill>
                <a:srgbClr val="7A7A84"/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060136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46583277"/>
      </p:ext>
    </p:extLst>
  </p:cSld>
  <p:clrMapOvr>
    <a:masterClrMapping/>
  </p:clrMapOvr>
</p:sld>
</file>

<file path=ppt/theme/theme1.xml><?xml version="1.0" encoding="utf-8"?>
<a:theme xmlns:a="http://schemas.openxmlformats.org/drawingml/2006/main" name="1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4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5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7532</TotalTime>
  <Words>688</Words>
  <Application>Microsoft Office PowerPoint</Application>
  <PresentationFormat>와이드스크린</PresentationFormat>
  <Paragraphs>207</Paragraphs>
  <Slides>17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6</vt:i4>
      </vt:variant>
      <vt:variant>
        <vt:lpstr>슬라이드 제목</vt:lpstr>
      </vt:variant>
      <vt:variant>
        <vt:i4>17</vt:i4>
      </vt:variant>
    </vt:vector>
  </HeadingPairs>
  <TitlesOfParts>
    <vt:vector size="28" baseType="lpstr">
      <vt:lpstr>맑은 고딕</vt:lpstr>
      <vt:lpstr>맑은 고딕 Semilight</vt:lpstr>
      <vt:lpstr>Arial</vt:lpstr>
      <vt:lpstr>Calibri</vt:lpstr>
      <vt:lpstr>Calibri Light</vt:lpstr>
      <vt:lpstr>1_디자인 사용자 지정</vt:lpstr>
      <vt:lpstr>Office 테마</vt:lpstr>
      <vt:lpstr>2_디자인 사용자 지정</vt:lpstr>
      <vt:lpstr>3_디자인 사용자 지정</vt:lpstr>
      <vt:lpstr>4_디자인 사용자 지정</vt:lpstr>
      <vt:lpstr>5_디자인 사용자 지정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코비젼</dc:creator>
  <cp:lastModifiedBy>박성미</cp:lastModifiedBy>
  <cp:revision>588</cp:revision>
  <dcterms:created xsi:type="dcterms:W3CDTF">2023-06-09T02:05:40Z</dcterms:created>
  <dcterms:modified xsi:type="dcterms:W3CDTF">2024-10-29T07:45:37Z</dcterms:modified>
</cp:coreProperties>
</file>